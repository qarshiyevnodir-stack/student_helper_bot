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62" r:id="rId7"/>
    <p:sldId id="264" r:id="rId8"/>
    <p:sldId id="295" r:id="rId9"/>
    <p:sldId id="266" r:id="rId10"/>
    <p:sldId id="282" r:id="rId11"/>
    <p:sldId id="275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32" y="3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C48FB7-4632-4FB7-A822-C8EE7A1BCE57}" type="datetime1">
              <a:rPr lang="ru-RU" smtClean="0"/>
              <a:t>28.07.2026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D626-816E-4770-8022-B9B504B09470}" type="datetime1">
              <a:rPr lang="ru-RU" smtClean="0"/>
              <a:pPr/>
              <a:t>28.07.2026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71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785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62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999B0-5496-D8F8-D205-0C7B5B4C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1958D9-0A0F-0BA8-FD6A-832EB41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32F459-612B-12E0-13DE-76F273456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C3F2C6-6EA0-607C-26E9-06AECD15A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590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590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692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235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Графический объект 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ЗАГОЛОВОК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4" name="Текст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5" name="Текст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6" name="Текст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7" name="Текст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Дата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20XX 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4" name="Текст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3" name="Текст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Вступлени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Дата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Дата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8" name="Нижний колонтитул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Объект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27" name="Объект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20" name="Текст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4" name="Текст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5" name="Текст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7" name="Текст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Дата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8" name="Номер слайда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графического элемента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графический элемент SmartArt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4 челове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8 челове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5" name="Рисунок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6" name="Рисунок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7" name="Рисунок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8" name="Рисунок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4" name="Текст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2" name="Текст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9" name="Текст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3" name="Текст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0" name="Текст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4" name="Текст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1" name="Текст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5" name="Текст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содержимо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4" name="Объект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5" name="Объект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Дата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757883"/>
            <a:ext cx="10126013" cy="1122202"/>
          </a:xfrm>
        </p:spPr>
        <p:txBody>
          <a:bodyPr rtlCol="0" anchor="t"/>
          <a:lstStyle/>
          <a:p>
            <a:pPr rtl="0">
              <a:lnSpc>
                <a:spcPct val="100000"/>
              </a:lnSpc>
            </a:pPr>
            <a:r>
              <a:rPr lang="ru-RU" dirty="0"/>
              <a:t>Набор слайдов для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3" y="5586890"/>
            <a:ext cx="10256598" cy="396660"/>
          </a:xfrm>
        </p:spPr>
        <p:txBody>
          <a:bodyPr rtlCol="0"/>
          <a:lstStyle/>
          <a:p>
            <a:pPr rtl="0"/>
            <a:r>
              <a:rPr lang="ru-RU" dirty="0"/>
              <a:t>Мария Анисимова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000251"/>
            <a:ext cx="9896476" cy="3443288"/>
          </a:xfrm>
        </p:spPr>
        <p:txBody>
          <a:bodyPr rtlCol="0">
            <a:normAutofit/>
          </a:bodyPr>
          <a:lstStyle/>
          <a:p>
            <a:pPr marL="342900" indent="-342900" rtl="0">
              <a:buFont typeface="+mj-lt"/>
              <a:buAutoNum type="arabicPeriod"/>
            </a:pPr>
            <a:r>
              <a:rPr lang="en-US" sz="2600" dirty="0" err="1"/>
              <a:t>Wefwaef</a:t>
            </a:r>
            <a:r>
              <a:rPr lang="en-US" sz="2600" dirty="0"/>
              <a:t> </a:t>
            </a:r>
            <a:r>
              <a:rPr lang="en-US" sz="2600" dirty="0" err="1"/>
              <a:t>fjsadlf</a:t>
            </a:r>
            <a:r>
              <a:rPr lang="en-US" sz="2600" dirty="0"/>
              <a:t> </a:t>
            </a:r>
            <a:r>
              <a:rPr lang="en-US" sz="2600" dirty="0" err="1"/>
              <a:t>adskfjas</a:t>
            </a:r>
            <a:r>
              <a:rPr lang="en-US" sz="2600" dirty="0"/>
              <a:t> </a:t>
            </a:r>
          </a:p>
          <a:p>
            <a:pPr marL="342900" indent="-342900" rtl="0">
              <a:buFont typeface="+mj-lt"/>
              <a:buAutoNum type="arabicPeriod"/>
            </a:pPr>
            <a:r>
              <a:rPr lang="en-US" sz="2600" dirty="0" err="1"/>
              <a:t>Dfafds</a:t>
            </a:r>
            <a:r>
              <a:rPr lang="en-US" sz="2600" dirty="0"/>
              <a:t> </a:t>
            </a:r>
            <a:r>
              <a:rPr lang="en-US" sz="2600" dirty="0" err="1"/>
              <a:t>jkdafh</a:t>
            </a:r>
            <a:r>
              <a:rPr lang="en-US" sz="2600" dirty="0"/>
              <a:t> </a:t>
            </a:r>
            <a:r>
              <a:rPr lang="en-US" sz="2600" dirty="0" err="1"/>
              <a:t>adsjfkhads</a:t>
            </a:r>
            <a:endParaRPr lang="en-US" sz="2600" dirty="0"/>
          </a:p>
          <a:p>
            <a:pPr marL="342900" indent="-342900" rtl="0">
              <a:buFont typeface="+mj-lt"/>
              <a:buAutoNum type="arabicPeriod"/>
            </a:pPr>
            <a:r>
              <a:rPr lang="en-US" sz="2600" dirty="0" err="1"/>
              <a:t>Jdfhask</a:t>
            </a:r>
            <a:r>
              <a:rPr lang="en-US" sz="2600" dirty="0"/>
              <a:t> </a:t>
            </a:r>
            <a:r>
              <a:rPr lang="en-US" sz="2600" dirty="0" err="1"/>
              <a:t>kjasdhfn</a:t>
            </a:r>
            <a:endParaRPr lang="ru-RU" sz="2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3171825" cy="788690"/>
          </a:xfrm>
        </p:spPr>
        <p:txBody>
          <a:bodyPr rtlCol="0" anchor="t"/>
          <a:lstStyle/>
          <a:p>
            <a:pPr algn="ctr" rtl="0"/>
            <a:r>
              <a:rPr lang="en-US" sz="3200" dirty="0" err="1"/>
              <a:t>reja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06452"/>
            <a:ext cx="8421688" cy="1325563"/>
          </a:xfrm>
        </p:spPr>
        <p:txBody>
          <a:bodyPr rtlCol="0"/>
          <a:lstStyle/>
          <a:p>
            <a:pPr rtl="0"/>
            <a:r>
              <a:rPr lang="ru-RU" dirty="0"/>
              <a:t>РЕШЕНИЕ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>
            <a:noAutofit/>
          </a:bodyPr>
          <a:lstStyle/>
          <a:p>
            <a:pPr rtl="0"/>
            <a:r>
              <a:rPr lang="ru-RU" sz="1600" dirty="0"/>
              <a:t>Наш продукт </a:t>
            </a:r>
            <a:r>
              <a:rPr lang="en-US" sz="1600" dirty="0" err="1"/>
              <a:t>aksdgjf</a:t>
            </a:r>
            <a:r>
              <a:rPr lang="en-US" sz="1600" dirty="0"/>
              <a:t> </a:t>
            </a:r>
            <a:r>
              <a:rPr lang="ru-RU" sz="1600" dirty="0"/>
              <a:t>упрощает ж</a:t>
            </a:r>
            <a:r>
              <a:rPr lang="en-US" sz="1600" dirty="0"/>
              <a:t> </a:t>
            </a:r>
            <a:r>
              <a:rPr lang="en-US" sz="1600" dirty="0" err="1"/>
              <a:t>dkjafshklas</a:t>
            </a:r>
            <a:r>
              <a:rPr lang="ru-RU" sz="1600" dirty="0" err="1"/>
              <a:t>изнь</a:t>
            </a:r>
            <a:r>
              <a:rPr lang="ru-RU" sz="1600" dirty="0"/>
              <a:t> клиентов, и никакие другие продукты на рынке не предлагают схожие функции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/>
          <a:p>
            <a:pPr rtl="0"/>
            <a:r>
              <a:rPr lang="ru-RU" sz="1600" dirty="0"/>
              <a:t>Наша целевая аудитория </a:t>
            </a:r>
            <a:r>
              <a:rPr lang="en-US" sz="1600" dirty="0"/>
              <a:t> </a:t>
            </a:r>
            <a:r>
              <a:rPr lang="en-US" sz="1600" dirty="0" err="1"/>
              <a:t>kdjlfhkdakf</a:t>
            </a:r>
            <a:r>
              <a:rPr lang="en-US" sz="1600" dirty="0"/>
              <a:t> </a:t>
            </a:r>
            <a:r>
              <a:rPr lang="en-US" sz="1600" dirty="0" err="1"/>
              <a:t>asdkjfhasd</a:t>
            </a:r>
            <a:r>
              <a:rPr lang="en-US" sz="1600" dirty="0"/>
              <a:t> </a:t>
            </a:r>
            <a:r>
              <a:rPr lang="en-US" sz="1600" dirty="0" err="1"/>
              <a:t>fkjdfhsadkfj</a:t>
            </a:r>
            <a:r>
              <a:rPr lang="en-US" sz="1600" dirty="0"/>
              <a:t> </a:t>
            </a:r>
            <a:r>
              <a:rPr lang="en-US" sz="1600" dirty="0" err="1"/>
              <a:t>adsn</a:t>
            </a:r>
            <a:r>
              <a:rPr lang="ru-RU" sz="1600" dirty="0"/>
              <a:t>— поколение Z (от 18 до 25 лет)</a:t>
            </a:r>
          </a:p>
          <a:p>
            <a:pPr rtl="0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728664"/>
            <a:ext cx="8507054" cy="1204912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ru-RU" dirty="0"/>
              <a:t>ПРЕИМУЩЕСТВА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2314575"/>
            <a:ext cx="9391650" cy="2871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sz="1600" dirty="0"/>
              <a:t>Отличный стильный продукт</a:t>
            </a:r>
          </a:p>
          <a:p>
            <a:pPr rtl="0"/>
            <a:r>
              <a:rPr lang="ru-RU" sz="1600" noProof="1"/>
              <a:t>Области для взаимодействия в сообществе </a:t>
            </a:r>
          </a:p>
          <a:p>
            <a:pPr rtl="0"/>
            <a:r>
              <a:rPr lang="ru-RU" sz="1600" noProof="1"/>
              <a:t>Интернет-магазин и рыночный обмен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5EB2-9662-C8F5-E215-FEFA7B63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ACD8D-9031-63C9-0BD2-7DAAEF99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520702"/>
            <a:ext cx="8421688" cy="1325563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ru-RU" dirty="0"/>
              <a:t>ПОЗНАКОМЬТЕСЬ С НАМИ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5C58978D-EC0C-2653-0DB5-4FBDD5CD2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3248" y="1866900"/>
            <a:ext cx="5590952" cy="3560685"/>
          </a:xfrm>
        </p:spPr>
        <p:txBody>
          <a:bodyPr rtlCol="0"/>
          <a:lstStyle/>
          <a:p>
            <a:pPr rtl="0"/>
            <a:r>
              <a:rPr lang="en-US" sz="1600" dirty="0" err="1"/>
              <a:t>Hjsdgfsjdaf</a:t>
            </a:r>
            <a:r>
              <a:rPr lang="en-US" sz="1600" dirty="0"/>
              <a:t> </a:t>
            </a:r>
            <a:r>
              <a:rPr lang="en-US" sz="1600" dirty="0" err="1"/>
              <a:t>dshjfgajhfaskdfjhas</a:t>
            </a:r>
            <a:r>
              <a:rPr lang="en-US" sz="1600" dirty="0"/>
              <a:t> </a:t>
            </a:r>
            <a:r>
              <a:rPr lang="en-US" sz="1600" dirty="0" err="1"/>
              <a:t>kadjfhsd</a:t>
            </a:r>
            <a:r>
              <a:rPr lang="en-US" sz="1600" dirty="0"/>
              <a:t> </a:t>
            </a:r>
            <a:r>
              <a:rPr lang="en-US" sz="1600" dirty="0" err="1"/>
              <a:t>fasdkjfhs</a:t>
            </a:r>
            <a:r>
              <a:rPr lang="en-US" sz="1600" dirty="0"/>
              <a:t> </a:t>
            </a:r>
            <a:r>
              <a:rPr lang="en-US" sz="1600" dirty="0" err="1"/>
              <a:t>afkaddjfha</a:t>
            </a:r>
            <a:r>
              <a:rPr lang="en-US" sz="1600" dirty="0"/>
              <a:t> </a:t>
            </a:r>
            <a:r>
              <a:rPr lang="en-US" sz="1600" dirty="0" err="1"/>
              <a:t>sdfkjashfkads</a:t>
            </a:r>
            <a:endParaRPr lang="ru-RU" sz="1600" dirty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1E66A89-1C93-E734-2223-937F1E09B0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72376" y="1866899"/>
            <a:ext cx="3020594" cy="356068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90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ru-RU" dirty="0"/>
              <a:t>ОБЗОР РЫНКА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305050"/>
            <a:ext cx="2882475" cy="35274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sz="1600" noProof="1"/>
              <a:t>Свобода изобретения</a:t>
            </a:r>
            <a:endParaRPr lang="ru-RU" sz="1600" dirty="0"/>
          </a:p>
          <a:p>
            <a:pPr rtl="0"/>
            <a:r>
              <a:rPr lang="ru-RU" sz="1600" noProof="1"/>
              <a:t>Выборочно инклюзивный рынок</a:t>
            </a:r>
          </a:p>
          <a:p>
            <a:pPr rtl="0"/>
            <a:r>
              <a:rPr lang="ru-RU" sz="1600" noProof="1"/>
              <a:t>Доступный объем целевого рынка</a:t>
            </a:r>
          </a:p>
          <a:p>
            <a:pPr rtl="0"/>
            <a:endParaRPr lang="ru-RU" sz="1600" noProof="1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2305050"/>
            <a:ext cx="2896671" cy="3527423"/>
          </a:xfrm>
        </p:spPr>
        <p:txBody>
          <a:bodyPr rtlCol="0"/>
          <a:lstStyle/>
          <a:p>
            <a:pPr rtl="0"/>
            <a:r>
              <a:rPr lang="ru-RU" sz="1600" dirty="0"/>
              <a:t>Возможности создавать новое</a:t>
            </a:r>
          </a:p>
          <a:p>
            <a:pPr rtl="0"/>
            <a:r>
              <a:rPr lang="ru-RU" sz="1600" dirty="0"/>
              <a:t>Полностью инклюзивный рынок</a:t>
            </a:r>
          </a:p>
          <a:p>
            <a:pPr rtl="0"/>
            <a:r>
              <a:rPr lang="ru-RU" sz="1600" dirty="0"/>
              <a:t>Общий объем целевого рынка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2305050"/>
            <a:ext cx="2882475" cy="3527423"/>
          </a:xfrm>
        </p:spPr>
        <p:txBody>
          <a:bodyPr rtlCol="0">
            <a:normAutofit/>
          </a:bodyPr>
          <a:lstStyle/>
          <a:p>
            <a:pPr rtl="0"/>
            <a:r>
              <a:rPr lang="ru-RU" sz="1600" noProof="1"/>
              <a:t>Низкая конкуренция</a:t>
            </a:r>
          </a:p>
          <a:p>
            <a:pPr rtl="0"/>
            <a:r>
              <a:rPr lang="ru-RU" sz="1600" noProof="1"/>
              <a:t>Специфический целевой рынок</a:t>
            </a:r>
          </a:p>
          <a:p>
            <a:pPr rtl="0"/>
            <a:r>
              <a:rPr lang="ru-RU" sz="1600" noProof="1"/>
              <a:t>Доступный потенциальный объем рынка</a:t>
            </a:r>
            <a:endParaRPr lang="ru-RU" sz="1600" dirty="0"/>
          </a:p>
          <a:p>
            <a:pPr rtl="0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636588"/>
            <a:ext cx="8421688" cy="1325563"/>
          </a:xfrm>
        </p:spPr>
        <p:txBody>
          <a:bodyPr rtlCol="0"/>
          <a:lstStyle/>
          <a:p>
            <a:pPr rtl="0"/>
            <a:r>
              <a:rPr lang="ru-RU" dirty="0"/>
              <a:t>ПОЗНАКОМЬТЕСЬ С НАМИ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60D37431-6A3A-47F6-A367-B5ADCF66AE3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726975" y="1971676"/>
            <a:ext cx="4721950" cy="4276724"/>
          </a:xfrm>
        </p:spPr>
        <p:txBody>
          <a:bodyPr rtlCol="0"/>
          <a:lstStyle/>
          <a:p>
            <a:pPr rtl="0"/>
            <a:r>
              <a:rPr lang="en-US" dirty="0" err="1"/>
              <a:t>Jdsfh</a:t>
            </a:r>
            <a:r>
              <a:rPr lang="en-US" dirty="0"/>
              <a:t> </a:t>
            </a:r>
            <a:r>
              <a:rPr lang="en-US" dirty="0" err="1"/>
              <a:t>sdfkjadshf</a:t>
            </a:r>
            <a:r>
              <a:rPr lang="en-US" dirty="0"/>
              <a:t> </a:t>
            </a:r>
            <a:r>
              <a:rPr lang="en-US" dirty="0" err="1"/>
              <a:t>asdfkasfjh</a:t>
            </a:r>
            <a:r>
              <a:rPr lang="en-US" dirty="0"/>
              <a:t> </a:t>
            </a:r>
            <a:r>
              <a:rPr lang="en-US" dirty="0" err="1"/>
              <a:t>asfksdjfhadsn</a:t>
            </a:r>
            <a:r>
              <a:rPr lang="en-US" dirty="0"/>
              <a:t>  </a:t>
            </a:r>
            <a:r>
              <a:rPr lang="en-US" dirty="0" err="1"/>
              <a:t>adskfjha</a:t>
            </a:r>
            <a:r>
              <a:rPr lang="en-US" dirty="0"/>
              <a:t> </a:t>
            </a:r>
            <a:r>
              <a:rPr lang="en-US" dirty="0" err="1"/>
              <a:t>sfkadhj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995053B-26C5-CB94-301C-3163BF7D8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3425" y="1971676"/>
            <a:ext cx="3419475" cy="4276724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275" y="1528763"/>
            <a:ext cx="5626100" cy="2795587"/>
          </a:xfrm>
        </p:spPr>
        <p:txBody>
          <a:bodyPr rtlCol="0" anchor="t">
            <a:normAutofit/>
          </a:bodyPr>
          <a:lstStyle/>
          <a:p>
            <a:pPr algn="ctr"/>
            <a:r>
              <a:rPr lang="en-US" sz="4800" dirty="0" err="1"/>
              <a:t>E’tiboringiz</a:t>
            </a:r>
            <a:br>
              <a:rPr lang="en-US" sz="4800" dirty="0"/>
            </a:br>
            <a:r>
              <a:rPr lang="en-US" sz="4800" dirty="0" err="1"/>
              <a:t>uchun</a:t>
            </a:r>
            <a:br>
              <a:rPr lang="en-US" sz="4800" dirty="0"/>
            </a:br>
            <a:r>
              <a:rPr lang="en-US" sz="4800" dirty="0" err="1"/>
              <a:t>rahmat</a:t>
            </a:r>
            <a:r>
              <a:rPr lang="en-US" sz="4800" dirty="0"/>
              <a:t>!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theme/theme1.xml><?xml version="1.0" encoding="utf-8"?>
<a:theme xmlns:a="http://schemas.openxmlformats.org/drawingml/2006/main" name="Одиночная линия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3_TF56180624_Win32" id="{67C9E7EB-4B67-47D2-AC94-A62F98E9F47B}" vid="{DA75A8E3-E007-44ED-9BA5-5388846DD69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светлая презентация</Template>
  <TotalTime>21</TotalTime>
  <Words>129</Words>
  <Application>Microsoft Office PowerPoint</Application>
  <PresentationFormat>Широкоэкранный</PresentationFormat>
  <Paragraphs>37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Одиночная линия</vt:lpstr>
      <vt:lpstr>Набор слайдов для презентации</vt:lpstr>
      <vt:lpstr>reja</vt:lpstr>
      <vt:lpstr>РЕШЕНИЕ</vt:lpstr>
      <vt:lpstr>ПРЕИМУЩЕСТВА ПРОДУКТА</vt:lpstr>
      <vt:lpstr>ПОЗНАКОМЬТЕСЬ С НАМИ</vt:lpstr>
      <vt:lpstr>ОБЗОР РЫНКА</vt:lpstr>
      <vt:lpstr>ПОЗНАКОМЬТЕСЬ С НАМИ</vt:lpstr>
      <vt:lpstr>E’tiboringiz uchun rahmat!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Набор слайдов для презентации</dc:title>
  <dc:creator>Nodir Qarshiyev</dc:creator>
  <cp:lastModifiedBy>Nodir Qarshiyev</cp:lastModifiedBy>
  <cp:revision>5</cp:revision>
  <dcterms:created xsi:type="dcterms:W3CDTF">2026-05-02T21:59:06Z</dcterms:created>
  <dcterms:modified xsi:type="dcterms:W3CDTF">2026-07-28T06:38:30Z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