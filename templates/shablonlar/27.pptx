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5" r:id="rId8"/>
    <p:sldId id="266" r:id="rId9"/>
  </p:sldIdLst>
  <p:sldSz cx="18288000" cy="10287000"/>
  <p:notesSz cx="6858000" cy="9144000"/>
  <p:embeddedFontLst>
    <p:embeddedFont>
      <p:font typeface="Bryndan Write" panose="020B0604020202020204" charset="0"/>
      <p:regular r:id="rId10"/>
    </p:embeddedFont>
    <p:embeddedFont>
      <p:font typeface="Public Sans"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6"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T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T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T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2"/>
          <p:cNvSpPr txBox="1"/>
          <p:nvPr/>
        </p:nvSpPr>
        <p:spPr>
          <a:xfrm>
            <a:off x="1980895" y="3069577"/>
            <a:ext cx="14326210" cy="1015663"/>
          </a:xfrm>
          <a:prstGeom prst="rect">
            <a:avLst/>
          </a:prstGeom>
        </p:spPr>
        <p:txBody>
          <a:bodyPr lIns="0" tIns="0" rIns="0" bIns="0" rtlCol="0" anchor="t">
            <a:spAutoFit/>
          </a:bodyPr>
          <a:lstStyle/>
          <a:p>
            <a:pPr algn="ctr"/>
            <a:r>
              <a:rPr lang="en-US" sz="6600" dirty="0">
                <a:solidFill>
                  <a:srgbClr val="86AADF"/>
                </a:solidFill>
                <a:latin typeface="Bryndan Write"/>
                <a:ea typeface="Bryndan Write"/>
                <a:cs typeface="Bryndan Write"/>
                <a:sym typeface="Bryndan Write"/>
              </a:rPr>
              <a:t>Presentation</a:t>
            </a:r>
          </a:p>
        </p:txBody>
      </p:sp>
      <p:sp>
        <p:nvSpPr>
          <p:cNvPr id="17" name="TextBox 17"/>
          <p:cNvSpPr txBox="1"/>
          <p:nvPr/>
        </p:nvSpPr>
        <p:spPr>
          <a:xfrm>
            <a:off x="2908155" y="9050434"/>
            <a:ext cx="10731645" cy="422873"/>
          </a:xfrm>
          <a:prstGeom prst="rect">
            <a:avLst/>
          </a:prstGeom>
        </p:spPr>
        <p:txBody>
          <a:bodyPr wrap="square" lIns="0" tIns="0" rIns="0" bIns="0" rtlCol="0" anchor="t">
            <a:spAutoFit/>
          </a:bodyPr>
          <a:lstStyle/>
          <a:p>
            <a:pPr>
              <a:lnSpc>
                <a:spcPts val="3640"/>
              </a:lnSpc>
            </a:pPr>
            <a:r>
              <a:rPr lang="en-US" sz="2600" dirty="0">
                <a:solidFill>
                  <a:srgbClr val="01324F"/>
                </a:solidFill>
                <a:latin typeface="Public Sans"/>
                <a:ea typeface="Public Sans"/>
                <a:cs typeface="Public Sans"/>
                <a:sym typeface="Public Sans"/>
              </a:rPr>
              <a:t>Hadid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56025" y="1119333"/>
            <a:ext cx="8775950" cy="1837747"/>
          </a:xfrm>
          <a:prstGeom prst="rect">
            <a:avLst/>
          </a:prstGeom>
        </p:spPr>
        <p:txBody>
          <a:bodyPr lIns="0" tIns="0" rIns="0" bIns="0" rtlCol="0" anchor="t">
            <a:spAutoFit/>
          </a:bodyPr>
          <a:lstStyle/>
          <a:p>
            <a:pPr algn="ctr">
              <a:lnSpc>
                <a:spcPts val="15771"/>
              </a:lnSpc>
            </a:pPr>
            <a:r>
              <a:rPr lang="en-US" sz="11265" dirty="0" err="1">
                <a:solidFill>
                  <a:srgbClr val="01324F"/>
                </a:solidFill>
                <a:latin typeface="Bryndan Write"/>
                <a:ea typeface="Bryndan Write"/>
                <a:cs typeface="Bryndan Write"/>
                <a:sym typeface="Bryndan Write"/>
              </a:rPr>
              <a:t>Reja</a:t>
            </a:r>
            <a:endParaRPr lang="en-US" sz="11265" dirty="0">
              <a:solidFill>
                <a:srgbClr val="01324F"/>
              </a:solidFill>
              <a:latin typeface="Bryndan Write"/>
              <a:ea typeface="Bryndan Write"/>
              <a:cs typeface="Bryndan Write"/>
              <a:sym typeface="Bryndan Write"/>
            </a:endParaRPr>
          </a:p>
        </p:txBody>
      </p:sp>
      <p:sp>
        <p:nvSpPr>
          <p:cNvPr id="58" name="TextBox 58"/>
          <p:cNvSpPr txBox="1"/>
          <p:nvPr/>
        </p:nvSpPr>
        <p:spPr>
          <a:xfrm>
            <a:off x="4411569" y="3443600"/>
            <a:ext cx="10371231" cy="2882712"/>
          </a:xfrm>
          <a:prstGeom prst="rect">
            <a:avLst/>
          </a:prstGeom>
        </p:spPr>
        <p:txBody>
          <a:bodyPr wrap="square" lIns="0" tIns="0" rIns="0" bIns="0" rtlCol="0" anchor="t">
            <a:spAutoFit/>
          </a:bodyPr>
          <a:lstStyle/>
          <a:p>
            <a:pPr marL="514350" indent="-514350">
              <a:lnSpc>
                <a:spcPts val="3833"/>
              </a:lnSpc>
              <a:buFont typeface="+mj-lt"/>
              <a:buAutoNum type="arabicPeriod"/>
            </a:pPr>
            <a:r>
              <a:rPr lang="en-US" sz="2738" dirty="0">
                <a:solidFill>
                  <a:srgbClr val="01324F"/>
                </a:solidFill>
                <a:latin typeface="Public Sans"/>
                <a:ea typeface="Public Sans"/>
                <a:cs typeface="Public Sans"/>
                <a:sym typeface="Public Sans"/>
              </a:rPr>
              <a:t>Introduction </a:t>
            </a:r>
            <a:r>
              <a:rPr lang="en-US" sz="2738" dirty="0" err="1">
                <a:solidFill>
                  <a:srgbClr val="01324F"/>
                </a:solidFill>
                <a:latin typeface="Public Sans"/>
                <a:ea typeface="Public Sans"/>
                <a:cs typeface="Public Sans"/>
                <a:sym typeface="Public Sans"/>
              </a:rPr>
              <a:t>Introduction</a:t>
            </a:r>
            <a:r>
              <a:rPr lang="en-US" sz="2738" dirty="0">
                <a:solidFill>
                  <a:srgbClr val="01324F"/>
                </a:solidFill>
                <a:latin typeface="Public Sans"/>
                <a:ea typeface="Public Sans"/>
                <a:cs typeface="Public Sans"/>
                <a:sym typeface="Public Sans"/>
              </a:rPr>
              <a:t>  </a:t>
            </a:r>
            <a:r>
              <a:rPr lang="en-US" sz="2738" dirty="0" err="1">
                <a:solidFill>
                  <a:srgbClr val="01324F"/>
                </a:solidFill>
                <a:latin typeface="Public Sans"/>
                <a:ea typeface="Public Sans"/>
                <a:cs typeface="Public Sans"/>
                <a:sym typeface="Public Sans"/>
              </a:rPr>
              <a:t>Introduction</a:t>
            </a:r>
            <a:r>
              <a:rPr lang="en-US" sz="2738" dirty="0">
                <a:solidFill>
                  <a:srgbClr val="01324F"/>
                </a:solidFill>
                <a:latin typeface="Public Sans"/>
                <a:ea typeface="Public Sans"/>
                <a:cs typeface="Public Sans"/>
                <a:sym typeface="Public Sans"/>
              </a:rPr>
              <a:t> </a:t>
            </a:r>
            <a:r>
              <a:rPr lang="en-US" sz="2738" dirty="0" err="1">
                <a:solidFill>
                  <a:srgbClr val="01324F"/>
                </a:solidFill>
                <a:latin typeface="Public Sans"/>
                <a:ea typeface="Public Sans"/>
                <a:cs typeface="Public Sans"/>
                <a:sym typeface="Public Sans"/>
              </a:rPr>
              <a:t>Introduction</a:t>
            </a:r>
            <a:r>
              <a:rPr lang="en-US" sz="2738" dirty="0">
                <a:solidFill>
                  <a:srgbClr val="01324F"/>
                </a:solidFill>
                <a:latin typeface="Public Sans"/>
                <a:ea typeface="Public Sans"/>
                <a:cs typeface="Public Sans"/>
                <a:sym typeface="Public Sans"/>
              </a:rPr>
              <a:t> </a:t>
            </a:r>
            <a:r>
              <a:rPr lang="en-US" sz="2738" dirty="0" err="1">
                <a:solidFill>
                  <a:srgbClr val="01324F"/>
                </a:solidFill>
                <a:latin typeface="Public Sans"/>
                <a:ea typeface="Public Sans"/>
                <a:cs typeface="Public Sans"/>
                <a:sym typeface="Public Sans"/>
              </a:rPr>
              <a:t>Introduction</a:t>
            </a:r>
            <a:endParaRPr lang="en-US" sz="2738" dirty="0">
              <a:solidFill>
                <a:srgbClr val="01324F"/>
              </a:solidFill>
              <a:latin typeface="Public Sans"/>
              <a:ea typeface="Public Sans"/>
              <a:cs typeface="Public Sans"/>
              <a:sym typeface="Public Sans"/>
            </a:endParaRPr>
          </a:p>
          <a:p>
            <a:pPr marL="514350" indent="-514350">
              <a:lnSpc>
                <a:spcPts val="3833"/>
              </a:lnSpc>
              <a:buFont typeface="+mj-lt"/>
              <a:buAutoNum type="arabicPeriod"/>
            </a:pPr>
            <a:r>
              <a:rPr lang="en-US" sz="2738" dirty="0">
                <a:solidFill>
                  <a:srgbClr val="01324F"/>
                </a:solidFill>
                <a:latin typeface="Public Sans"/>
                <a:ea typeface="Public Sans"/>
                <a:cs typeface="Public Sans"/>
                <a:sym typeface="Public Sans"/>
              </a:rPr>
              <a:t>Introduction </a:t>
            </a:r>
            <a:r>
              <a:rPr lang="en-US" sz="2738" dirty="0" err="1">
                <a:solidFill>
                  <a:srgbClr val="01324F"/>
                </a:solidFill>
                <a:latin typeface="Public Sans"/>
                <a:ea typeface="Public Sans"/>
                <a:cs typeface="Public Sans"/>
                <a:sym typeface="Public Sans"/>
              </a:rPr>
              <a:t>kjkj</a:t>
            </a:r>
            <a:r>
              <a:rPr lang="en-US" sz="2738" dirty="0">
                <a:solidFill>
                  <a:srgbClr val="01324F"/>
                </a:solidFill>
                <a:latin typeface="Public Sans"/>
                <a:ea typeface="Public Sans"/>
                <a:cs typeface="Public Sans"/>
                <a:sym typeface="Public Sans"/>
              </a:rPr>
              <a:t> </a:t>
            </a:r>
            <a:r>
              <a:rPr lang="en-US" sz="2738" dirty="0" err="1">
                <a:solidFill>
                  <a:srgbClr val="01324F"/>
                </a:solidFill>
                <a:latin typeface="Public Sans"/>
                <a:ea typeface="Public Sans"/>
                <a:cs typeface="Public Sans"/>
                <a:sym typeface="Public Sans"/>
              </a:rPr>
              <a:t>kjn</a:t>
            </a:r>
            <a:endParaRPr lang="en-US" sz="2738" dirty="0">
              <a:solidFill>
                <a:srgbClr val="01324F"/>
              </a:solidFill>
              <a:latin typeface="Public Sans"/>
              <a:ea typeface="Public Sans"/>
              <a:cs typeface="Public Sans"/>
              <a:sym typeface="Public Sans"/>
            </a:endParaRPr>
          </a:p>
          <a:p>
            <a:pPr marL="514350" indent="-514350">
              <a:lnSpc>
                <a:spcPts val="3833"/>
              </a:lnSpc>
              <a:buFont typeface="+mj-lt"/>
              <a:buAutoNum type="arabicPeriod"/>
            </a:pPr>
            <a:r>
              <a:rPr lang="en-US" sz="2738" dirty="0">
                <a:solidFill>
                  <a:srgbClr val="01324F"/>
                </a:solidFill>
                <a:latin typeface="Public Sans"/>
                <a:ea typeface="Public Sans"/>
                <a:cs typeface="Public Sans"/>
                <a:sym typeface="Public Sans"/>
              </a:rPr>
              <a:t>Introduction</a:t>
            </a:r>
          </a:p>
          <a:p>
            <a:pPr marL="514350" indent="-514350">
              <a:lnSpc>
                <a:spcPts val="3833"/>
              </a:lnSpc>
              <a:buFont typeface="+mj-lt"/>
              <a:buAutoNum type="arabicPeriod"/>
            </a:pPr>
            <a:r>
              <a:rPr lang="en-US" sz="2738" dirty="0">
                <a:solidFill>
                  <a:srgbClr val="01324F"/>
                </a:solidFill>
                <a:latin typeface="Public Sans"/>
                <a:ea typeface="Public Sans"/>
                <a:cs typeface="Public Sans"/>
                <a:sym typeface="Public Sans"/>
              </a:rPr>
              <a:t>Introduction</a:t>
            </a:r>
          </a:p>
          <a:p>
            <a:pPr marL="514350" indent="-514350">
              <a:lnSpc>
                <a:spcPts val="3833"/>
              </a:lnSpc>
              <a:buFont typeface="+mj-lt"/>
              <a:buAutoNum type="arabicPeriod"/>
            </a:pPr>
            <a:endParaRPr lang="en-US" sz="2738" dirty="0">
              <a:solidFill>
                <a:srgbClr val="01324F"/>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reeform 5"/>
          <p:cNvSpPr/>
          <p:nvPr/>
        </p:nvSpPr>
        <p:spPr>
          <a:xfrm>
            <a:off x="1531281" y="3401314"/>
            <a:ext cx="4373254" cy="5203854"/>
          </a:xfrm>
          <a:custGeom>
            <a:avLst/>
            <a:gdLst/>
            <a:ahLst/>
            <a:cxnLst/>
            <a:rect l="l" t="t" r="r" b="b"/>
            <a:pathLst>
              <a:path w="4373254" h="5203854">
                <a:moveTo>
                  <a:pt x="0" y="0"/>
                </a:moveTo>
                <a:lnTo>
                  <a:pt x="4373254" y="0"/>
                </a:lnTo>
                <a:lnTo>
                  <a:pt x="4373254" y="5203854"/>
                </a:lnTo>
                <a:lnTo>
                  <a:pt x="0" y="5203854"/>
                </a:lnTo>
                <a:lnTo>
                  <a:pt x="0" y="0"/>
                </a:lnTo>
                <a:close/>
              </a:path>
            </a:pathLst>
          </a:custGeom>
          <a:blipFill>
            <a:blip r:embed="rId3"/>
            <a:stretch>
              <a:fillRect/>
            </a:stretch>
          </a:blipFill>
        </p:spPr>
        <p:txBody>
          <a:bodyPr/>
          <a:lstStyle/>
          <a:p>
            <a:endParaRPr lang="ru-RU"/>
          </a:p>
        </p:txBody>
      </p:sp>
      <p:sp>
        <p:nvSpPr>
          <p:cNvPr id="8" name="TextBox 8"/>
          <p:cNvSpPr txBox="1"/>
          <p:nvPr/>
        </p:nvSpPr>
        <p:spPr>
          <a:xfrm>
            <a:off x="7047927" y="3418860"/>
            <a:ext cx="9656339" cy="4453255"/>
          </a:xfrm>
          <a:prstGeom prst="rect">
            <a:avLst/>
          </a:prstGeom>
        </p:spPr>
        <p:txBody>
          <a:bodyPr lIns="0" tIns="0" rIns="0" bIns="0" rtlCol="0" anchor="t">
            <a:spAutoFit/>
          </a:bodyPr>
          <a:lstStyle/>
          <a:p>
            <a:pPr algn="just">
              <a:lnSpc>
                <a:spcPts val="3919"/>
              </a:lnSpc>
            </a:pPr>
            <a:r>
              <a:rPr lang="en-US" sz="2799" dirty="0">
                <a:solidFill>
                  <a:srgbClr val="01324F"/>
                </a:solidFill>
                <a:latin typeface="Public Sans"/>
                <a:ea typeface="Public Sans"/>
                <a:cs typeface="Public Sans"/>
                <a:sym typeface="Public Sans"/>
              </a:rPr>
              <a:t>Lorem ipsum dolor sit </a:t>
            </a:r>
            <a:r>
              <a:rPr lang="en-US" sz="2799" dirty="0" err="1">
                <a:solidFill>
                  <a:srgbClr val="01324F"/>
                </a:solidFill>
                <a:latin typeface="Public Sans"/>
                <a:ea typeface="Public Sans"/>
                <a:cs typeface="Public Sans"/>
                <a:sym typeface="Public Sans"/>
              </a:rPr>
              <a:t>amet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consectetur</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adipiscing</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elit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Nulla</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faucibus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pretium</a:t>
            </a:r>
            <a:r>
              <a:rPr lang="en-US" sz="2799" dirty="0">
                <a:solidFill>
                  <a:srgbClr val="01324F"/>
                </a:solidFill>
                <a:latin typeface="Public Sans"/>
                <a:ea typeface="Public Sans"/>
                <a:cs typeface="Public Sans"/>
                <a:sym typeface="Public Sans"/>
              </a:rPr>
              <a:t> nunc, </a:t>
            </a:r>
            <a:r>
              <a:rPr lang="en-US" sz="2799" dirty="0" err="1">
                <a:solidFill>
                  <a:srgbClr val="01324F"/>
                </a:solidFill>
                <a:latin typeface="Public Sans"/>
                <a:ea typeface="Public Sans"/>
                <a:cs typeface="Public Sans"/>
                <a:sym typeface="Public Sans"/>
              </a:rPr>
              <a:t>ut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accumsan</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leo</a:t>
            </a:r>
            <a:r>
              <a:rPr lang="en-US" sz="2799" dirty="0">
                <a:solidFill>
                  <a:srgbClr val="01324F"/>
                </a:solidFill>
                <a:latin typeface="Public Sans"/>
                <a:ea typeface="Public Sans"/>
                <a:cs typeface="Public Sans"/>
                <a:sym typeface="Public Sans"/>
              </a:rPr>
              <a:t> tempus vel. </a:t>
            </a:r>
            <a:r>
              <a:rPr lang="en-US" sz="2799" dirty="0" err="1">
                <a:solidFill>
                  <a:srgbClr val="01324F"/>
                </a:solidFill>
                <a:latin typeface="Public Sans"/>
                <a:ea typeface="Public Sans"/>
                <a:cs typeface="Public Sans"/>
                <a:sym typeface="Public Sans"/>
              </a:rPr>
              <a:t>Vivamus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ultricies</a:t>
            </a:r>
            <a:r>
              <a:rPr lang="en-US" sz="2799" dirty="0">
                <a:solidFill>
                  <a:srgbClr val="01324F"/>
                </a:solidFill>
                <a:latin typeface="Public Sans"/>
                <a:ea typeface="Public Sans"/>
                <a:cs typeface="Public Sans"/>
                <a:sym typeface="Public Sans"/>
              </a:rPr>
              <a:t> vitae </a:t>
            </a:r>
            <a:r>
              <a:rPr lang="en-US" sz="2799" dirty="0" err="1">
                <a:solidFill>
                  <a:srgbClr val="01324F"/>
                </a:solidFill>
                <a:latin typeface="Public Sans"/>
                <a:ea typeface="Public Sans"/>
                <a:cs typeface="Public Sans"/>
                <a:sym typeface="Public Sans"/>
              </a:rPr>
              <a:t>felis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eget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ultricies</a:t>
            </a:r>
            <a:r>
              <a:rPr lang="en-US" sz="2799" dirty="0">
                <a:solidFill>
                  <a:srgbClr val="01324F"/>
                </a:solidFill>
                <a:latin typeface="Public Sans"/>
                <a:ea typeface="Public Sans"/>
                <a:cs typeface="Public Sans"/>
                <a:sym typeface="Public Sans"/>
              </a:rPr>
              <a:t>. Donec </a:t>
            </a:r>
            <a:r>
              <a:rPr lang="en-US" sz="2799" dirty="0" err="1">
                <a:solidFill>
                  <a:srgbClr val="01324F"/>
                </a:solidFill>
                <a:latin typeface="Public Sans"/>
                <a:ea typeface="Public Sans"/>
                <a:cs typeface="Public Sans"/>
                <a:sym typeface="Public Sans"/>
              </a:rPr>
              <a:t>commodo</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euismod</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sapien</a:t>
            </a:r>
            <a:r>
              <a:rPr lang="en-US" sz="2799" dirty="0">
                <a:solidFill>
                  <a:srgbClr val="01324F"/>
                </a:solidFill>
                <a:latin typeface="Public Sans"/>
                <a:ea typeface="Public Sans"/>
                <a:cs typeface="Public Sans"/>
                <a:sym typeface="Public Sans"/>
              </a:rPr>
              <a:t>, quis </a:t>
            </a:r>
            <a:r>
              <a:rPr lang="en-US" sz="2799" dirty="0" err="1">
                <a:solidFill>
                  <a:srgbClr val="01324F"/>
                </a:solidFill>
                <a:latin typeface="Public Sans"/>
                <a:ea typeface="Public Sans"/>
                <a:cs typeface="Public Sans"/>
                <a:sym typeface="Public Sans"/>
              </a:rPr>
              <a:t>sagittis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leo</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blandit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eget</a:t>
            </a:r>
            <a:r>
              <a:rPr lang="en-US" sz="2799" dirty="0">
                <a:solidFill>
                  <a:srgbClr val="01324F"/>
                </a:solidFill>
                <a:latin typeface="Public Sans"/>
                <a:ea typeface="Public Sans"/>
                <a:cs typeface="Public Sans"/>
                <a:sym typeface="Public Sans"/>
              </a:rPr>
              <a:t>. Mauris dictum </a:t>
            </a:r>
            <a:r>
              <a:rPr lang="en-US" sz="2799" dirty="0" err="1">
                <a:solidFill>
                  <a:srgbClr val="01324F"/>
                </a:solidFill>
                <a:latin typeface="Public Sans"/>
                <a:ea typeface="Public Sans"/>
                <a:cs typeface="Public Sans"/>
                <a:sym typeface="Public Sans"/>
              </a:rPr>
              <a:t>viverra</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congue</a:t>
            </a:r>
            <a:r>
              <a:rPr lang="en-US" sz="2799" dirty="0">
                <a:solidFill>
                  <a:srgbClr val="01324F"/>
                </a:solidFill>
                <a:latin typeface="Public Sans"/>
                <a:ea typeface="Public Sans"/>
                <a:cs typeface="Public Sans"/>
                <a:sym typeface="Public Sans"/>
              </a:rPr>
              <a:t>. Vestibulum maximus </a:t>
            </a:r>
            <a:r>
              <a:rPr lang="en-US" sz="2799" dirty="0" err="1">
                <a:solidFill>
                  <a:srgbClr val="01324F"/>
                </a:solidFill>
                <a:latin typeface="Public Sans"/>
                <a:ea typeface="Public Sans"/>
                <a:cs typeface="Public Sans"/>
                <a:sym typeface="Public Sans"/>
              </a:rPr>
              <a:t>luctus</a:t>
            </a:r>
            <a:r>
              <a:rPr lang="en-US" sz="2799" dirty="0">
                <a:solidFill>
                  <a:srgbClr val="01324F"/>
                </a:solidFill>
                <a:latin typeface="Public Sans"/>
                <a:ea typeface="Public Sans"/>
                <a:cs typeface="Public Sans"/>
                <a:sym typeface="Public Sans"/>
              </a:rPr>
              <a:t> nunc </a:t>
            </a:r>
            <a:r>
              <a:rPr lang="en-US" sz="2799" dirty="0" err="1">
                <a:solidFill>
                  <a:srgbClr val="01324F"/>
                </a:solidFill>
                <a:latin typeface="Public Sans"/>
                <a:ea typeface="Public Sans"/>
                <a:cs typeface="Public Sans"/>
                <a:sym typeface="Public Sans"/>
              </a:rPr>
              <a:t>eget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facilisis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Nullam</a:t>
            </a:r>
            <a:r>
              <a:rPr lang="en-US" sz="2799" dirty="0">
                <a:solidFill>
                  <a:srgbClr val="01324F"/>
                </a:solidFill>
                <a:latin typeface="Public Sans"/>
                <a:ea typeface="Public Sans"/>
                <a:cs typeface="Public Sans"/>
                <a:sym typeface="Public Sans"/>
              </a:rPr>
              <a:t> vestibulum pulvinar </a:t>
            </a:r>
            <a:r>
              <a:rPr lang="en-US" sz="2799" dirty="0" err="1">
                <a:solidFill>
                  <a:srgbClr val="01324F"/>
                </a:solidFill>
                <a:latin typeface="Public Sans"/>
                <a:ea typeface="Public Sans"/>
                <a:cs typeface="Public Sans"/>
                <a:sym typeface="Public Sans"/>
              </a:rPr>
              <a:t>facilisis</a:t>
            </a:r>
            <a:r>
              <a:rPr lang="en-US" sz="2799" dirty="0">
                <a:solidFill>
                  <a:srgbClr val="01324F"/>
                </a:solidFill>
                <a:latin typeface="Public Sans"/>
                <a:ea typeface="Public Sans"/>
                <a:cs typeface="Public Sans"/>
                <a:sym typeface="Public Sans"/>
              </a:rPr>
              <a:t>. Sed lacinia ipsum quis </a:t>
            </a:r>
            <a:r>
              <a:rPr lang="en-US" sz="2799" dirty="0" err="1">
                <a:solidFill>
                  <a:srgbClr val="01324F"/>
                </a:solidFill>
                <a:latin typeface="Public Sans"/>
                <a:ea typeface="Public Sans"/>
                <a:cs typeface="Public Sans"/>
                <a:sym typeface="Public Sans"/>
              </a:rPr>
              <a:t>odio</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eleifend</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eget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luctus</a:t>
            </a:r>
            <a:r>
              <a:rPr lang="en-US" sz="2799" dirty="0">
                <a:solidFill>
                  <a:srgbClr val="01324F"/>
                </a:solidFill>
                <a:latin typeface="Public Sans"/>
                <a:ea typeface="Public Sans"/>
                <a:cs typeface="Public Sans"/>
                <a:sym typeface="Public Sans"/>
              </a:rPr>
              <a:t> ligula </a:t>
            </a:r>
            <a:r>
              <a:rPr lang="en-US" sz="2799" dirty="0" err="1">
                <a:solidFill>
                  <a:srgbClr val="01324F"/>
                </a:solidFill>
                <a:latin typeface="Public Sans"/>
                <a:ea typeface="Public Sans"/>
                <a:cs typeface="Public Sans"/>
                <a:sym typeface="Public Sans"/>
              </a:rPr>
              <a:t>bibendum</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Etiam</a:t>
            </a:r>
            <a:r>
              <a:rPr lang="en-US" sz="2799" dirty="0">
                <a:solidFill>
                  <a:srgbClr val="01324F"/>
                </a:solidFill>
                <a:latin typeface="Public Sans"/>
                <a:ea typeface="Public Sans"/>
                <a:cs typeface="Public Sans"/>
                <a:sym typeface="Public Sans"/>
              </a:rPr>
              <a:t> et </a:t>
            </a:r>
            <a:r>
              <a:rPr lang="en-US" sz="2799" dirty="0" err="1">
                <a:solidFill>
                  <a:srgbClr val="01324F"/>
                </a:solidFill>
                <a:latin typeface="Public Sans"/>
                <a:ea typeface="Public Sans"/>
                <a:cs typeface="Public Sans"/>
                <a:sym typeface="Public Sans"/>
              </a:rPr>
              <a:t>elit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nulla</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Vivamus</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vehicula</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arcu</a:t>
            </a:r>
            <a:r>
              <a:rPr lang="en-US" sz="2799" dirty="0">
                <a:solidFill>
                  <a:srgbClr val="01324F"/>
                </a:solidFill>
                <a:latin typeface="Public Sans"/>
                <a:ea typeface="Public Sans"/>
                <a:cs typeface="Public Sans"/>
                <a:sym typeface="Public Sans"/>
              </a:rPr>
              <a:t> quis </a:t>
            </a:r>
            <a:r>
              <a:rPr lang="en-US" sz="2799" dirty="0" err="1">
                <a:solidFill>
                  <a:srgbClr val="01324F"/>
                </a:solidFill>
                <a:latin typeface="Public Sans"/>
                <a:ea typeface="Public Sans"/>
                <a:cs typeface="Public Sans"/>
                <a:sym typeface="Public Sans"/>
              </a:rPr>
              <a:t>erat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imperdiet</a:t>
            </a:r>
            <a:r>
              <a:rPr lang="en-US" sz="2799" dirty="0">
                <a:solidFill>
                  <a:srgbClr val="01324F"/>
                </a:solidFill>
                <a:latin typeface="Public Sans"/>
                <a:ea typeface="Public Sans"/>
                <a:cs typeface="Public Sans"/>
                <a:sym typeface="Public Sans"/>
              </a:rPr>
              <a:t>, sit </a:t>
            </a:r>
            <a:r>
              <a:rPr lang="en-US" sz="2799" dirty="0" err="1">
                <a:solidFill>
                  <a:srgbClr val="01324F"/>
                </a:solidFill>
                <a:latin typeface="Public Sans"/>
                <a:ea typeface="Public Sans"/>
                <a:cs typeface="Public Sans"/>
                <a:sym typeface="Public Sans"/>
              </a:rPr>
              <a:t>amet</a:t>
            </a:r>
            <a:r>
              <a:rPr lang="en-US" sz="2799" dirty="0">
                <a:solidFill>
                  <a:srgbClr val="01324F"/>
                </a:solidFill>
                <a:latin typeface="Public Sans"/>
                <a:ea typeface="Public Sans"/>
                <a:cs typeface="Public Sans"/>
                <a:sym typeface="Public Sans"/>
              </a:rPr>
              <a:t> </a:t>
            </a:r>
            <a:r>
              <a:rPr lang="en-US" sz="2799" dirty="0" err="1">
                <a:solidFill>
                  <a:srgbClr val="01324F"/>
                </a:solidFill>
                <a:latin typeface="Public Sans"/>
                <a:ea typeface="Public Sans"/>
                <a:cs typeface="Public Sans"/>
                <a:sym typeface="Public Sans"/>
              </a:rPr>
              <a:t>mollis</a:t>
            </a:r>
            <a:r>
              <a:rPr lang="en-US" sz="2799" dirty="0">
                <a:solidFill>
                  <a:srgbClr val="01324F"/>
                </a:solidFill>
                <a:latin typeface="Public Sans"/>
                <a:ea typeface="Public Sans"/>
                <a:cs typeface="Public Sans"/>
                <a:sym typeface="Public Sans"/>
              </a:rPr>
              <a:t> est </a:t>
            </a:r>
            <a:r>
              <a:rPr lang="en-US" sz="2799" dirty="0" err="1">
                <a:solidFill>
                  <a:srgbClr val="01324F"/>
                </a:solidFill>
                <a:latin typeface="Public Sans"/>
                <a:ea typeface="Public Sans"/>
                <a:cs typeface="Public Sans"/>
                <a:sym typeface="Public Sans"/>
              </a:rPr>
              <a:t>efficitur</a:t>
            </a:r>
            <a:r>
              <a:rPr lang="en-US" sz="2799" dirty="0">
                <a:solidFill>
                  <a:srgbClr val="01324F"/>
                </a:solidFill>
                <a:latin typeface="Public Sans"/>
                <a:ea typeface="Public Sans"/>
                <a:cs typeface="Public Sans"/>
                <a:sym typeface="Public Sans"/>
              </a:rPr>
              <a:t>. </a:t>
            </a:r>
          </a:p>
        </p:txBody>
      </p:sp>
      <p:sp>
        <p:nvSpPr>
          <p:cNvPr id="9" name="TextBox 9"/>
          <p:cNvSpPr txBox="1"/>
          <p:nvPr/>
        </p:nvSpPr>
        <p:spPr>
          <a:xfrm>
            <a:off x="4484328" y="694380"/>
            <a:ext cx="11365271" cy="738664"/>
          </a:xfrm>
          <a:prstGeom prst="rect">
            <a:avLst/>
          </a:prstGeom>
        </p:spPr>
        <p:txBody>
          <a:bodyPr wrap="square" lIns="0" tIns="0" rIns="0" bIns="0" rtlCol="0" anchor="t">
            <a:spAutoFit/>
          </a:bodyPr>
          <a:lstStyle/>
          <a:p>
            <a:pPr algn="l"/>
            <a:r>
              <a:rPr lang="en-US" sz="4800" dirty="0">
                <a:solidFill>
                  <a:srgbClr val="01324F"/>
                </a:solidFill>
                <a:latin typeface="Bryndan Write"/>
                <a:ea typeface="Bryndan Write"/>
                <a:cs typeface="Bryndan Write"/>
                <a:sym typeface="Bryndan Write"/>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reeform 6"/>
          <p:cNvSpPr/>
          <p:nvPr/>
        </p:nvSpPr>
        <p:spPr>
          <a:xfrm>
            <a:off x="13602244" y="833658"/>
            <a:ext cx="2298244" cy="3771292"/>
          </a:xfrm>
          <a:custGeom>
            <a:avLst/>
            <a:gdLst/>
            <a:ahLst/>
            <a:cxnLst/>
            <a:rect l="l" t="t" r="r" b="b"/>
            <a:pathLst>
              <a:path w="2298244" h="3771292">
                <a:moveTo>
                  <a:pt x="0" y="0"/>
                </a:moveTo>
                <a:lnTo>
                  <a:pt x="2298244" y="0"/>
                </a:lnTo>
                <a:lnTo>
                  <a:pt x="2298244" y="3771292"/>
                </a:lnTo>
                <a:lnTo>
                  <a:pt x="0" y="3771292"/>
                </a:lnTo>
                <a:lnTo>
                  <a:pt x="0" y="0"/>
                </a:lnTo>
                <a:close/>
              </a:path>
            </a:pathLst>
          </a:custGeom>
          <a:blipFill>
            <a:blip r:embed="rId3"/>
            <a:stretch>
              <a:fillRect/>
            </a:stretch>
          </a:blipFill>
        </p:spPr>
        <p:txBody>
          <a:bodyPr/>
          <a:lstStyle/>
          <a:p>
            <a:endParaRPr lang="ru-RU"/>
          </a:p>
        </p:txBody>
      </p:sp>
      <p:sp>
        <p:nvSpPr>
          <p:cNvPr id="8" name="TextBox 8"/>
          <p:cNvSpPr txBox="1"/>
          <p:nvPr/>
        </p:nvSpPr>
        <p:spPr>
          <a:xfrm>
            <a:off x="4484329" y="657225"/>
            <a:ext cx="9319342" cy="738664"/>
          </a:xfrm>
          <a:prstGeom prst="rect">
            <a:avLst/>
          </a:prstGeom>
        </p:spPr>
        <p:txBody>
          <a:bodyPr lIns="0" tIns="0" rIns="0" bIns="0" rtlCol="0" anchor="t">
            <a:spAutoFit/>
          </a:bodyPr>
          <a:lstStyle/>
          <a:p>
            <a:pPr algn="ctr"/>
            <a:r>
              <a:rPr lang="en-US" sz="4800" dirty="0">
                <a:solidFill>
                  <a:srgbClr val="01324F"/>
                </a:solidFill>
                <a:latin typeface="Bryndan Write"/>
                <a:ea typeface="Bryndan Write"/>
                <a:cs typeface="Bryndan Write"/>
                <a:sym typeface="Bryndan Write"/>
              </a:rPr>
              <a:t>Overview</a:t>
            </a:r>
          </a:p>
        </p:txBody>
      </p:sp>
      <p:sp>
        <p:nvSpPr>
          <p:cNvPr id="9" name="TextBox 9"/>
          <p:cNvSpPr txBox="1"/>
          <p:nvPr/>
        </p:nvSpPr>
        <p:spPr>
          <a:xfrm>
            <a:off x="1528791" y="3559105"/>
            <a:ext cx="6881853" cy="2091690"/>
          </a:xfrm>
          <a:prstGeom prst="rect">
            <a:avLst/>
          </a:prstGeom>
        </p:spPr>
        <p:txBody>
          <a:bodyPr lIns="0" tIns="0" rIns="0" bIns="0" rtlCol="0" anchor="t">
            <a:spAutoFit/>
          </a:bodyPr>
          <a:lstStyle/>
          <a:p>
            <a:pPr algn="just">
              <a:lnSpc>
                <a:spcPts val="3360"/>
              </a:lnSpc>
            </a:pPr>
            <a:r>
              <a:rPr lang="en-US" sz="2400">
                <a:solidFill>
                  <a:srgbClr val="01324F"/>
                </a:solidFill>
                <a:latin typeface="Public Sans"/>
                <a:ea typeface="Public Sans"/>
                <a:cs typeface="Public Sans"/>
                <a:sym typeface="Public Sans"/>
              </a:rPr>
              <a:t>Lorem ipsum dolor sit amet, consectetur adipiscing elit. Nulla faucibus pretium nunc, ut accumsan leo tempus vel. Vivamus ultricies vitae felis eget ultricies. Donec commodo euismod sapien, quis sagittis leo blandit eget.</a:t>
            </a:r>
          </a:p>
        </p:txBody>
      </p:sp>
      <p:sp>
        <p:nvSpPr>
          <p:cNvPr id="11" name="TextBox 11"/>
          <p:cNvSpPr txBox="1"/>
          <p:nvPr/>
        </p:nvSpPr>
        <p:spPr>
          <a:xfrm>
            <a:off x="9862115" y="5143500"/>
            <a:ext cx="6881853" cy="2091690"/>
          </a:xfrm>
          <a:prstGeom prst="rect">
            <a:avLst/>
          </a:prstGeom>
        </p:spPr>
        <p:txBody>
          <a:bodyPr lIns="0" tIns="0" rIns="0" bIns="0" rtlCol="0" anchor="t">
            <a:spAutoFit/>
          </a:bodyPr>
          <a:lstStyle/>
          <a:p>
            <a:pPr algn="just">
              <a:lnSpc>
                <a:spcPts val="3360"/>
              </a:lnSpc>
            </a:pPr>
            <a:r>
              <a:rPr lang="en-US" sz="2400">
                <a:solidFill>
                  <a:srgbClr val="01324F"/>
                </a:solidFill>
                <a:latin typeface="Public Sans"/>
                <a:ea typeface="Public Sans"/>
                <a:cs typeface="Public Sans"/>
                <a:sym typeface="Public Sans"/>
              </a:rPr>
              <a:t>Lorem ipsum dolor sit amet, consectetur adipiscing elit. Nulla faucibus pretium nunc, ut accumsan leo tempus vel. Vivamus ultricies vitae felis eget ultricies. Donec commodo euismod sapien, quis sagittis leo blandit eget.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reeform 5"/>
          <p:cNvSpPr/>
          <p:nvPr/>
        </p:nvSpPr>
        <p:spPr>
          <a:xfrm>
            <a:off x="1233923" y="269263"/>
            <a:ext cx="5340868" cy="5816787"/>
          </a:xfrm>
          <a:custGeom>
            <a:avLst/>
            <a:gdLst/>
            <a:ahLst/>
            <a:cxnLst/>
            <a:rect l="l" t="t" r="r" b="b"/>
            <a:pathLst>
              <a:path w="5340868" h="5816787">
                <a:moveTo>
                  <a:pt x="0" y="0"/>
                </a:moveTo>
                <a:lnTo>
                  <a:pt x="5340868" y="0"/>
                </a:lnTo>
                <a:lnTo>
                  <a:pt x="5340868" y="5816787"/>
                </a:lnTo>
                <a:lnTo>
                  <a:pt x="0" y="5816787"/>
                </a:lnTo>
                <a:lnTo>
                  <a:pt x="0" y="0"/>
                </a:lnTo>
                <a:close/>
              </a:path>
            </a:pathLst>
          </a:custGeom>
          <a:blipFill>
            <a:blip r:embed="rId3"/>
            <a:stretch>
              <a:fillRect/>
            </a:stretch>
          </a:blipFill>
        </p:spPr>
        <p:txBody>
          <a:bodyPr/>
          <a:lstStyle/>
          <a:p>
            <a:endParaRPr lang="ru-RU"/>
          </a:p>
        </p:txBody>
      </p:sp>
      <p:sp>
        <p:nvSpPr>
          <p:cNvPr id="6" name="TextBox 6"/>
          <p:cNvSpPr txBox="1"/>
          <p:nvPr/>
        </p:nvSpPr>
        <p:spPr>
          <a:xfrm>
            <a:off x="1028700" y="5957040"/>
            <a:ext cx="6373400" cy="677108"/>
          </a:xfrm>
          <a:prstGeom prst="rect">
            <a:avLst/>
          </a:prstGeom>
        </p:spPr>
        <p:txBody>
          <a:bodyPr lIns="0" tIns="0" rIns="0" bIns="0" rtlCol="0" anchor="t">
            <a:spAutoFit/>
          </a:bodyPr>
          <a:lstStyle/>
          <a:p>
            <a:pPr algn="l"/>
            <a:r>
              <a:rPr lang="en-US" sz="4400" dirty="0">
                <a:solidFill>
                  <a:srgbClr val="01324F"/>
                </a:solidFill>
                <a:latin typeface="Bryndan Write"/>
                <a:ea typeface="Bryndan Write"/>
                <a:cs typeface="Bryndan Write"/>
                <a:sym typeface="Bryndan Write"/>
              </a:rPr>
              <a:t>Problem</a:t>
            </a:r>
          </a:p>
        </p:txBody>
      </p:sp>
      <p:sp>
        <p:nvSpPr>
          <p:cNvPr id="7" name="TextBox 7"/>
          <p:cNvSpPr txBox="1"/>
          <p:nvPr/>
        </p:nvSpPr>
        <p:spPr>
          <a:xfrm>
            <a:off x="1028700" y="8004678"/>
            <a:ext cx="6309978" cy="1253490"/>
          </a:xfrm>
          <a:prstGeom prst="rect">
            <a:avLst/>
          </a:prstGeom>
        </p:spPr>
        <p:txBody>
          <a:bodyPr lIns="0" tIns="0" rIns="0" bIns="0" rtlCol="0" anchor="t">
            <a:spAutoFit/>
          </a:bodyPr>
          <a:lstStyle/>
          <a:p>
            <a:pPr algn="just">
              <a:lnSpc>
                <a:spcPts val="3360"/>
              </a:lnSpc>
            </a:pPr>
            <a:r>
              <a:rPr lang="en-US" sz="2400">
                <a:solidFill>
                  <a:srgbClr val="01324F"/>
                </a:solidFill>
                <a:latin typeface="Public Sans"/>
                <a:ea typeface="Public Sans"/>
                <a:cs typeface="Public Sans"/>
                <a:sym typeface="Public Sans"/>
              </a:rPr>
              <a:t>Lorem ipsum dolor sit amet, consectetur adipiscing elit. Nulla faucibus pretium nunc, ut accumsan leo tempus vel.</a:t>
            </a:r>
          </a:p>
        </p:txBody>
      </p:sp>
      <p:sp>
        <p:nvSpPr>
          <p:cNvPr id="9" name="TextBox 9"/>
          <p:cNvSpPr txBox="1"/>
          <p:nvPr/>
        </p:nvSpPr>
        <p:spPr>
          <a:xfrm>
            <a:off x="10099041" y="2019300"/>
            <a:ext cx="6955036" cy="1158074"/>
          </a:xfrm>
          <a:prstGeom prst="rect">
            <a:avLst/>
          </a:prstGeom>
        </p:spPr>
        <p:txBody>
          <a:bodyPr wrap="square" lIns="0" tIns="0" rIns="0" bIns="0" rtlCol="0" anchor="t">
            <a:spAutoFit/>
          </a:bodyPr>
          <a:lstStyle/>
          <a:p>
            <a:pPr algn="just">
              <a:lnSpc>
                <a:spcPts val="3080"/>
              </a:lnSpc>
            </a:pPr>
            <a:r>
              <a:rPr lang="en-US" sz="2200" dirty="0">
                <a:solidFill>
                  <a:srgbClr val="01324F"/>
                </a:solidFill>
                <a:latin typeface="Public Sans"/>
                <a:ea typeface="Public Sans"/>
                <a:cs typeface="Public Sans"/>
                <a:sym typeface="Public Sans"/>
              </a:rPr>
              <a:t>Lorem ipsum dolor sit </a:t>
            </a:r>
            <a:r>
              <a:rPr lang="en-US" sz="2200" dirty="0" err="1">
                <a:solidFill>
                  <a:srgbClr val="01324F"/>
                </a:solidFill>
                <a:latin typeface="Public Sans"/>
                <a:ea typeface="Public Sans"/>
                <a:cs typeface="Public Sans"/>
                <a:sym typeface="Public Sans"/>
              </a:rPr>
              <a:t>amet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consectetur</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adipiscing</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elit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Nulla</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faucibus</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pretium</a:t>
            </a:r>
            <a:r>
              <a:rPr lang="en-US" sz="2200" dirty="0">
                <a:solidFill>
                  <a:srgbClr val="01324F"/>
                </a:solidFill>
                <a:latin typeface="Public Sans"/>
                <a:ea typeface="Public Sans"/>
                <a:cs typeface="Public Sans"/>
                <a:sym typeface="Public Sans"/>
              </a:rPr>
              <a:t> nunc, </a:t>
            </a:r>
            <a:r>
              <a:rPr lang="en-US" sz="2200" dirty="0" err="1">
                <a:solidFill>
                  <a:srgbClr val="01324F"/>
                </a:solidFill>
                <a:latin typeface="Public Sans"/>
                <a:ea typeface="Public Sans"/>
                <a:cs typeface="Public Sans"/>
                <a:sym typeface="Public Sans"/>
              </a:rPr>
              <a:t>ut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accumsan</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leo</a:t>
            </a:r>
            <a:r>
              <a:rPr lang="en-US" sz="2200" dirty="0">
                <a:solidFill>
                  <a:srgbClr val="01324F"/>
                </a:solidFill>
                <a:latin typeface="Public Sans"/>
                <a:ea typeface="Public Sans"/>
                <a:cs typeface="Public Sans"/>
                <a:sym typeface="Public Sans"/>
              </a:rPr>
              <a:t> tempus vel.</a:t>
            </a:r>
          </a:p>
        </p:txBody>
      </p:sp>
      <p:sp>
        <p:nvSpPr>
          <p:cNvPr id="13" name="TextBox 13"/>
          <p:cNvSpPr txBox="1"/>
          <p:nvPr/>
        </p:nvSpPr>
        <p:spPr>
          <a:xfrm>
            <a:off x="10099041" y="5957040"/>
            <a:ext cx="6955036" cy="1158074"/>
          </a:xfrm>
          <a:prstGeom prst="rect">
            <a:avLst/>
          </a:prstGeom>
        </p:spPr>
        <p:txBody>
          <a:bodyPr wrap="square" lIns="0" tIns="0" rIns="0" bIns="0" rtlCol="0" anchor="t">
            <a:spAutoFit/>
          </a:bodyPr>
          <a:lstStyle/>
          <a:p>
            <a:pPr algn="just">
              <a:lnSpc>
                <a:spcPts val="3080"/>
              </a:lnSpc>
            </a:pPr>
            <a:r>
              <a:rPr lang="en-US" sz="2200">
                <a:solidFill>
                  <a:srgbClr val="01324F"/>
                </a:solidFill>
                <a:latin typeface="Public Sans"/>
                <a:ea typeface="Public Sans"/>
                <a:cs typeface="Public Sans"/>
                <a:sym typeface="Public Sans"/>
              </a:rPr>
              <a:t>Lorem ipsum dolor sit amet, consectetur adipiscing elit. Nulla faucibus pretium nunc, ut accumsan leo tempus vel.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2209800" y="1177823"/>
            <a:ext cx="13944600" cy="677108"/>
          </a:xfrm>
          <a:prstGeom prst="rect">
            <a:avLst/>
          </a:prstGeom>
        </p:spPr>
        <p:txBody>
          <a:bodyPr wrap="square" lIns="0" tIns="0" rIns="0" bIns="0" rtlCol="0" anchor="t">
            <a:spAutoFit/>
          </a:bodyPr>
          <a:lstStyle/>
          <a:p>
            <a:pPr algn="ctr"/>
            <a:r>
              <a:rPr lang="en-US" sz="4400" dirty="0">
                <a:solidFill>
                  <a:srgbClr val="01324F"/>
                </a:solidFill>
                <a:latin typeface="Bryndan Write"/>
                <a:ea typeface="Bryndan Write"/>
                <a:cs typeface="Bryndan Write"/>
                <a:sym typeface="Bryndan Write"/>
              </a:rPr>
              <a:t>Project Goal</a:t>
            </a:r>
          </a:p>
        </p:txBody>
      </p:sp>
      <p:sp>
        <p:nvSpPr>
          <p:cNvPr id="8" name="TextBox 8"/>
          <p:cNvSpPr txBox="1"/>
          <p:nvPr/>
        </p:nvSpPr>
        <p:spPr>
          <a:xfrm>
            <a:off x="2985296" y="5309287"/>
            <a:ext cx="5731384" cy="1158074"/>
          </a:xfrm>
          <a:prstGeom prst="rect">
            <a:avLst/>
          </a:prstGeom>
        </p:spPr>
        <p:txBody>
          <a:bodyPr wrap="square" lIns="0" tIns="0" rIns="0" bIns="0" rtlCol="0" anchor="t">
            <a:spAutoFit/>
          </a:bodyPr>
          <a:lstStyle/>
          <a:p>
            <a:pPr algn="just">
              <a:lnSpc>
                <a:spcPts val="3080"/>
              </a:lnSpc>
            </a:pPr>
            <a:r>
              <a:rPr lang="en-US" sz="2200" dirty="0">
                <a:solidFill>
                  <a:srgbClr val="01324F"/>
                </a:solidFill>
                <a:latin typeface="Public Sans"/>
                <a:ea typeface="Public Sans"/>
                <a:cs typeface="Public Sans"/>
                <a:sym typeface="Public Sans"/>
              </a:rPr>
              <a:t>Lorem ipsum dolor sit </a:t>
            </a:r>
            <a:r>
              <a:rPr lang="en-US" sz="2200" dirty="0" err="1">
                <a:solidFill>
                  <a:srgbClr val="01324F"/>
                </a:solidFill>
                <a:latin typeface="Public Sans"/>
                <a:ea typeface="Public Sans"/>
                <a:cs typeface="Public Sans"/>
                <a:sym typeface="Public Sans"/>
              </a:rPr>
              <a:t>amet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consectetur</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adipiscing</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elit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Nulla</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faucibus</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pretium</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nunc</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ut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accumsan</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leo</a:t>
            </a:r>
            <a:r>
              <a:rPr lang="en-US" sz="2200" dirty="0">
                <a:solidFill>
                  <a:srgbClr val="01324F"/>
                </a:solidFill>
                <a:latin typeface="Public Sans"/>
                <a:ea typeface="Public Sans"/>
                <a:cs typeface="Public Sans"/>
                <a:sym typeface="Public Sans"/>
              </a:rPr>
              <a:t> tempus vel.</a:t>
            </a:r>
          </a:p>
        </p:txBody>
      </p:sp>
      <p:sp>
        <p:nvSpPr>
          <p:cNvPr id="9" name="TextBox 9"/>
          <p:cNvSpPr txBox="1"/>
          <p:nvPr/>
        </p:nvSpPr>
        <p:spPr>
          <a:xfrm>
            <a:off x="9372806" y="5309287"/>
            <a:ext cx="5731384" cy="1158074"/>
          </a:xfrm>
          <a:prstGeom prst="rect">
            <a:avLst/>
          </a:prstGeom>
        </p:spPr>
        <p:txBody>
          <a:bodyPr wrap="square" lIns="0" tIns="0" rIns="0" bIns="0" rtlCol="0" anchor="t">
            <a:spAutoFit/>
          </a:bodyPr>
          <a:lstStyle/>
          <a:p>
            <a:pPr algn="just">
              <a:lnSpc>
                <a:spcPts val="3080"/>
              </a:lnSpc>
            </a:pPr>
            <a:r>
              <a:rPr lang="en-US" sz="2200" dirty="0">
                <a:solidFill>
                  <a:srgbClr val="01324F"/>
                </a:solidFill>
                <a:latin typeface="Public Sans"/>
                <a:ea typeface="Public Sans"/>
                <a:cs typeface="Public Sans"/>
                <a:sym typeface="Public Sans"/>
              </a:rPr>
              <a:t>Lorem ipsum dolor sit </a:t>
            </a:r>
            <a:r>
              <a:rPr lang="en-US" sz="2200" dirty="0" err="1">
                <a:solidFill>
                  <a:srgbClr val="01324F"/>
                </a:solidFill>
                <a:latin typeface="Public Sans"/>
                <a:ea typeface="Public Sans"/>
                <a:cs typeface="Public Sans"/>
                <a:sym typeface="Public Sans"/>
              </a:rPr>
              <a:t>amet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consectetur</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adipiscing</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elit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Nulla</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faucibus</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pretium</a:t>
            </a:r>
            <a:r>
              <a:rPr lang="en-US" sz="2200" dirty="0">
                <a:solidFill>
                  <a:srgbClr val="01324F"/>
                </a:solidFill>
                <a:latin typeface="Public Sans"/>
                <a:ea typeface="Public Sans"/>
                <a:cs typeface="Public Sans"/>
                <a:sym typeface="Public Sans"/>
              </a:rPr>
              <a:t> nunc, </a:t>
            </a:r>
            <a:r>
              <a:rPr lang="en-US" sz="2200" dirty="0" err="1">
                <a:solidFill>
                  <a:srgbClr val="01324F"/>
                </a:solidFill>
                <a:latin typeface="Public Sans"/>
                <a:ea typeface="Public Sans"/>
                <a:cs typeface="Public Sans"/>
                <a:sym typeface="Public Sans"/>
              </a:rPr>
              <a:t>ut</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accumsan</a:t>
            </a:r>
            <a:r>
              <a:rPr lang="en-US" sz="2200" dirty="0">
                <a:solidFill>
                  <a:srgbClr val="01324F"/>
                </a:solidFill>
                <a:latin typeface="Public Sans"/>
                <a:ea typeface="Public Sans"/>
                <a:cs typeface="Public Sans"/>
                <a:sym typeface="Public Sans"/>
              </a:rPr>
              <a:t> </a:t>
            </a:r>
            <a:r>
              <a:rPr lang="en-US" sz="2200" dirty="0" err="1">
                <a:solidFill>
                  <a:srgbClr val="01324F"/>
                </a:solidFill>
                <a:latin typeface="Public Sans"/>
                <a:ea typeface="Public Sans"/>
                <a:cs typeface="Public Sans"/>
                <a:sym typeface="Public Sans"/>
              </a:rPr>
              <a:t>leo</a:t>
            </a:r>
            <a:r>
              <a:rPr lang="en-US" sz="2200" dirty="0">
                <a:solidFill>
                  <a:srgbClr val="01324F"/>
                </a:solidFill>
                <a:latin typeface="Public Sans"/>
                <a:ea typeface="Public Sans"/>
                <a:cs typeface="Public Sans"/>
                <a:sym typeface="Public Sans"/>
              </a:rPr>
              <a:t> tempus vel.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2057400" y="657225"/>
            <a:ext cx="12420599" cy="830997"/>
          </a:xfrm>
          <a:prstGeom prst="rect">
            <a:avLst/>
          </a:prstGeom>
        </p:spPr>
        <p:txBody>
          <a:bodyPr wrap="square" lIns="0" tIns="0" rIns="0" bIns="0" rtlCol="0" anchor="t">
            <a:spAutoFit/>
          </a:bodyPr>
          <a:lstStyle/>
          <a:p>
            <a:pPr algn="ctr"/>
            <a:r>
              <a:rPr lang="en-US" sz="5400" dirty="0">
                <a:solidFill>
                  <a:srgbClr val="01324F"/>
                </a:solidFill>
                <a:latin typeface="Bryndan Write"/>
                <a:ea typeface="Bryndan Write"/>
                <a:cs typeface="Bryndan Write"/>
                <a:sym typeface="Bryndan Write"/>
              </a:rPr>
              <a:t>Conclusion</a:t>
            </a:r>
          </a:p>
        </p:txBody>
      </p:sp>
      <p:sp>
        <p:nvSpPr>
          <p:cNvPr id="10" name="TextBox 10"/>
          <p:cNvSpPr txBox="1"/>
          <p:nvPr/>
        </p:nvSpPr>
        <p:spPr>
          <a:xfrm>
            <a:off x="4315831" y="3955022"/>
            <a:ext cx="9656339" cy="4453255"/>
          </a:xfrm>
          <a:prstGeom prst="rect">
            <a:avLst/>
          </a:prstGeom>
        </p:spPr>
        <p:txBody>
          <a:bodyPr lIns="0" tIns="0" rIns="0" bIns="0" rtlCol="0" anchor="t">
            <a:spAutoFit/>
          </a:bodyPr>
          <a:lstStyle/>
          <a:p>
            <a:pPr algn="just">
              <a:lnSpc>
                <a:spcPts val="3919"/>
              </a:lnSpc>
            </a:pPr>
            <a:r>
              <a:rPr lang="en-US" sz="2799">
                <a:solidFill>
                  <a:srgbClr val="01324F"/>
                </a:solidFill>
                <a:latin typeface="Public Sans"/>
                <a:ea typeface="Public Sans"/>
                <a:cs typeface="Public Sans"/>
                <a:sym typeface="Public Sans"/>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1683110" y="3712845"/>
            <a:ext cx="14921779" cy="2954655"/>
          </a:xfrm>
          <a:prstGeom prst="rect">
            <a:avLst/>
          </a:prstGeom>
        </p:spPr>
        <p:txBody>
          <a:bodyPr lIns="0" tIns="0" rIns="0" bIns="0" rtlCol="0" anchor="t">
            <a:spAutoFit/>
          </a:bodyPr>
          <a:lstStyle/>
          <a:p>
            <a:pPr algn="ctr"/>
            <a:r>
              <a:rPr lang="en-US" sz="9600" dirty="0">
                <a:solidFill>
                  <a:srgbClr val="01324F"/>
                </a:solidFill>
                <a:latin typeface="Bryndan Write"/>
                <a:ea typeface="Bryndan Write"/>
                <a:cs typeface="Bryndan Write"/>
                <a:sym typeface="Bryndan Write"/>
              </a:rP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378</Words>
  <Application>Microsoft Office PowerPoint</Application>
  <PresentationFormat>Произвольный</PresentationFormat>
  <Paragraphs>22</Paragraphs>
  <Slides>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vt:i4>
      </vt:variant>
    </vt:vector>
  </HeadingPairs>
  <TitlesOfParts>
    <vt:vector size="13" baseType="lpstr">
      <vt:lpstr>Bryndan Write</vt:lpstr>
      <vt:lpstr>Public Sans</vt:lpstr>
      <vt:lpstr>Calibri</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Brown Abstract Doodle Wood Board Group Project Presentation</dc:title>
  <cp:lastModifiedBy>Nodir Qarshiyev</cp:lastModifiedBy>
  <cp:revision>8</cp:revision>
  <dcterms:created xsi:type="dcterms:W3CDTF">2006-08-16T00:00:00Z</dcterms:created>
  <dcterms:modified xsi:type="dcterms:W3CDTF">2026-07-28T02:09:27Z</dcterms:modified>
  <dc:identifier>DAHCIl3asbU</dc:identifier>
</cp:coreProperties>
</file>