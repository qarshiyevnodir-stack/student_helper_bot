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7" r:id="rId9"/>
  </p:sldIdLst>
  <p:sldSz cx="12192000" cy="6858000"/>
  <p:notesSz cx="6858000" cy="9144000"/>
  <p:embeddedFontLst>
    <p:embeddedFont>
      <p:font typeface="Inter" panose="020B0604020202020204" charset="0"/>
      <p:regular r:id="rId11"/>
      <p:bold r:id="rId12"/>
      <p:italic r:id="rId13"/>
      <p:boldItalic r:id="rId14"/>
    </p:embeddedFont>
    <p:embeddedFont>
      <p:font typeface="Montserrat" panose="00000500000000000000" pitchFamily="2" charset="-52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8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CDBEA5C-FFB9-4A34-AE93-7849E2F0E0FD}">
  <a:tblStyle styleId="{1CDBEA5C-FFB9-4A34-AE93-7849E2F0E0F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3" d="100"/>
          <a:sy n="63" d="100"/>
        </p:scale>
        <p:origin x="76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G_HER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ackground Hero"/>
          <p:cNvPicPr preferRelativeResize="0">
            <a:picLocks noGrp="1" noRot="1" noChangeAspect="1" noMove="1" noResize="1" noEditPoints="1" noAdjustHandles="1" noChangeArrowheads="1" noChangeShapeType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G_MAIN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ackground Main"/>
          <p:cNvPicPr preferRelativeResize="0">
            <a:picLocks noGrp="1" noRot="1" noChangeAspect="1" noMove="1" noResize="1" noEditPoints="1" noAdjustHandles="1" noChangeArrowheads="1" noChangeShapeType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G_AL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ackground Alt"/>
          <p:cNvPicPr preferRelativeResize="0">
            <a:picLocks noGrp="1" noRot="1" noChangeAspect="1" noMove="1" noResize="1" noEditPoints="1" noAdjustHandles="1" noChangeArrowheads="1" noChangeShapeType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/>
        </p:nvSpPr>
        <p:spPr>
          <a:xfrm>
            <a:off x="1681162" y="1038225"/>
            <a:ext cx="9001125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Zamonaviy</a:t>
            </a:r>
            <a:r>
              <a:rPr lang="en-US" sz="5400" b="1" i="0" u="none" strike="noStrike" cap="none" dirty="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 PPT </a:t>
            </a:r>
            <a:r>
              <a:rPr lang="en-US" sz="5400" b="1" i="0" u="none" strike="noStrike" cap="none" dirty="0" err="1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Dizayni</a:t>
            </a:r>
            <a:r>
              <a:rPr lang="en-US" sz="5400" b="1" i="0" u="none" strike="noStrike" cap="none" dirty="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 2.0 </a:t>
            </a:r>
            <a:endParaRPr sz="1100"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2543175" y="5753100"/>
            <a:ext cx="85725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Professional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darajadagi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taqdimotlar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yaratishning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yangi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standartlari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2280523" y="1147762"/>
            <a:ext cx="763095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Reja</a:t>
            </a:r>
            <a:r>
              <a:rPr lang="en-US" sz="4875" b="1" i="0" u="none" strike="noStrike" cap="none" dirty="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1533524" y="2576513"/>
            <a:ext cx="9401175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Font typeface="+mj-lt"/>
              <a:buAutoNum type="arabicPeriod"/>
            </a:pPr>
            <a:r>
              <a:rPr lang="en-US" sz="2200" b="0" i="0" u="none" strike="noStrike" cap="none" dirty="0" err="1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Trendlar</a:t>
            </a:r>
            <a:r>
              <a:rPr lang="en-US" sz="2200" b="0" i="0" u="none" strike="noStrike" cap="none" dirty="0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200" b="0" i="0" u="none" strike="noStrike" cap="none" dirty="0" err="1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Vizual</a:t>
            </a:r>
            <a:r>
              <a:rPr lang="en-US" sz="2200" b="0" i="0" u="none" strike="noStrike" cap="none" dirty="0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200" b="0" i="0" u="none" strike="noStrike" cap="none" dirty="0" err="1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Ierarxiya</a:t>
            </a:r>
            <a:r>
              <a:rPr lang="en-US" sz="2200" b="0" i="0" u="none" strike="noStrike" cap="none" dirty="0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200" b="0" i="0" u="none" strike="noStrike" cap="none" dirty="0" err="1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va</a:t>
            </a:r>
            <a:r>
              <a:rPr lang="en-US" sz="2200" b="0" i="0" u="none" strike="noStrike" cap="none" dirty="0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marL="457200" lvl="0" indent="-457200">
              <a:lnSpc>
                <a:spcPct val="150000"/>
              </a:lnSpc>
              <a:buClr>
                <a:srgbClr val="818CF8"/>
              </a:buClr>
              <a:buFont typeface="+mj-lt"/>
              <a:buAutoNum type="arabicPeriod"/>
            </a:pPr>
            <a:r>
              <a:rPr lang="en-US" sz="2200" dirty="0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AI </a:t>
            </a:r>
            <a:r>
              <a:rPr lang="en-US" sz="2200" dirty="0" err="1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imkoniyatlari</a:t>
            </a:r>
            <a:endParaRPr lang="en-US" sz="2200" dirty="0">
              <a:solidFill>
                <a:srgbClr val="818CF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457200">
              <a:lnSpc>
                <a:spcPct val="150000"/>
              </a:lnSpc>
              <a:buClr>
                <a:srgbClr val="818CF8"/>
              </a:buClr>
              <a:buFont typeface="+mj-lt"/>
              <a:buAutoNum type="arabicPeriod"/>
            </a:pPr>
            <a:r>
              <a:rPr lang="en-US" sz="2200" dirty="0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AI </a:t>
            </a:r>
            <a:r>
              <a:rPr lang="en-US" sz="2200" dirty="0" err="1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imkoniyatlari</a:t>
            </a:r>
            <a:endParaRPr lang="en-US" sz="2200" dirty="0">
              <a:solidFill>
                <a:srgbClr val="818CF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457200">
              <a:lnSpc>
                <a:spcPct val="150000"/>
              </a:lnSpc>
              <a:buClr>
                <a:srgbClr val="818CF8"/>
              </a:buClr>
              <a:buFont typeface="+mj-lt"/>
              <a:buAutoNum type="arabicPeriod"/>
            </a:pPr>
            <a:r>
              <a:rPr lang="en-US" sz="2200" dirty="0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AI </a:t>
            </a:r>
            <a:r>
              <a:rPr lang="en-US" sz="2200" dirty="0" err="1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imkoniyatlari</a:t>
            </a:r>
            <a:endParaRPr lang="en-US" sz="2200" dirty="0">
              <a:solidFill>
                <a:srgbClr val="818CF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/>
        </p:nvSpPr>
        <p:spPr>
          <a:xfrm>
            <a:off x="962025" y="2476500"/>
            <a:ext cx="46005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Ortiqcha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elementlardan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voz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kechish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faqat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asosiy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g'oyaga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e'tibor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qaratish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Oq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qora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bo'shliqlar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-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sizning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do'stingiz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6629400" y="2476500"/>
            <a:ext cx="46005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Ko'zga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yoqimli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zamonaviy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ko'rinish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To'q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fonda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yorqin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neon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ranglar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ma'lumotni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urg'ulash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uchun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eng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yaxshi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usuldir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 dirty="0"/>
          </a:p>
        </p:txBody>
      </p:sp>
      <p:sp>
        <p:nvSpPr>
          <p:cNvPr id="113" name="Google Shape;113;p15"/>
          <p:cNvSpPr txBox="1"/>
          <p:nvPr/>
        </p:nvSpPr>
        <p:spPr>
          <a:xfrm>
            <a:off x="809625" y="571500"/>
            <a:ext cx="11351418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2026 DIZAYN TRENDLARI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733550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6334127" y="1638300"/>
            <a:ext cx="528637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Taqdimotda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har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bir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slayd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bitta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asosiy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xabarga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ega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bo'lishi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kerak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Vizual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ierarxiya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yordamida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biz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tomoshabinning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ko'zini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eng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muhim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ma'lumotga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yo'naltiramiz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lang="en-US" sz="1600" dirty="0"/>
          </a:p>
        </p:txBody>
      </p:sp>
      <p:sp>
        <p:nvSpPr>
          <p:cNvPr id="130" name="Google Shape;130;p16"/>
          <p:cNvSpPr txBox="1"/>
          <p:nvPr/>
        </p:nvSpPr>
        <p:spPr>
          <a:xfrm>
            <a:off x="809625" y="571500"/>
            <a:ext cx="11351418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VIZUAL RARXIYA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/>
          <p:nvPr/>
        </p:nvSpPr>
        <p:spPr>
          <a:xfrm>
            <a:off x="571500" y="3071812"/>
            <a:ext cx="5286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Sizga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noldan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yasash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shart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emas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Dunyo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darajasidagi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dizaynerlar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ishidan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foydalaning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lang="en-US" sz="1600" dirty="0"/>
          </a:p>
        </p:txBody>
      </p:sp>
      <p:pic>
        <p:nvPicPr>
          <p:cNvPr id="140" name="Google Shape;14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43650" y="19716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809625" y="571500"/>
            <a:ext cx="11351418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PROFESSIONAL RESURSLAR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 txBox="1"/>
          <p:nvPr/>
        </p:nvSpPr>
        <p:spPr>
          <a:xfrm>
            <a:off x="571500" y="1190625"/>
            <a:ext cx="55245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AI VA AVTOMATIKA</a:t>
            </a:r>
            <a:endParaRPr sz="1200" dirty="0"/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3028950"/>
            <a:ext cx="4953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Sun'iy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intellekt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taqdimot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yaratish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jarayonini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5-10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baravargacha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tezlashtirdi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600" b="1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Gamma.app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6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Tome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Canva Magic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qiladi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 dirty="0"/>
          </a:p>
        </p:txBody>
      </p:sp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/>
        </p:nvSpPr>
        <p:spPr>
          <a:xfrm>
            <a:off x="1095375" y="2066925"/>
            <a:ext cx="1000125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1" u="none" strike="noStrike" cap="none" dirty="0" err="1">
                <a:solidFill>
                  <a:srgbClr val="F8FAFC"/>
                </a:solidFill>
                <a:latin typeface="Inter" panose="020B0604020202020204" charset="0"/>
                <a:ea typeface="Inter" panose="020B0604020202020204" charset="0"/>
                <a:cs typeface="Montserrat Light"/>
                <a:sym typeface="Montserrat Light"/>
              </a:rPr>
              <a:t>Dizayn</a:t>
            </a:r>
            <a:r>
              <a:rPr lang="en-US" sz="2000" b="0" i="1" u="none" strike="noStrike" cap="none" dirty="0">
                <a:solidFill>
                  <a:srgbClr val="F8FAFC"/>
                </a:solidFill>
                <a:latin typeface="Inter" panose="020B0604020202020204" charset="0"/>
                <a:ea typeface="Inter" panose="020B0604020202020204" charset="0"/>
                <a:cs typeface="Montserrat Light"/>
                <a:sym typeface="Montserrat Light"/>
              </a:rPr>
              <a:t> </a:t>
            </a:r>
            <a:r>
              <a:rPr lang="en-US" sz="2000" b="0" i="1" u="none" strike="noStrike" cap="none" dirty="0" err="1">
                <a:solidFill>
                  <a:srgbClr val="F8FAFC"/>
                </a:solidFill>
                <a:latin typeface="Inter" panose="020B0604020202020204" charset="0"/>
                <a:ea typeface="Inter" panose="020B0604020202020204" charset="0"/>
                <a:cs typeface="Montserrat Light"/>
                <a:sym typeface="Montserrat Light"/>
              </a:rPr>
              <a:t>bu</a:t>
            </a:r>
            <a:r>
              <a:rPr lang="en-US" sz="2000" b="0" i="1" u="none" strike="noStrike" cap="none" dirty="0">
                <a:solidFill>
                  <a:srgbClr val="F8FAFC"/>
                </a:solidFill>
                <a:latin typeface="Inter" panose="020B0604020202020204" charset="0"/>
                <a:ea typeface="Inter" panose="020B0604020202020204" charset="0"/>
                <a:cs typeface="Montserrat Light"/>
                <a:sym typeface="Montserrat Light"/>
              </a:rPr>
              <a:t> </a:t>
            </a:r>
            <a:r>
              <a:rPr lang="en-US" sz="2000" b="0" i="1" u="none" strike="noStrike" cap="none" dirty="0" err="1">
                <a:solidFill>
                  <a:srgbClr val="F8FAFC"/>
                </a:solidFill>
                <a:latin typeface="Inter" panose="020B0604020202020204" charset="0"/>
                <a:ea typeface="Inter" panose="020B0604020202020204" charset="0"/>
                <a:cs typeface="Montserrat Light"/>
                <a:sym typeface="Montserrat Light"/>
              </a:rPr>
              <a:t>shunchaki</a:t>
            </a:r>
            <a:r>
              <a:rPr lang="en-US" sz="2000" b="0" i="1" u="none" strike="noStrike" cap="none" dirty="0">
                <a:solidFill>
                  <a:srgbClr val="F8FAFC"/>
                </a:solidFill>
                <a:latin typeface="Inter" panose="020B0604020202020204" charset="0"/>
                <a:ea typeface="Inter" panose="020B0604020202020204" charset="0"/>
                <a:cs typeface="Montserrat Light"/>
                <a:sym typeface="Montserrat Light"/>
              </a:rPr>
              <a:t> </a:t>
            </a:r>
            <a:r>
              <a:rPr lang="en-US" sz="2000" b="0" i="1" u="none" strike="noStrike" cap="none" dirty="0" err="1">
                <a:solidFill>
                  <a:srgbClr val="F8FAFC"/>
                </a:solidFill>
                <a:latin typeface="Inter" panose="020B0604020202020204" charset="0"/>
                <a:ea typeface="Inter" panose="020B0604020202020204" charset="0"/>
                <a:cs typeface="Montserrat Light"/>
                <a:sym typeface="Montserrat Light"/>
              </a:rPr>
              <a:t>bezak</a:t>
            </a:r>
            <a:r>
              <a:rPr lang="en-US" sz="2000" b="0" i="1" u="none" strike="noStrike" cap="none" dirty="0">
                <a:solidFill>
                  <a:srgbClr val="F8FAFC"/>
                </a:solidFill>
                <a:latin typeface="Inter" panose="020B0604020202020204" charset="0"/>
                <a:ea typeface="Inter" panose="020B0604020202020204" charset="0"/>
                <a:cs typeface="Montserrat Light"/>
                <a:sym typeface="Montserrat Light"/>
              </a:rPr>
              <a:t> </a:t>
            </a:r>
            <a:r>
              <a:rPr lang="en-US" sz="2000" b="0" i="1" u="none" strike="noStrike" cap="none" dirty="0" err="1">
                <a:solidFill>
                  <a:srgbClr val="F8FAFC"/>
                </a:solidFill>
                <a:latin typeface="Inter" panose="020B0604020202020204" charset="0"/>
                <a:ea typeface="Inter" panose="020B0604020202020204" charset="0"/>
                <a:cs typeface="Montserrat Light"/>
                <a:sym typeface="Montserrat Light"/>
              </a:rPr>
              <a:t>emas</a:t>
            </a:r>
            <a:r>
              <a:rPr lang="en-US" sz="2000" b="0" i="1" u="none" strike="noStrike" cap="none" dirty="0">
                <a:solidFill>
                  <a:srgbClr val="F8FAFC"/>
                </a:solidFill>
                <a:latin typeface="Inter" panose="020B0604020202020204" charset="0"/>
                <a:ea typeface="Inter" panose="020B0604020202020204" charset="0"/>
                <a:cs typeface="Montserrat Light"/>
                <a:sym typeface="Montserrat Light"/>
              </a:rPr>
              <a:t>. </a:t>
            </a:r>
            <a:r>
              <a:rPr lang="en-US" sz="2000" b="0" i="1" u="none" strike="noStrike" cap="none" dirty="0" err="1">
                <a:solidFill>
                  <a:srgbClr val="F8FAFC"/>
                </a:solidFill>
                <a:latin typeface="Inter" panose="020B0604020202020204" charset="0"/>
                <a:ea typeface="Inter" panose="020B0604020202020204" charset="0"/>
                <a:cs typeface="Montserrat Light"/>
                <a:sym typeface="Montserrat Light"/>
              </a:rPr>
              <a:t>Dizayn</a:t>
            </a:r>
            <a:r>
              <a:rPr lang="en-US" sz="2000" b="0" i="1" u="none" strike="noStrike" cap="none" dirty="0">
                <a:solidFill>
                  <a:srgbClr val="F8FAFC"/>
                </a:solidFill>
                <a:latin typeface="Inter" panose="020B0604020202020204" charset="0"/>
                <a:ea typeface="Inter" panose="020B0604020202020204" charset="0"/>
                <a:cs typeface="Montserrat Light"/>
                <a:sym typeface="Montserrat Light"/>
              </a:rPr>
              <a:t> - </a:t>
            </a:r>
            <a:r>
              <a:rPr lang="en-US" sz="2000" b="0" i="1" u="none" strike="noStrike" cap="none" dirty="0" err="1">
                <a:solidFill>
                  <a:srgbClr val="F8FAFC"/>
                </a:solidFill>
                <a:latin typeface="Inter" panose="020B0604020202020204" charset="0"/>
                <a:ea typeface="Inter" panose="020B0604020202020204" charset="0"/>
                <a:cs typeface="Montserrat Light"/>
                <a:sym typeface="Montserrat Light"/>
              </a:rPr>
              <a:t>bu</a:t>
            </a:r>
            <a:r>
              <a:rPr lang="en-US" sz="2000" b="0" i="1" u="none" strike="noStrike" cap="none" dirty="0">
                <a:solidFill>
                  <a:srgbClr val="F8FAFC"/>
                </a:solidFill>
                <a:latin typeface="Inter" panose="020B0604020202020204" charset="0"/>
                <a:ea typeface="Inter" panose="020B0604020202020204" charset="0"/>
                <a:cs typeface="Montserrat Light"/>
                <a:sym typeface="Montserrat Light"/>
              </a:rPr>
              <a:t> </a:t>
            </a:r>
            <a:r>
              <a:rPr lang="en-US" sz="2000" b="0" i="1" u="none" strike="noStrike" cap="none" dirty="0" err="1">
                <a:solidFill>
                  <a:srgbClr val="F8FAFC"/>
                </a:solidFill>
                <a:latin typeface="Inter" panose="020B0604020202020204" charset="0"/>
                <a:ea typeface="Inter" panose="020B0604020202020204" charset="0"/>
                <a:cs typeface="Montserrat Light"/>
                <a:sym typeface="Montserrat Light"/>
              </a:rPr>
              <a:t>ma'lumotni</a:t>
            </a:r>
            <a:r>
              <a:rPr lang="en-US" sz="2000" b="0" i="1" u="none" strike="noStrike" cap="none" dirty="0">
                <a:solidFill>
                  <a:srgbClr val="F8FAFC"/>
                </a:solidFill>
                <a:latin typeface="Inter" panose="020B0604020202020204" charset="0"/>
                <a:ea typeface="Inter" panose="020B0604020202020204" charset="0"/>
                <a:cs typeface="Montserrat Light"/>
                <a:sym typeface="Montserrat Light"/>
              </a:rPr>
              <a:t> </a:t>
            </a:r>
            <a:r>
              <a:rPr lang="en-US" sz="2000" b="0" i="1" u="none" strike="noStrike" cap="none" dirty="0" err="1">
                <a:solidFill>
                  <a:srgbClr val="F8FAFC"/>
                </a:solidFill>
                <a:latin typeface="Inter" panose="020B0604020202020204" charset="0"/>
                <a:ea typeface="Inter" panose="020B0604020202020204" charset="0"/>
                <a:cs typeface="Montserrat Light"/>
                <a:sym typeface="Montserrat Light"/>
              </a:rPr>
              <a:t>yetkazishning</a:t>
            </a:r>
            <a:r>
              <a:rPr lang="en-US" sz="2000" b="0" i="1" u="none" strike="noStrike" cap="none" dirty="0">
                <a:solidFill>
                  <a:srgbClr val="F8FAFC"/>
                </a:solidFill>
                <a:latin typeface="Inter" panose="020B0604020202020204" charset="0"/>
                <a:ea typeface="Inter" panose="020B0604020202020204" charset="0"/>
                <a:cs typeface="Montserrat Light"/>
                <a:sym typeface="Montserrat Light"/>
              </a:rPr>
              <a:t> </a:t>
            </a:r>
            <a:r>
              <a:rPr lang="en-US" sz="2000" b="0" i="1" u="none" strike="noStrike" cap="none" dirty="0" err="1">
                <a:solidFill>
                  <a:srgbClr val="F8FAFC"/>
                </a:solidFill>
                <a:latin typeface="Inter" panose="020B0604020202020204" charset="0"/>
                <a:ea typeface="Inter" panose="020B0604020202020204" charset="0"/>
                <a:cs typeface="Montserrat Light"/>
                <a:sym typeface="Montserrat Light"/>
              </a:rPr>
              <a:t>eng</a:t>
            </a:r>
            <a:r>
              <a:rPr lang="en-US" sz="2000" b="0" i="1" u="none" strike="noStrike" cap="none" dirty="0">
                <a:solidFill>
                  <a:srgbClr val="F8FAFC"/>
                </a:solidFill>
                <a:latin typeface="Inter" panose="020B0604020202020204" charset="0"/>
                <a:ea typeface="Inter" panose="020B0604020202020204" charset="0"/>
                <a:cs typeface="Montserrat Light"/>
                <a:sym typeface="Montserrat Light"/>
              </a:rPr>
              <a:t> </a:t>
            </a:r>
            <a:r>
              <a:rPr lang="en-US" sz="2000" b="0" i="1" u="none" strike="noStrike" cap="none" dirty="0" err="1">
                <a:solidFill>
                  <a:srgbClr val="F8FAFC"/>
                </a:solidFill>
                <a:latin typeface="Inter" panose="020B0604020202020204" charset="0"/>
                <a:ea typeface="Inter" panose="020B0604020202020204" charset="0"/>
                <a:cs typeface="Montserrat Light"/>
                <a:sym typeface="Montserrat Light"/>
              </a:rPr>
              <a:t>samarali</a:t>
            </a:r>
            <a:r>
              <a:rPr lang="en-US" sz="2000" b="0" i="1" u="none" strike="noStrike" cap="none" dirty="0">
                <a:solidFill>
                  <a:srgbClr val="F8FAFC"/>
                </a:solidFill>
                <a:latin typeface="Inter" panose="020B0604020202020204" charset="0"/>
                <a:ea typeface="Inter" panose="020B0604020202020204" charset="0"/>
                <a:cs typeface="Montserrat Light"/>
                <a:sym typeface="Montserrat Light"/>
              </a:rPr>
              <a:t> </a:t>
            </a:r>
            <a:r>
              <a:rPr lang="en-US" sz="2000" b="0" i="1" u="none" strike="noStrike" cap="none" dirty="0" err="1">
                <a:solidFill>
                  <a:srgbClr val="F8FAFC"/>
                </a:solidFill>
                <a:latin typeface="Inter" panose="020B0604020202020204" charset="0"/>
                <a:ea typeface="Inter" panose="020B0604020202020204" charset="0"/>
                <a:cs typeface="Montserrat Light"/>
                <a:sym typeface="Montserrat Light"/>
              </a:rPr>
              <a:t>usulidir</a:t>
            </a:r>
            <a:r>
              <a:rPr lang="en-US" sz="2000" i="1" dirty="0">
                <a:solidFill>
                  <a:srgbClr val="F8FAFC"/>
                </a:solidFill>
                <a:latin typeface="Inter" panose="020B0604020202020204" charset="0"/>
                <a:ea typeface="Inter" panose="020B0604020202020204" charset="0"/>
                <a:cs typeface="Montserrat Light"/>
                <a:sym typeface="Montserrat Light"/>
              </a:rPr>
              <a:t>.</a:t>
            </a:r>
            <a:endParaRPr sz="9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571625" y="871076"/>
            <a:ext cx="9525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22D3EE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Erik </a:t>
            </a:r>
            <a:r>
              <a:rPr lang="en-US" sz="2400" b="1" i="0" u="none" strike="noStrike" cap="none" dirty="0" err="1">
                <a:solidFill>
                  <a:srgbClr val="22D3EE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Shpigerman</a:t>
            </a:r>
            <a:endParaRPr sz="1800" dirty="0">
              <a:latin typeface="Montserrat" panose="00000500000000000000" pitchFamily="2" charset="-5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4"/>
          <p:cNvSpPr txBox="1"/>
          <p:nvPr/>
        </p:nvSpPr>
        <p:spPr>
          <a:xfrm>
            <a:off x="3454209" y="1532296"/>
            <a:ext cx="5778281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E’TIBORINGIZ UCHUN RAHMAT!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145</Words>
  <Application>Microsoft Office PowerPoint</Application>
  <PresentationFormat>Широкоэкранный</PresentationFormat>
  <Paragraphs>19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Calibri</vt:lpstr>
      <vt:lpstr>Inter</vt:lpstr>
      <vt:lpstr>Arial</vt:lpstr>
      <vt:lpstr>Montserrat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Nodir Qarshiyev</cp:lastModifiedBy>
  <cp:revision>9</cp:revision>
  <dcterms:modified xsi:type="dcterms:W3CDTF">2026-07-28T04:43:51Z</dcterms:modified>
</cp:coreProperties>
</file>