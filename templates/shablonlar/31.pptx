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12"/>
  </p:notesMasterIdLst>
  <p:sldIdLst>
    <p:sldId id="351" r:id="rId4"/>
    <p:sldId id="348" r:id="rId5"/>
    <p:sldId id="347" r:id="rId6"/>
    <p:sldId id="259" r:id="rId7"/>
    <p:sldId id="307" r:id="rId8"/>
    <p:sldId id="260" r:id="rId9"/>
    <p:sldId id="308" r:id="rId10"/>
    <p:sldId id="30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01DE02-0FDD-40A4-A350-A3B8E0CBE2F7}">
          <p14:sldIdLst>
            <p14:sldId id="351"/>
            <p14:sldId id="348"/>
            <p14:sldId id="347"/>
            <p14:sldId id="259"/>
            <p14:sldId id="307"/>
            <p14:sldId id="260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>
        <p:scale>
          <a:sx n="71" d="100"/>
          <a:sy n="71" d="100"/>
        </p:scale>
        <p:origin x="412" y="44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547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FBAC2912-6E40-482C-B556-A82FB10DEA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547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59525BB3-145F-412C-9CFA-E8A18D83D4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547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45551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014C3164-6659-459A-83A2-6E3A89DE7D6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756172" y="4696914"/>
            <a:ext cx="13716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CBE5B57-2FD7-4268-9069-7AC5523165D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480350" y="4696914"/>
            <a:ext cx="13716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F45EF94-9365-4953-940E-8A33CE7D811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8257279" y="4696914"/>
            <a:ext cx="13716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8">
            <a:extLst>
              <a:ext uri="{FF2B5EF4-FFF2-40B4-BE49-F238E27FC236}">
                <a16:creationId xmlns:a16="http://schemas.microsoft.com/office/drawing/2014/main" id="{95014196-F8EC-4C94-B7DA-AF4B73412DB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56035" y="2152231"/>
            <a:ext cx="6750120" cy="3947861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886E106-3F03-4CBC-992B-B263447858FB}"/>
              </a:ext>
            </a:extLst>
          </p:cNvPr>
          <p:cNvGrpSpPr/>
          <p:nvPr userDrawn="1"/>
        </p:nvGrpSpPr>
        <p:grpSpPr>
          <a:xfrm>
            <a:off x="555386" y="1772815"/>
            <a:ext cx="2644061" cy="4736917"/>
            <a:chOff x="555386" y="1772815"/>
            <a:chExt cx="2644061" cy="4736917"/>
          </a:xfrm>
        </p:grpSpPr>
        <p:grpSp>
          <p:nvGrpSpPr>
            <p:cNvPr id="3" name="Group 1">
              <a:extLst>
                <a:ext uri="{FF2B5EF4-FFF2-40B4-BE49-F238E27FC236}">
                  <a16:creationId xmlns:a16="http://schemas.microsoft.com/office/drawing/2014/main" id="{69FF9EA3-CFF0-42F6-82CF-00242C6BC094}"/>
                </a:ext>
              </a:extLst>
            </p:cNvPr>
            <p:cNvGrpSpPr/>
            <p:nvPr userDrawn="1"/>
          </p:nvGrpSpPr>
          <p:grpSpPr>
            <a:xfrm>
              <a:off x="748335" y="1772815"/>
              <a:ext cx="2258161" cy="4506899"/>
              <a:chOff x="8767919" y="321075"/>
              <a:chExt cx="1576881" cy="3147180"/>
            </a:xfrm>
            <a:effectLst/>
          </p:grpSpPr>
          <p:sp>
            <p:nvSpPr>
              <p:cNvPr id="5" name="Graphic 2">
                <a:extLst>
                  <a:ext uri="{FF2B5EF4-FFF2-40B4-BE49-F238E27FC236}">
                    <a16:creationId xmlns:a16="http://schemas.microsoft.com/office/drawing/2014/main" id="{913F58C3-50FE-4BBC-8F48-50B09F1CA425}"/>
                  </a:ext>
                </a:extLst>
              </p:cNvPr>
              <p:cNvSpPr/>
              <p:nvPr/>
            </p:nvSpPr>
            <p:spPr>
              <a:xfrm>
                <a:off x="8770360" y="321075"/>
                <a:ext cx="1572696" cy="3147180"/>
              </a:xfrm>
              <a:custGeom>
                <a:avLst/>
                <a:gdLst>
                  <a:gd name="connsiteX0" fmla="*/ 2940654 w 3387838"/>
                  <a:gd name="connsiteY0" fmla="*/ 6858876 h 6858875"/>
                  <a:gd name="connsiteX1" fmla="*/ 447185 w 3387838"/>
                  <a:gd name="connsiteY1" fmla="*/ 6858876 h 6858875"/>
                  <a:gd name="connsiteX2" fmla="*/ 0 w 3387838"/>
                  <a:gd name="connsiteY2" fmla="*/ 6411691 h 6858875"/>
                  <a:gd name="connsiteX3" fmla="*/ 0 w 3387838"/>
                  <a:gd name="connsiteY3" fmla="*/ 447185 h 6858875"/>
                  <a:gd name="connsiteX4" fmla="*/ 447185 w 3387838"/>
                  <a:gd name="connsiteY4" fmla="*/ 0 h 6858875"/>
                  <a:gd name="connsiteX5" fmla="*/ 2940654 w 3387838"/>
                  <a:gd name="connsiteY5" fmla="*/ 0 h 6858875"/>
                  <a:gd name="connsiteX6" fmla="*/ 3387838 w 3387838"/>
                  <a:gd name="connsiteY6" fmla="*/ 447185 h 6858875"/>
                  <a:gd name="connsiteX7" fmla="*/ 3387838 w 3387838"/>
                  <a:gd name="connsiteY7" fmla="*/ 6411759 h 6858875"/>
                  <a:gd name="connsiteX8" fmla="*/ 2940654 w 3387838"/>
                  <a:gd name="connsiteY8" fmla="*/ 6858876 h 6858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87838" h="6858875">
                    <a:moveTo>
                      <a:pt x="2940654" y="6858876"/>
                    </a:moveTo>
                    <a:lnTo>
                      <a:pt x="447185" y="6858876"/>
                    </a:lnTo>
                    <a:cubicBezTo>
                      <a:pt x="200216" y="6858876"/>
                      <a:pt x="0" y="6658660"/>
                      <a:pt x="0" y="6411691"/>
                    </a:cubicBezTo>
                    <a:lnTo>
                      <a:pt x="0" y="447185"/>
                    </a:lnTo>
                    <a:cubicBezTo>
                      <a:pt x="67" y="200216"/>
                      <a:pt x="200216" y="0"/>
                      <a:pt x="447185" y="0"/>
                    </a:cubicBezTo>
                    <a:lnTo>
                      <a:pt x="2940654" y="0"/>
                    </a:lnTo>
                    <a:cubicBezTo>
                      <a:pt x="3187622" y="0"/>
                      <a:pt x="3387838" y="200216"/>
                      <a:pt x="3387838" y="447185"/>
                    </a:cubicBezTo>
                    <a:lnTo>
                      <a:pt x="3387838" y="6411759"/>
                    </a:lnTo>
                    <a:cubicBezTo>
                      <a:pt x="3387771" y="6658660"/>
                      <a:pt x="3187555" y="6858876"/>
                      <a:pt x="2940654" y="6858876"/>
                    </a:cubicBezTo>
                    <a:close/>
                  </a:path>
                </a:pathLst>
              </a:custGeom>
              <a:solidFill>
                <a:srgbClr val="D0D4D8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Graphic 2">
                <a:extLst>
                  <a:ext uri="{FF2B5EF4-FFF2-40B4-BE49-F238E27FC236}">
                    <a16:creationId xmlns:a16="http://schemas.microsoft.com/office/drawing/2014/main" id="{99E05FD5-7F32-424E-9E0C-792A43A57B01}"/>
                  </a:ext>
                </a:extLst>
              </p:cNvPr>
              <p:cNvSpPr/>
              <p:nvPr/>
            </p:nvSpPr>
            <p:spPr>
              <a:xfrm>
                <a:off x="8791431" y="337582"/>
                <a:ext cx="1530553" cy="3114135"/>
              </a:xfrm>
              <a:custGeom>
                <a:avLst/>
                <a:gdLst>
                  <a:gd name="connsiteX0" fmla="*/ 2858870 w 3305986"/>
                  <a:gd name="connsiteY0" fmla="*/ 6786860 h 6786860"/>
                  <a:gd name="connsiteX1" fmla="*/ 447185 w 3305986"/>
                  <a:gd name="connsiteY1" fmla="*/ 6786860 h 6786860"/>
                  <a:gd name="connsiteX2" fmla="*/ 0 w 3305986"/>
                  <a:gd name="connsiteY2" fmla="*/ 6339676 h 6786860"/>
                  <a:gd name="connsiteX3" fmla="*/ 0 w 3305986"/>
                  <a:gd name="connsiteY3" fmla="*/ 447185 h 6786860"/>
                  <a:gd name="connsiteX4" fmla="*/ 447185 w 3305986"/>
                  <a:gd name="connsiteY4" fmla="*/ 0 h 6786860"/>
                  <a:gd name="connsiteX5" fmla="*/ 2858802 w 3305986"/>
                  <a:gd name="connsiteY5" fmla="*/ 0 h 6786860"/>
                  <a:gd name="connsiteX6" fmla="*/ 3305987 w 3305986"/>
                  <a:gd name="connsiteY6" fmla="*/ 447185 h 6786860"/>
                  <a:gd name="connsiteX7" fmla="*/ 3305987 w 3305986"/>
                  <a:gd name="connsiteY7" fmla="*/ 6339743 h 6786860"/>
                  <a:gd name="connsiteX8" fmla="*/ 2858870 w 3305986"/>
                  <a:gd name="connsiteY8" fmla="*/ 6786860 h 6786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05986" h="6786860">
                    <a:moveTo>
                      <a:pt x="2858870" y="6786860"/>
                    </a:moveTo>
                    <a:lnTo>
                      <a:pt x="447185" y="6786860"/>
                    </a:lnTo>
                    <a:cubicBezTo>
                      <a:pt x="200216" y="6786860"/>
                      <a:pt x="0" y="6586644"/>
                      <a:pt x="0" y="6339676"/>
                    </a:cubicBezTo>
                    <a:lnTo>
                      <a:pt x="0" y="447185"/>
                    </a:lnTo>
                    <a:cubicBezTo>
                      <a:pt x="0" y="200216"/>
                      <a:pt x="200216" y="0"/>
                      <a:pt x="447185" y="0"/>
                    </a:cubicBezTo>
                    <a:lnTo>
                      <a:pt x="2858802" y="0"/>
                    </a:lnTo>
                    <a:cubicBezTo>
                      <a:pt x="3105771" y="0"/>
                      <a:pt x="3305987" y="200216"/>
                      <a:pt x="3305987" y="447185"/>
                    </a:cubicBezTo>
                    <a:lnTo>
                      <a:pt x="3305987" y="6339743"/>
                    </a:lnTo>
                    <a:cubicBezTo>
                      <a:pt x="3305987" y="6586644"/>
                      <a:pt x="3105771" y="6786860"/>
                      <a:pt x="2858870" y="6786860"/>
                    </a:cubicBezTo>
                    <a:close/>
                  </a:path>
                </a:pathLst>
              </a:cu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Graphic 2">
                <a:extLst>
                  <a:ext uri="{FF2B5EF4-FFF2-40B4-BE49-F238E27FC236}">
                    <a16:creationId xmlns:a16="http://schemas.microsoft.com/office/drawing/2014/main" id="{EC99AB2E-C813-4476-8128-F6CC1D012394}"/>
                  </a:ext>
                </a:extLst>
              </p:cNvPr>
              <p:cNvSpPr/>
              <p:nvPr/>
            </p:nvSpPr>
            <p:spPr>
              <a:xfrm>
                <a:off x="8768197" y="768764"/>
                <a:ext cx="11004" cy="107231"/>
              </a:xfrm>
              <a:custGeom>
                <a:avLst/>
                <a:gdLst>
                  <a:gd name="connsiteX0" fmla="*/ 15158 w 23982"/>
                  <a:gd name="connsiteY0" fmla="*/ 233697 h 233697"/>
                  <a:gd name="connsiteX1" fmla="*/ 0 w 23982"/>
                  <a:gd name="connsiteY1" fmla="*/ 233697 h 233697"/>
                  <a:gd name="connsiteX2" fmla="*/ 0 w 23982"/>
                  <a:gd name="connsiteY2" fmla="*/ 0 h 233697"/>
                  <a:gd name="connsiteX3" fmla="*/ 15158 w 23982"/>
                  <a:gd name="connsiteY3" fmla="*/ 0 h 233697"/>
                  <a:gd name="connsiteX4" fmla="*/ 23983 w 23982"/>
                  <a:gd name="connsiteY4" fmla="*/ 8825 h 233697"/>
                  <a:gd name="connsiteX5" fmla="*/ 23983 w 23982"/>
                  <a:gd name="connsiteY5" fmla="*/ 224805 h 233697"/>
                  <a:gd name="connsiteX6" fmla="*/ 15158 w 23982"/>
                  <a:gd name="connsiteY6" fmla="*/ 233697 h 233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982" h="233697">
                    <a:moveTo>
                      <a:pt x="15158" y="233697"/>
                    </a:moveTo>
                    <a:lnTo>
                      <a:pt x="0" y="233697"/>
                    </a:lnTo>
                    <a:lnTo>
                      <a:pt x="0" y="0"/>
                    </a:lnTo>
                    <a:lnTo>
                      <a:pt x="15158" y="0"/>
                    </a:lnTo>
                    <a:cubicBezTo>
                      <a:pt x="20008" y="0"/>
                      <a:pt x="23983" y="3975"/>
                      <a:pt x="23983" y="8825"/>
                    </a:cubicBezTo>
                    <a:lnTo>
                      <a:pt x="23983" y="224805"/>
                    </a:lnTo>
                    <a:cubicBezTo>
                      <a:pt x="23983" y="229723"/>
                      <a:pt x="20008" y="233697"/>
                      <a:pt x="15158" y="233697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Graphic 2">
                <a:extLst>
                  <a:ext uri="{FF2B5EF4-FFF2-40B4-BE49-F238E27FC236}">
                    <a16:creationId xmlns:a16="http://schemas.microsoft.com/office/drawing/2014/main" id="{E0C3B248-EC35-469C-8150-25A9FF79D7C1}"/>
                  </a:ext>
                </a:extLst>
              </p:cNvPr>
              <p:cNvSpPr/>
              <p:nvPr/>
            </p:nvSpPr>
            <p:spPr>
              <a:xfrm>
                <a:off x="8768197" y="998838"/>
                <a:ext cx="15362" cy="213875"/>
              </a:xfrm>
              <a:custGeom>
                <a:avLst/>
                <a:gdLst>
                  <a:gd name="connsiteX0" fmla="*/ 24656 w 33481"/>
                  <a:gd name="connsiteY0" fmla="*/ 466115 h 466115"/>
                  <a:gd name="connsiteX1" fmla="*/ 10105 w 33481"/>
                  <a:gd name="connsiteY1" fmla="*/ 466115 h 466115"/>
                  <a:gd name="connsiteX2" fmla="*/ 0 w 33481"/>
                  <a:gd name="connsiteY2" fmla="*/ 456010 h 466115"/>
                  <a:gd name="connsiteX3" fmla="*/ 0 w 33481"/>
                  <a:gd name="connsiteY3" fmla="*/ 10105 h 466115"/>
                  <a:gd name="connsiteX4" fmla="*/ 10105 w 33481"/>
                  <a:gd name="connsiteY4" fmla="*/ 0 h 466115"/>
                  <a:gd name="connsiteX5" fmla="*/ 24656 w 33481"/>
                  <a:gd name="connsiteY5" fmla="*/ 0 h 466115"/>
                  <a:gd name="connsiteX6" fmla="*/ 33482 w 33481"/>
                  <a:gd name="connsiteY6" fmla="*/ 8825 h 466115"/>
                  <a:gd name="connsiteX7" fmla="*/ 33482 w 33481"/>
                  <a:gd name="connsiteY7" fmla="*/ 457223 h 466115"/>
                  <a:gd name="connsiteX8" fmla="*/ 24656 w 33481"/>
                  <a:gd name="connsiteY8" fmla="*/ 466115 h 466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466115">
                    <a:moveTo>
                      <a:pt x="24656" y="466115"/>
                    </a:moveTo>
                    <a:lnTo>
                      <a:pt x="10105" y="466115"/>
                    </a:lnTo>
                    <a:cubicBezTo>
                      <a:pt x="4514" y="466115"/>
                      <a:pt x="0" y="461601"/>
                      <a:pt x="0" y="456010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457223"/>
                    </a:lnTo>
                    <a:cubicBezTo>
                      <a:pt x="33482" y="462140"/>
                      <a:pt x="29507" y="466115"/>
                      <a:pt x="24656" y="466115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Graphic 2">
                <a:extLst>
                  <a:ext uri="{FF2B5EF4-FFF2-40B4-BE49-F238E27FC236}">
                    <a16:creationId xmlns:a16="http://schemas.microsoft.com/office/drawing/2014/main" id="{D10A8DAA-B5AB-4F8A-989B-21DD99BC1689}"/>
                  </a:ext>
                </a:extLst>
              </p:cNvPr>
              <p:cNvSpPr/>
              <p:nvPr/>
            </p:nvSpPr>
            <p:spPr>
              <a:xfrm>
                <a:off x="8768228" y="1014200"/>
                <a:ext cx="8686" cy="179100"/>
              </a:xfrm>
              <a:custGeom>
                <a:avLst/>
                <a:gdLst>
                  <a:gd name="connsiteX0" fmla="*/ 17650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650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650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24" y="390327"/>
                      <a:pt x="17650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Graphic 2">
                <a:extLst>
                  <a:ext uri="{FF2B5EF4-FFF2-40B4-BE49-F238E27FC236}">
                    <a16:creationId xmlns:a16="http://schemas.microsoft.com/office/drawing/2014/main" id="{FA7E3F3D-4C04-4480-B7A5-2C4D8E86AE26}"/>
                  </a:ext>
                </a:extLst>
              </p:cNvPr>
              <p:cNvSpPr/>
              <p:nvPr/>
            </p:nvSpPr>
            <p:spPr>
              <a:xfrm>
                <a:off x="8767919" y="1284428"/>
                <a:ext cx="15362" cy="213875"/>
              </a:xfrm>
              <a:custGeom>
                <a:avLst/>
                <a:gdLst>
                  <a:gd name="connsiteX0" fmla="*/ 24656 w 33481"/>
                  <a:gd name="connsiteY0" fmla="*/ 466115 h 466114"/>
                  <a:gd name="connsiteX1" fmla="*/ 10105 w 33481"/>
                  <a:gd name="connsiteY1" fmla="*/ 466115 h 466114"/>
                  <a:gd name="connsiteX2" fmla="*/ 0 w 33481"/>
                  <a:gd name="connsiteY2" fmla="*/ 456010 h 466114"/>
                  <a:gd name="connsiteX3" fmla="*/ 0 w 33481"/>
                  <a:gd name="connsiteY3" fmla="*/ 10105 h 466114"/>
                  <a:gd name="connsiteX4" fmla="*/ 10105 w 33481"/>
                  <a:gd name="connsiteY4" fmla="*/ 0 h 466114"/>
                  <a:gd name="connsiteX5" fmla="*/ 24656 w 33481"/>
                  <a:gd name="connsiteY5" fmla="*/ 0 h 466114"/>
                  <a:gd name="connsiteX6" fmla="*/ 33482 w 33481"/>
                  <a:gd name="connsiteY6" fmla="*/ 8825 h 466114"/>
                  <a:gd name="connsiteX7" fmla="*/ 33482 w 33481"/>
                  <a:gd name="connsiteY7" fmla="*/ 457222 h 466114"/>
                  <a:gd name="connsiteX8" fmla="*/ 24656 w 33481"/>
                  <a:gd name="connsiteY8" fmla="*/ 466115 h 466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466114">
                    <a:moveTo>
                      <a:pt x="24656" y="466115"/>
                    </a:moveTo>
                    <a:lnTo>
                      <a:pt x="10105" y="466115"/>
                    </a:lnTo>
                    <a:cubicBezTo>
                      <a:pt x="4514" y="466115"/>
                      <a:pt x="0" y="461601"/>
                      <a:pt x="0" y="456010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457222"/>
                    </a:lnTo>
                    <a:cubicBezTo>
                      <a:pt x="33482" y="462208"/>
                      <a:pt x="29507" y="466115"/>
                      <a:pt x="24656" y="466115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Graphic 2">
                <a:extLst>
                  <a:ext uri="{FF2B5EF4-FFF2-40B4-BE49-F238E27FC236}">
                    <a16:creationId xmlns:a16="http://schemas.microsoft.com/office/drawing/2014/main" id="{0F97D92A-940B-4390-BE77-019CF56D787D}"/>
                  </a:ext>
                </a:extLst>
              </p:cNvPr>
              <p:cNvSpPr/>
              <p:nvPr/>
            </p:nvSpPr>
            <p:spPr>
              <a:xfrm>
                <a:off x="8767919" y="1299791"/>
                <a:ext cx="8686" cy="179100"/>
              </a:xfrm>
              <a:custGeom>
                <a:avLst/>
                <a:gdLst>
                  <a:gd name="connsiteX0" fmla="*/ 17718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718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718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91" y="390327"/>
                      <a:pt x="17718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Graphic 2">
                <a:extLst>
                  <a:ext uri="{FF2B5EF4-FFF2-40B4-BE49-F238E27FC236}">
                    <a16:creationId xmlns:a16="http://schemas.microsoft.com/office/drawing/2014/main" id="{243F0189-7D4B-4FE1-8685-FDC64A103B1E}"/>
                  </a:ext>
                </a:extLst>
              </p:cNvPr>
              <p:cNvSpPr/>
              <p:nvPr/>
            </p:nvSpPr>
            <p:spPr>
              <a:xfrm>
                <a:off x="10329438" y="1070583"/>
                <a:ext cx="15362" cy="346145"/>
              </a:xfrm>
              <a:custGeom>
                <a:avLst/>
                <a:gdLst>
                  <a:gd name="connsiteX0" fmla="*/ 24656 w 33481"/>
                  <a:gd name="connsiteY0" fmla="*/ 754380 h 754380"/>
                  <a:gd name="connsiteX1" fmla="*/ 10105 w 33481"/>
                  <a:gd name="connsiteY1" fmla="*/ 754380 h 754380"/>
                  <a:gd name="connsiteX2" fmla="*/ 0 w 33481"/>
                  <a:gd name="connsiteY2" fmla="*/ 744275 h 754380"/>
                  <a:gd name="connsiteX3" fmla="*/ 0 w 33481"/>
                  <a:gd name="connsiteY3" fmla="*/ 10105 h 754380"/>
                  <a:gd name="connsiteX4" fmla="*/ 10105 w 33481"/>
                  <a:gd name="connsiteY4" fmla="*/ 0 h 754380"/>
                  <a:gd name="connsiteX5" fmla="*/ 24656 w 33481"/>
                  <a:gd name="connsiteY5" fmla="*/ 0 h 754380"/>
                  <a:gd name="connsiteX6" fmla="*/ 33482 w 33481"/>
                  <a:gd name="connsiteY6" fmla="*/ 8825 h 754380"/>
                  <a:gd name="connsiteX7" fmla="*/ 33482 w 33481"/>
                  <a:gd name="connsiteY7" fmla="*/ 745555 h 754380"/>
                  <a:gd name="connsiteX8" fmla="*/ 24656 w 33481"/>
                  <a:gd name="connsiteY8" fmla="*/ 754380 h 75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754380">
                    <a:moveTo>
                      <a:pt x="24656" y="754380"/>
                    </a:moveTo>
                    <a:lnTo>
                      <a:pt x="10105" y="754380"/>
                    </a:lnTo>
                    <a:cubicBezTo>
                      <a:pt x="4514" y="754380"/>
                      <a:pt x="0" y="749866"/>
                      <a:pt x="0" y="744275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745555"/>
                    </a:lnTo>
                    <a:cubicBezTo>
                      <a:pt x="33482" y="750405"/>
                      <a:pt x="29507" y="754380"/>
                      <a:pt x="24656" y="754380"/>
                    </a:cubicBezTo>
                    <a:close/>
                  </a:path>
                </a:pathLst>
              </a:custGeom>
              <a:solidFill>
                <a:srgbClr val="8A9096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en-US"/>
              </a:p>
            </p:txBody>
          </p:sp>
          <p:sp>
            <p:nvSpPr>
              <p:cNvPr id="13" name="Graphic 2">
                <a:extLst>
                  <a:ext uri="{FF2B5EF4-FFF2-40B4-BE49-F238E27FC236}">
                    <a16:creationId xmlns:a16="http://schemas.microsoft.com/office/drawing/2014/main" id="{2D7276DE-1F65-4F23-9D88-455537489668}"/>
                  </a:ext>
                </a:extLst>
              </p:cNvPr>
              <p:cNvSpPr/>
              <p:nvPr/>
            </p:nvSpPr>
            <p:spPr>
              <a:xfrm>
                <a:off x="10336113" y="1095466"/>
                <a:ext cx="8686" cy="289856"/>
              </a:xfrm>
              <a:custGeom>
                <a:avLst/>
                <a:gdLst>
                  <a:gd name="connsiteX0" fmla="*/ 17650 w 18930"/>
                  <a:gd name="connsiteY0" fmla="*/ 631704 h 631704"/>
                  <a:gd name="connsiteX1" fmla="*/ 1886 w 18930"/>
                  <a:gd name="connsiteY1" fmla="*/ 631704 h 631704"/>
                  <a:gd name="connsiteX2" fmla="*/ 0 w 18930"/>
                  <a:gd name="connsiteY2" fmla="*/ 629818 h 631704"/>
                  <a:gd name="connsiteX3" fmla="*/ 0 w 18930"/>
                  <a:gd name="connsiteY3" fmla="*/ 1886 h 631704"/>
                  <a:gd name="connsiteX4" fmla="*/ 1886 w 18930"/>
                  <a:gd name="connsiteY4" fmla="*/ 0 h 631704"/>
                  <a:gd name="connsiteX5" fmla="*/ 17650 w 18930"/>
                  <a:gd name="connsiteY5" fmla="*/ 0 h 631704"/>
                  <a:gd name="connsiteX6" fmla="*/ 18930 w 18930"/>
                  <a:gd name="connsiteY6" fmla="*/ 1280 h 631704"/>
                  <a:gd name="connsiteX7" fmla="*/ 18930 w 18930"/>
                  <a:gd name="connsiteY7" fmla="*/ 630491 h 631704"/>
                  <a:gd name="connsiteX8" fmla="*/ 17650 w 18930"/>
                  <a:gd name="connsiteY8" fmla="*/ 631704 h 631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631704">
                    <a:moveTo>
                      <a:pt x="17650" y="631704"/>
                    </a:moveTo>
                    <a:lnTo>
                      <a:pt x="1886" y="631704"/>
                    </a:lnTo>
                    <a:cubicBezTo>
                      <a:pt x="808" y="631704"/>
                      <a:pt x="0" y="630828"/>
                      <a:pt x="0" y="629818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630491"/>
                    </a:lnTo>
                    <a:cubicBezTo>
                      <a:pt x="18863" y="631098"/>
                      <a:pt x="18324" y="631704"/>
                      <a:pt x="17650" y="631704"/>
                    </a:cubicBezTo>
                    <a:close/>
                  </a:path>
                </a:pathLst>
              </a:custGeom>
              <a:solidFill>
                <a:srgbClr val="4A4C4D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en-US"/>
              </a:p>
            </p:txBody>
          </p:sp>
          <p:sp>
            <p:nvSpPr>
              <p:cNvPr id="14" name="Graphic 2">
                <a:extLst>
                  <a:ext uri="{FF2B5EF4-FFF2-40B4-BE49-F238E27FC236}">
                    <a16:creationId xmlns:a16="http://schemas.microsoft.com/office/drawing/2014/main" id="{2B67B38F-BF5C-4E5B-AB5D-C9AC5FBF4293}"/>
                  </a:ext>
                </a:extLst>
              </p:cNvPr>
              <p:cNvSpPr/>
              <p:nvPr/>
            </p:nvSpPr>
            <p:spPr>
              <a:xfrm>
                <a:off x="10332372" y="1794713"/>
                <a:ext cx="12426" cy="237214"/>
              </a:xfrm>
              <a:custGeom>
                <a:avLst/>
                <a:gdLst>
                  <a:gd name="connsiteX0" fmla="*/ 18257 w 27081"/>
                  <a:gd name="connsiteY0" fmla="*/ 516977 h 516977"/>
                  <a:gd name="connsiteX1" fmla="*/ 10105 w 27081"/>
                  <a:gd name="connsiteY1" fmla="*/ 516977 h 516977"/>
                  <a:gd name="connsiteX2" fmla="*/ 0 w 27081"/>
                  <a:gd name="connsiteY2" fmla="*/ 506872 h 516977"/>
                  <a:gd name="connsiteX3" fmla="*/ 0 w 27081"/>
                  <a:gd name="connsiteY3" fmla="*/ 10105 h 516977"/>
                  <a:gd name="connsiteX4" fmla="*/ 10105 w 27081"/>
                  <a:gd name="connsiteY4" fmla="*/ 0 h 516977"/>
                  <a:gd name="connsiteX5" fmla="*/ 18257 w 27081"/>
                  <a:gd name="connsiteY5" fmla="*/ 0 h 516977"/>
                  <a:gd name="connsiteX6" fmla="*/ 27082 w 27081"/>
                  <a:gd name="connsiteY6" fmla="*/ 8825 h 516977"/>
                  <a:gd name="connsiteX7" fmla="*/ 27082 w 27081"/>
                  <a:gd name="connsiteY7" fmla="*/ 508152 h 516977"/>
                  <a:gd name="connsiteX8" fmla="*/ 18257 w 27081"/>
                  <a:gd name="connsiteY8" fmla="*/ 516977 h 51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081" h="516977">
                    <a:moveTo>
                      <a:pt x="18257" y="516977"/>
                    </a:moveTo>
                    <a:lnTo>
                      <a:pt x="10105" y="516977"/>
                    </a:lnTo>
                    <a:cubicBezTo>
                      <a:pt x="4514" y="516977"/>
                      <a:pt x="0" y="512464"/>
                      <a:pt x="0" y="506872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18257" y="0"/>
                    </a:lnTo>
                    <a:cubicBezTo>
                      <a:pt x="23107" y="0"/>
                      <a:pt x="27082" y="3975"/>
                      <a:pt x="27082" y="8825"/>
                    </a:cubicBezTo>
                    <a:lnTo>
                      <a:pt x="27082" y="508152"/>
                    </a:lnTo>
                    <a:cubicBezTo>
                      <a:pt x="27082" y="513003"/>
                      <a:pt x="23107" y="516977"/>
                      <a:pt x="18257" y="516977"/>
                    </a:cubicBezTo>
                    <a:close/>
                  </a:path>
                </a:pathLst>
              </a:custGeom>
              <a:solidFill>
                <a:srgbClr val="8A9096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Graphic 2">
                <a:extLst>
                  <a:ext uri="{FF2B5EF4-FFF2-40B4-BE49-F238E27FC236}">
                    <a16:creationId xmlns:a16="http://schemas.microsoft.com/office/drawing/2014/main" id="{5C2DB5F3-CF1C-41D9-9323-AE6BD740D2D1}"/>
                  </a:ext>
                </a:extLst>
              </p:cNvPr>
              <p:cNvSpPr/>
              <p:nvPr/>
            </p:nvSpPr>
            <p:spPr>
              <a:xfrm>
                <a:off x="10337751" y="1811744"/>
                <a:ext cx="7047" cy="198636"/>
              </a:xfrm>
              <a:custGeom>
                <a:avLst/>
                <a:gdLst>
                  <a:gd name="connsiteX0" fmla="*/ 14080 w 15359"/>
                  <a:gd name="connsiteY0" fmla="*/ 432903 h 432902"/>
                  <a:gd name="connsiteX1" fmla="*/ 1886 w 15359"/>
                  <a:gd name="connsiteY1" fmla="*/ 432903 h 432902"/>
                  <a:gd name="connsiteX2" fmla="*/ 0 w 15359"/>
                  <a:gd name="connsiteY2" fmla="*/ 431016 h 432902"/>
                  <a:gd name="connsiteX3" fmla="*/ 0 w 15359"/>
                  <a:gd name="connsiteY3" fmla="*/ 1886 h 432902"/>
                  <a:gd name="connsiteX4" fmla="*/ 1886 w 15359"/>
                  <a:gd name="connsiteY4" fmla="*/ 0 h 432902"/>
                  <a:gd name="connsiteX5" fmla="*/ 14080 w 15359"/>
                  <a:gd name="connsiteY5" fmla="*/ 0 h 432902"/>
                  <a:gd name="connsiteX6" fmla="*/ 15360 w 15359"/>
                  <a:gd name="connsiteY6" fmla="*/ 1280 h 432902"/>
                  <a:gd name="connsiteX7" fmla="*/ 15360 w 15359"/>
                  <a:gd name="connsiteY7" fmla="*/ 431690 h 432902"/>
                  <a:gd name="connsiteX8" fmla="*/ 14080 w 15359"/>
                  <a:gd name="connsiteY8" fmla="*/ 432903 h 4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" h="432902">
                    <a:moveTo>
                      <a:pt x="14080" y="432903"/>
                    </a:moveTo>
                    <a:lnTo>
                      <a:pt x="1886" y="432903"/>
                    </a:lnTo>
                    <a:cubicBezTo>
                      <a:pt x="808" y="432903"/>
                      <a:pt x="0" y="432027"/>
                      <a:pt x="0" y="431016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4080" y="0"/>
                    </a:lnTo>
                    <a:cubicBezTo>
                      <a:pt x="14753" y="0"/>
                      <a:pt x="15360" y="539"/>
                      <a:pt x="15360" y="1280"/>
                    </a:cubicBezTo>
                    <a:lnTo>
                      <a:pt x="15360" y="431690"/>
                    </a:lnTo>
                    <a:cubicBezTo>
                      <a:pt x="15360" y="432364"/>
                      <a:pt x="14821" y="432903"/>
                      <a:pt x="14080" y="432903"/>
                    </a:cubicBezTo>
                    <a:close/>
                  </a:path>
                </a:pathLst>
              </a:custGeom>
              <a:solidFill>
                <a:srgbClr val="4A4C4D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Oval 216">
                <a:extLst>
                  <a:ext uri="{FF2B5EF4-FFF2-40B4-BE49-F238E27FC236}">
                    <a16:creationId xmlns:a16="http://schemas.microsoft.com/office/drawing/2014/main" id="{C82B9162-3410-48AF-BFE4-491BEAAEBD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4840" y="385880"/>
                <a:ext cx="73152" cy="73152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217">
                <a:extLst>
                  <a:ext uri="{FF2B5EF4-FFF2-40B4-BE49-F238E27FC236}">
                    <a16:creationId xmlns:a16="http://schemas.microsoft.com/office/drawing/2014/main" id="{F374B020-B153-4008-9602-6165075186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9414" y="390452"/>
                <a:ext cx="64008" cy="64008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218">
                <a:extLst>
                  <a:ext uri="{FF2B5EF4-FFF2-40B4-BE49-F238E27FC236}">
                    <a16:creationId xmlns:a16="http://schemas.microsoft.com/office/drawing/2014/main" id="{D8D02EB5-402C-4A17-BAB5-36F51A04FA4E}"/>
                  </a:ext>
                </a:extLst>
              </p:cNvPr>
              <p:cNvSpPr/>
              <p:nvPr/>
            </p:nvSpPr>
            <p:spPr>
              <a:xfrm>
                <a:off x="9835596" y="406637"/>
                <a:ext cx="31638" cy="3163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Oval 219">
                <a:extLst>
                  <a:ext uri="{FF2B5EF4-FFF2-40B4-BE49-F238E27FC236}">
                    <a16:creationId xmlns:a16="http://schemas.microsoft.com/office/drawing/2014/main" id="{F5EE7919-F09C-41AE-A358-8370A8C2475B}"/>
                  </a:ext>
                </a:extLst>
              </p:cNvPr>
              <p:cNvSpPr/>
              <p:nvPr/>
            </p:nvSpPr>
            <p:spPr>
              <a:xfrm>
                <a:off x="9843025" y="414064"/>
                <a:ext cx="16783" cy="16783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Graphic 2">
                <a:extLst>
                  <a:ext uri="{FF2B5EF4-FFF2-40B4-BE49-F238E27FC236}">
                    <a16:creationId xmlns:a16="http://schemas.microsoft.com/office/drawing/2014/main" id="{4954584B-642D-45C1-A6C3-7797F26C79C8}"/>
                  </a:ext>
                </a:extLst>
              </p:cNvPr>
              <p:cNvSpPr/>
              <p:nvPr userDrawn="1"/>
            </p:nvSpPr>
            <p:spPr>
              <a:xfrm flipH="1">
                <a:off x="8769273" y="781546"/>
                <a:ext cx="5842" cy="81663"/>
              </a:xfrm>
              <a:custGeom>
                <a:avLst/>
                <a:gdLst>
                  <a:gd name="connsiteX0" fmla="*/ 17650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650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650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24" y="390327"/>
                      <a:pt x="17650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F609A94B-127B-47A1-8354-053C284F177E}"/>
                </a:ext>
              </a:extLst>
            </p:cNvPr>
            <p:cNvSpPr/>
            <p:nvPr userDrawn="1"/>
          </p:nvSpPr>
          <p:spPr>
            <a:xfrm>
              <a:off x="555386" y="6085986"/>
              <a:ext cx="2644061" cy="423746"/>
            </a:xfrm>
            <a:prstGeom prst="trapezoid">
              <a:avLst>
                <a:gd name="adj" fmla="val 3552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그림 개체 틀 2">
            <a:extLst>
              <a:ext uri="{FF2B5EF4-FFF2-40B4-BE49-F238E27FC236}">
                <a16:creationId xmlns:a16="http://schemas.microsoft.com/office/drawing/2014/main" id="{40F32228-AA31-4E10-8E54-81A715510B5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91176" y="1"/>
            <a:ext cx="6605602" cy="6866390"/>
          </a:xfrm>
          <a:custGeom>
            <a:avLst/>
            <a:gdLst>
              <a:gd name="connsiteX0" fmla="*/ 0 w 4427984"/>
              <a:gd name="connsiteY0" fmla="*/ 0 h 6866389"/>
              <a:gd name="connsiteX1" fmla="*/ 4427984 w 4427984"/>
              <a:gd name="connsiteY1" fmla="*/ 0 h 6866389"/>
              <a:gd name="connsiteX2" fmla="*/ 4427984 w 4427984"/>
              <a:gd name="connsiteY2" fmla="*/ 6866389 h 6866389"/>
              <a:gd name="connsiteX3" fmla="*/ 0 w 4427984"/>
              <a:gd name="connsiteY3" fmla="*/ 6866389 h 6866389"/>
              <a:gd name="connsiteX4" fmla="*/ 0 w 4427984"/>
              <a:gd name="connsiteY4" fmla="*/ 0 h 6866389"/>
              <a:gd name="connsiteX0" fmla="*/ 595618 w 4427984"/>
              <a:gd name="connsiteY0" fmla="*/ 0 h 6883167"/>
              <a:gd name="connsiteX1" fmla="*/ 4427984 w 4427984"/>
              <a:gd name="connsiteY1" fmla="*/ 16778 h 6883167"/>
              <a:gd name="connsiteX2" fmla="*/ 4427984 w 4427984"/>
              <a:gd name="connsiteY2" fmla="*/ 6883167 h 6883167"/>
              <a:gd name="connsiteX3" fmla="*/ 0 w 4427984"/>
              <a:gd name="connsiteY3" fmla="*/ 6883167 h 6883167"/>
              <a:gd name="connsiteX4" fmla="*/ 595618 w 4427984"/>
              <a:gd name="connsiteY4" fmla="*/ 0 h 6883167"/>
              <a:gd name="connsiteX0" fmla="*/ 1258348 w 5090714"/>
              <a:gd name="connsiteY0" fmla="*/ 0 h 6883167"/>
              <a:gd name="connsiteX1" fmla="*/ 5090714 w 5090714"/>
              <a:gd name="connsiteY1" fmla="*/ 16778 h 6883167"/>
              <a:gd name="connsiteX2" fmla="*/ 5090714 w 5090714"/>
              <a:gd name="connsiteY2" fmla="*/ 6883167 h 6883167"/>
              <a:gd name="connsiteX3" fmla="*/ 0 w 5090714"/>
              <a:gd name="connsiteY3" fmla="*/ 6874779 h 6883167"/>
              <a:gd name="connsiteX4" fmla="*/ 1258348 w 5090714"/>
              <a:gd name="connsiteY4" fmla="*/ 0 h 6883167"/>
              <a:gd name="connsiteX0" fmla="*/ 1493240 w 5090714"/>
              <a:gd name="connsiteY0" fmla="*/ 0 h 6883167"/>
              <a:gd name="connsiteX1" fmla="*/ 5090714 w 5090714"/>
              <a:gd name="connsiteY1" fmla="*/ 16778 h 6883167"/>
              <a:gd name="connsiteX2" fmla="*/ 5090714 w 5090714"/>
              <a:gd name="connsiteY2" fmla="*/ 6883167 h 6883167"/>
              <a:gd name="connsiteX3" fmla="*/ 0 w 5090714"/>
              <a:gd name="connsiteY3" fmla="*/ 6874779 h 6883167"/>
              <a:gd name="connsiteX4" fmla="*/ 1493240 w 5090714"/>
              <a:gd name="connsiteY4" fmla="*/ 0 h 6883167"/>
              <a:gd name="connsiteX0" fmla="*/ 1459684 w 5090714"/>
              <a:gd name="connsiteY0" fmla="*/ 0 h 6866389"/>
              <a:gd name="connsiteX1" fmla="*/ 5090714 w 5090714"/>
              <a:gd name="connsiteY1" fmla="*/ 0 h 6866389"/>
              <a:gd name="connsiteX2" fmla="*/ 5090714 w 5090714"/>
              <a:gd name="connsiteY2" fmla="*/ 6866389 h 6866389"/>
              <a:gd name="connsiteX3" fmla="*/ 0 w 5090714"/>
              <a:gd name="connsiteY3" fmla="*/ 6858001 h 6866389"/>
              <a:gd name="connsiteX4" fmla="*/ 1459684 w 5090714"/>
              <a:gd name="connsiteY4" fmla="*/ 0 h 6866389"/>
              <a:gd name="connsiteX0" fmla="*/ 1711354 w 5090714"/>
              <a:gd name="connsiteY0" fmla="*/ 0 h 6874778"/>
              <a:gd name="connsiteX1" fmla="*/ 5090714 w 5090714"/>
              <a:gd name="connsiteY1" fmla="*/ 8389 h 6874778"/>
              <a:gd name="connsiteX2" fmla="*/ 5090714 w 5090714"/>
              <a:gd name="connsiteY2" fmla="*/ 6874778 h 6874778"/>
              <a:gd name="connsiteX3" fmla="*/ 0 w 5090714"/>
              <a:gd name="connsiteY3" fmla="*/ 6866390 h 6874778"/>
              <a:gd name="connsiteX4" fmla="*/ 1711354 w 5090714"/>
              <a:gd name="connsiteY4" fmla="*/ 0 h 6874778"/>
              <a:gd name="connsiteX0" fmla="*/ 1937857 w 5317217"/>
              <a:gd name="connsiteY0" fmla="*/ 0 h 6874779"/>
              <a:gd name="connsiteX1" fmla="*/ 5317217 w 5317217"/>
              <a:gd name="connsiteY1" fmla="*/ 8389 h 6874779"/>
              <a:gd name="connsiteX2" fmla="*/ 5317217 w 5317217"/>
              <a:gd name="connsiteY2" fmla="*/ 6874778 h 6874779"/>
              <a:gd name="connsiteX3" fmla="*/ 0 w 5317217"/>
              <a:gd name="connsiteY3" fmla="*/ 6874779 h 6874779"/>
              <a:gd name="connsiteX4" fmla="*/ 1937857 w 5317217"/>
              <a:gd name="connsiteY4" fmla="*/ 0 h 6874779"/>
              <a:gd name="connsiteX0" fmla="*/ 1280632 w 5317217"/>
              <a:gd name="connsiteY0" fmla="*/ 10661 h 6866390"/>
              <a:gd name="connsiteX1" fmla="*/ 5317217 w 5317217"/>
              <a:gd name="connsiteY1" fmla="*/ 0 h 6866390"/>
              <a:gd name="connsiteX2" fmla="*/ 5317217 w 5317217"/>
              <a:gd name="connsiteY2" fmla="*/ 6866389 h 6866390"/>
              <a:gd name="connsiteX3" fmla="*/ 0 w 5317217"/>
              <a:gd name="connsiteY3" fmla="*/ 6866390 h 6866390"/>
              <a:gd name="connsiteX4" fmla="*/ 1280632 w 5317217"/>
              <a:gd name="connsiteY4" fmla="*/ 10661 h 6866390"/>
              <a:gd name="connsiteX0" fmla="*/ 1280632 w 5317217"/>
              <a:gd name="connsiteY0" fmla="*/ 1136 h 6866390"/>
              <a:gd name="connsiteX1" fmla="*/ 5317217 w 5317217"/>
              <a:gd name="connsiteY1" fmla="*/ 0 h 6866390"/>
              <a:gd name="connsiteX2" fmla="*/ 5317217 w 5317217"/>
              <a:gd name="connsiteY2" fmla="*/ 6866389 h 6866390"/>
              <a:gd name="connsiteX3" fmla="*/ 0 w 5317217"/>
              <a:gd name="connsiteY3" fmla="*/ 6866390 h 6866390"/>
              <a:gd name="connsiteX4" fmla="*/ 1280632 w 5317217"/>
              <a:gd name="connsiteY4" fmla="*/ 1136 h 6866390"/>
              <a:gd name="connsiteX0" fmla="*/ 1413982 w 5450567"/>
              <a:gd name="connsiteY0" fmla="*/ 1136 h 6866390"/>
              <a:gd name="connsiteX1" fmla="*/ 5450567 w 5450567"/>
              <a:gd name="connsiteY1" fmla="*/ 0 h 6866390"/>
              <a:gd name="connsiteX2" fmla="*/ 5450567 w 5450567"/>
              <a:gd name="connsiteY2" fmla="*/ 6866389 h 6866390"/>
              <a:gd name="connsiteX3" fmla="*/ 0 w 5450567"/>
              <a:gd name="connsiteY3" fmla="*/ 6866390 h 6866390"/>
              <a:gd name="connsiteX4" fmla="*/ 1413982 w 5450567"/>
              <a:gd name="connsiteY4" fmla="*/ 1136 h 6866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0567" h="6866390">
                <a:moveTo>
                  <a:pt x="1413982" y="1136"/>
                </a:moveTo>
                <a:lnTo>
                  <a:pt x="5450567" y="0"/>
                </a:lnTo>
                <a:lnTo>
                  <a:pt x="5450567" y="6866389"/>
                </a:lnTo>
                <a:lnTo>
                  <a:pt x="0" y="6866390"/>
                </a:lnTo>
                <a:lnTo>
                  <a:pt x="1413982" y="113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2" name="그림 개체 틀 28">
            <a:extLst>
              <a:ext uri="{FF2B5EF4-FFF2-40B4-BE49-F238E27FC236}">
                <a16:creationId xmlns:a16="http://schemas.microsoft.com/office/drawing/2014/main" id="{75DB762C-2BD8-4531-BF69-331EFD9A84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4694" y="1873256"/>
            <a:ext cx="2086440" cy="4306019"/>
          </a:xfrm>
          <a:custGeom>
            <a:avLst/>
            <a:gdLst>
              <a:gd name="connsiteX0" fmla="*/ 224424 w 2086440"/>
              <a:gd name="connsiteY0" fmla="*/ 0 h 4306019"/>
              <a:gd name="connsiteX1" fmla="*/ 423133 w 2086440"/>
              <a:gd name="connsiteY1" fmla="*/ 0 h 4306019"/>
              <a:gd name="connsiteX2" fmla="*/ 442396 w 2086440"/>
              <a:gd name="connsiteY2" fmla="*/ 18238 h 4306019"/>
              <a:gd name="connsiteX3" fmla="*/ 591450 w 2086440"/>
              <a:gd name="connsiteY3" fmla="*/ 159360 h 4306019"/>
              <a:gd name="connsiteX4" fmla="*/ 1485639 w 2086440"/>
              <a:gd name="connsiteY4" fmla="*/ 159360 h 4306019"/>
              <a:gd name="connsiteX5" fmla="*/ 1634694 w 2086440"/>
              <a:gd name="connsiteY5" fmla="*/ 18238 h 4306019"/>
              <a:gd name="connsiteX6" fmla="*/ 1653957 w 2086440"/>
              <a:gd name="connsiteY6" fmla="*/ 0 h 4306019"/>
              <a:gd name="connsiteX7" fmla="*/ 1862017 w 2086440"/>
              <a:gd name="connsiteY7" fmla="*/ 0 h 4306019"/>
              <a:gd name="connsiteX8" fmla="*/ 2086440 w 2086440"/>
              <a:gd name="connsiteY8" fmla="*/ 212479 h 4306019"/>
              <a:gd name="connsiteX9" fmla="*/ 2086440 w 2086440"/>
              <a:gd name="connsiteY9" fmla="*/ 4093539 h 4306019"/>
              <a:gd name="connsiteX10" fmla="*/ 1862017 w 2086440"/>
              <a:gd name="connsiteY10" fmla="*/ 4306019 h 4306019"/>
              <a:gd name="connsiteX11" fmla="*/ 224424 w 2086440"/>
              <a:gd name="connsiteY11" fmla="*/ 4306019 h 4306019"/>
              <a:gd name="connsiteX12" fmla="*/ 0 w 2086440"/>
              <a:gd name="connsiteY12" fmla="*/ 4093539 h 4306019"/>
              <a:gd name="connsiteX13" fmla="*/ 0 w 2086440"/>
              <a:gd name="connsiteY13" fmla="*/ 212479 h 4306019"/>
              <a:gd name="connsiteX14" fmla="*/ 224424 w 2086440"/>
              <a:gd name="connsiteY14" fmla="*/ 0 h 430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86440" h="4306019">
                <a:moveTo>
                  <a:pt x="224424" y="0"/>
                </a:moveTo>
                <a:lnTo>
                  <a:pt x="423133" y="0"/>
                </a:lnTo>
                <a:cubicBezTo>
                  <a:pt x="433746" y="0"/>
                  <a:pt x="442396" y="8145"/>
                  <a:pt x="442396" y="18238"/>
                </a:cubicBezTo>
                <a:cubicBezTo>
                  <a:pt x="442396" y="96191"/>
                  <a:pt x="509162" y="159360"/>
                  <a:pt x="591450" y="159360"/>
                </a:cubicBezTo>
                <a:lnTo>
                  <a:pt x="1485639" y="159360"/>
                </a:lnTo>
                <a:cubicBezTo>
                  <a:pt x="1567975" y="159360"/>
                  <a:pt x="1634694" y="96147"/>
                  <a:pt x="1634694" y="18238"/>
                </a:cubicBezTo>
                <a:cubicBezTo>
                  <a:pt x="1634694" y="8190"/>
                  <a:pt x="1643297" y="0"/>
                  <a:pt x="1653957" y="0"/>
                </a:cubicBezTo>
                <a:lnTo>
                  <a:pt x="1862017" y="0"/>
                </a:lnTo>
                <a:cubicBezTo>
                  <a:pt x="1985964" y="0"/>
                  <a:pt x="2086440" y="95129"/>
                  <a:pt x="2086440" y="212479"/>
                </a:cubicBezTo>
                <a:lnTo>
                  <a:pt x="2086440" y="4093539"/>
                </a:lnTo>
                <a:cubicBezTo>
                  <a:pt x="2086440" y="4210890"/>
                  <a:pt x="1985964" y="4306019"/>
                  <a:pt x="1862017" y="4306019"/>
                </a:cubicBezTo>
                <a:lnTo>
                  <a:pt x="224424" y="4306019"/>
                </a:lnTo>
                <a:cubicBezTo>
                  <a:pt x="100476" y="4306019"/>
                  <a:pt x="0" y="4210890"/>
                  <a:pt x="0" y="4093539"/>
                </a:cubicBezTo>
                <a:lnTo>
                  <a:pt x="0" y="212479"/>
                </a:lnTo>
                <a:cubicBezTo>
                  <a:pt x="0" y="95129"/>
                  <a:pt x="100476" y="0"/>
                  <a:pt x="22442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A0D6241B-46ED-4A9D-88A3-F825F019D31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726660" y="0"/>
            <a:ext cx="398469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7BCBD058-7C7A-4A21-99AA-AE9541D2BA1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53187" y="0"/>
            <a:ext cx="3612155" cy="364889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49E130B5-68AB-4CB4-967B-BAE39A9EA87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1876" y="448493"/>
            <a:ext cx="5090159" cy="5961014"/>
          </a:xfrm>
          <a:custGeom>
            <a:avLst/>
            <a:gdLst>
              <a:gd name="connsiteX0" fmla="*/ 2355665 w 4589410"/>
              <a:gd name="connsiteY0" fmla="*/ 5725881 h 5961014"/>
              <a:gd name="connsiteX1" fmla="*/ 3984168 w 4589410"/>
              <a:gd name="connsiteY1" fmla="*/ 5725881 h 5961014"/>
              <a:gd name="connsiteX2" fmla="*/ 3984168 w 4589410"/>
              <a:gd name="connsiteY2" fmla="*/ 5961014 h 5961014"/>
              <a:gd name="connsiteX3" fmla="*/ 2355665 w 4589410"/>
              <a:gd name="connsiteY3" fmla="*/ 5961014 h 5961014"/>
              <a:gd name="connsiteX4" fmla="*/ 605244 w 4589410"/>
              <a:gd name="connsiteY4" fmla="*/ 5190304 h 5961014"/>
              <a:gd name="connsiteX5" fmla="*/ 2233747 w 4589410"/>
              <a:gd name="connsiteY5" fmla="*/ 5190304 h 5961014"/>
              <a:gd name="connsiteX6" fmla="*/ 2233747 w 4589410"/>
              <a:gd name="connsiteY6" fmla="*/ 5756361 h 5961014"/>
              <a:gd name="connsiteX7" fmla="*/ 605244 w 4589410"/>
              <a:gd name="connsiteY7" fmla="*/ 5756361 h 5961014"/>
              <a:gd name="connsiteX8" fmla="*/ 2355665 w 4589410"/>
              <a:gd name="connsiteY8" fmla="*/ 4214945 h 5961014"/>
              <a:gd name="connsiteX9" fmla="*/ 3984168 w 4589410"/>
              <a:gd name="connsiteY9" fmla="*/ 4214945 h 5961014"/>
              <a:gd name="connsiteX10" fmla="*/ 3984168 w 4589410"/>
              <a:gd name="connsiteY10" fmla="*/ 5608316 h 5961014"/>
              <a:gd name="connsiteX11" fmla="*/ 2355665 w 4589410"/>
              <a:gd name="connsiteY11" fmla="*/ 5608316 h 5961014"/>
              <a:gd name="connsiteX12" fmla="*/ 1 w 4589410"/>
              <a:gd name="connsiteY12" fmla="*/ 2233746 h 5961014"/>
              <a:gd name="connsiteX13" fmla="*/ 483327 w 4589410"/>
              <a:gd name="connsiteY13" fmla="*/ 2233746 h 5961014"/>
              <a:gd name="connsiteX14" fmla="*/ 483327 w 4589410"/>
              <a:gd name="connsiteY14" fmla="*/ 5961014 h 5961014"/>
              <a:gd name="connsiteX15" fmla="*/ 1 w 4589410"/>
              <a:gd name="connsiteY15" fmla="*/ 5961014 h 5961014"/>
              <a:gd name="connsiteX16" fmla="*/ 4106084 w 4589410"/>
              <a:gd name="connsiteY16" fmla="*/ 1820090 h 5961014"/>
              <a:gd name="connsiteX17" fmla="*/ 4589410 w 4589410"/>
              <a:gd name="connsiteY17" fmla="*/ 1820090 h 5961014"/>
              <a:gd name="connsiteX18" fmla="*/ 4589410 w 4589410"/>
              <a:gd name="connsiteY18" fmla="*/ 5608315 h 5961014"/>
              <a:gd name="connsiteX19" fmla="*/ 4106084 w 4589410"/>
              <a:gd name="connsiteY19" fmla="*/ 5608315 h 5961014"/>
              <a:gd name="connsiteX20" fmla="*/ 605244 w 4589410"/>
              <a:gd name="connsiteY20" fmla="*/ 1323701 h 5961014"/>
              <a:gd name="connsiteX21" fmla="*/ 2233747 w 4589410"/>
              <a:gd name="connsiteY21" fmla="*/ 1323701 h 5961014"/>
              <a:gd name="connsiteX22" fmla="*/ 2233747 w 4589410"/>
              <a:gd name="connsiteY22" fmla="*/ 5050968 h 5961014"/>
              <a:gd name="connsiteX23" fmla="*/ 605244 w 4589410"/>
              <a:gd name="connsiteY23" fmla="*/ 5050968 h 5961014"/>
              <a:gd name="connsiteX24" fmla="*/ 1 w 4589410"/>
              <a:gd name="connsiteY24" fmla="*/ 1323701 h 5961014"/>
              <a:gd name="connsiteX25" fmla="*/ 483327 w 4589410"/>
              <a:gd name="connsiteY25" fmla="*/ 1323701 h 5961014"/>
              <a:gd name="connsiteX26" fmla="*/ 483327 w 4589410"/>
              <a:gd name="connsiteY26" fmla="*/ 2133597 h 5961014"/>
              <a:gd name="connsiteX27" fmla="*/ 1 w 4589410"/>
              <a:gd name="connsiteY27" fmla="*/ 2133597 h 5961014"/>
              <a:gd name="connsiteX28" fmla="*/ 4106084 w 4589410"/>
              <a:gd name="connsiteY28" fmla="*/ 910045 h 5961014"/>
              <a:gd name="connsiteX29" fmla="*/ 4589410 w 4589410"/>
              <a:gd name="connsiteY29" fmla="*/ 910045 h 5961014"/>
              <a:gd name="connsiteX30" fmla="*/ 4589410 w 4589410"/>
              <a:gd name="connsiteY30" fmla="*/ 1719942 h 5961014"/>
              <a:gd name="connsiteX31" fmla="*/ 4106084 w 4589410"/>
              <a:gd name="connsiteY31" fmla="*/ 1719942 h 5961014"/>
              <a:gd name="connsiteX32" fmla="*/ 2355665 w 4589410"/>
              <a:gd name="connsiteY32" fmla="*/ 370113 h 5961014"/>
              <a:gd name="connsiteX33" fmla="*/ 3984168 w 4589410"/>
              <a:gd name="connsiteY33" fmla="*/ 370113 h 5961014"/>
              <a:gd name="connsiteX34" fmla="*/ 3984168 w 4589410"/>
              <a:gd name="connsiteY34" fmla="*/ 4097380 h 5961014"/>
              <a:gd name="connsiteX35" fmla="*/ 2355665 w 4589410"/>
              <a:gd name="connsiteY35" fmla="*/ 4097380 h 5961014"/>
              <a:gd name="connsiteX36" fmla="*/ 0 w 4589410"/>
              <a:gd name="connsiteY36" fmla="*/ 370113 h 5961014"/>
              <a:gd name="connsiteX37" fmla="*/ 1084218 w 4589410"/>
              <a:gd name="connsiteY37" fmla="*/ 370113 h 5961014"/>
              <a:gd name="connsiteX38" fmla="*/ 1084218 w 4589410"/>
              <a:gd name="connsiteY38" fmla="*/ 1184364 h 5961014"/>
              <a:gd name="connsiteX39" fmla="*/ 0 w 4589410"/>
              <a:gd name="connsiteY39" fmla="*/ 1184364 h 5961014"/>
              <a:gd name="connsiteX40" fmla="*/ 4106084 w 4589410"/>
              <a:gd name="connsiteY40" fmla="*/ 0 h 5961014"/>
              <a:gd name="connsiteX41" fmla="*/ 4589410 w 4589410"/>
              <a:gd name="connsiteY41" fmla="*/ 0 h 5961014"/>
              <a:gd name="connsiteX42" fmla="*/ 4589410 w 4589410"/>
              <a:gd name="connsiteY42" fmla="*/ 809897 h 5961014"/>
              <a:gd name="connsiteX43" fmla="*/ 4106084 w 4589410"/>
              <a:gd name="connsiteY43" fmla="*/ 809897 h 5961014"/>
              <a:gd name="connsiteX44" fmla="*/ 1206136 w 4589410"/>
              <a:gd name="connsiteY44" fmla="*/ 0 h 5961014"/>
              <a:gd name="connsiteX45" fmla="*/ 2233747 w 4589410"/>
              <a:gd name="connsiteY45" fmla="*/ 0 h 5961014"/>
              <a:gd name="connsiteX46" fmla="*/ 2233747 w 4589410"/>
              <a:gd name="connsiteY46" fmla="*/ 1184364 h 5961014"/>
              <a:gd name="connsiteX47" fmla="*/ 1206136 w 4589410"/>
              <a:gd name="connsiteY47" fmla="*/ 1184364 h 5961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589410" h="5961014">
                <a:moveTo>
                  <a:pt x="2355665" y="5725881"/>
                </a:moveTo>
                <a:lnTo>
                  <a:pt x="3984168" y="5725881"/>
                </a:lnTo>
                <a:lnTo>
                  <a:pt x="3984168" y="5961014"/>
                </a:lnTo>
                <a:lnTo>
                  <a:pt x="2355665" y="5961014"/>
                </a:lnTo>
                <a:close/>
                <a:moveTo>
                  <a:pt x="605244" y="5190304"/>
                </a:moveTo>
                <a:lnTo>
                  <a:pt x="2233747" y="5190304"/>
                </a:lnTo>
                <a:lnTo>
                  <a:pt x="2233747" y="5756361"/>
                </a:lnTo>
                <a:lnTo>
                  <a:pt x="605244" y="5756361"/>
                </a:lnTo>
                <a:close/>
                <a:moveTo>
                  <a:pt x="2355665" y="4214945"/>
                </a:moveTo>
                <a:lnTo>
                  <a:pt x="3984168" y="4214945"/>
                </a:lnTo>
                <a:lnTo>
                  <a:pt x="3984168" y="5608316"/>
                </a:lnTo>
                <a:lnTo>
                  <a:pt x="2355665" y="5608316"/>
                </a:lnTo>
                <a:close/>
                <a:moveTo>
                  <a:pt x="1" y="2233746"/>
                </a:moveTo>
                <a:lnTo>
                  <a:pt x="483327" y="2233746"/>
                </a:lnTo>
                <a:lnTo>
                  <a:pt x="483327" y="5961014"/>
                </a:lnTo>
                <a:lnTo>
                  <a:pt x="1" y="5961014"/>
                </a:lnTo>
                <a:close/>
                <a:moveTo>
                  <a:pt x="4106084" y="1820090"/>
                </a:moveTo>
                <a:lnTo>
                  <a:pt x="4589410" y="1820090"/>
                </a:lnTo>
                <a:lnTo>
                  <a:pt x="4589410" y="5608315"/>
                </a:lnTo>
                <a:lnTo>
                  <a:pt x="4106084" y="5608315"/>
                </a:lnTo>
                <a:close/>
                <a:moveTo>
                  <a:pt x="605244" y="1323701"/>
                </a:moveTo>
                <a:lnTo>
                  <a:pt x="2233747" y="1323701"/>
                </a:lnTo>
                <a:lnTo>
                  <a:pt x="2233747" y="5050968"/>
                </a:lnTo>
                <a:lnTo>
                  <a:pt x="605244" y="5050968"/>
                </a:lnTo>
                <a:close/>
                <a:moveTo>
                  <a:pt x="1" y="1323701"/>
                </a:moveTo>
                <a:lnTo>
                  <a:pt x="483327" y="1323701"/>
                </a:lnTo>
                <a:lnTo>
                  <a:pt x="483327" y="2133597"/>
                </a:lnTo>
                <a:lnTo>
                  <a:pt x="1" y="2133597"/>
                </a:lnTo>
                <a:close/>
                <a:moveTo>
                  <a:pt x="4106084" y="910045"/>
                </a:moveTo>
                <a:lnTo>
                  <a:pt x="4589410" y="910045"/>
                </a:lnTo>
                <a:lnTo>
                  <a:pt x="4589410" y="1719942"/>
                </a:lnTo>
                <a:lnTo>
                  <a:pt x="4106084" y="1719942"/>
                </a:lnTo>
                <a:close/>
                <a:moveTo>
                  <a:pt x="2355665" y="370113"/>
                </a:moveTo>
                <a:lnTo>
                  <a:pt x="3984168" y="370113"/>
                </a:lnTo>
                <a:lnTo>
                  <a:pt x="3984168" y="4097380"/>
                </a:lnTo>
                <a:lnTo>
                  <a:pt x="2355665" y="4097380"/>
                </a:lnTo>
                <a:close/>
                <a:moveTo>
                  <a:pt x="0" y="370113"/>
                </a:moveTo>
                <a:lnTo>
                  <a:pt x="1084218" y="370113"/>
                </a:lnTo>
                <a:lnTo>
                  <a:pt x="1084218" y="1184364"/>
                </a:lnTo>
                <a:lnTo>
                  <a:pt x="0" y="1184364"/>
                </a:lnTo>
                <a:close/>
                <a:moveTo>
                  <a:pt x="4106084" y="0"/>
                </a:moveTo>
                <a:lnTo>
                  <a:pt x="4589410" y="0"/>
                </a:lnTo>
                <a:lnTo>
                  <a:pt x="4589410" y="809897"/>
                </a:lnTo>
                <a:lnTo>
                  <a:pt x="4106084" y="809897"/>
                </a:lnTo>
                <a:close/>
                <a:moveTo>
                  <a:pt x="1206136" y="0"/>
                </a:moveTo>
                <a:lnTo>
                  <a:pt x="2233747" y="0"/>
                </a:lnTo>
                <a:lnTo>
                  <a:pt x="2233747" y="1184364"/>
                </a:lnTo>
                <a:lnTo>
                  <a:pt x="1206136" y="118436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0">
            <a:extLst>
              <a:ext uri="{FF2B5EF4-FFF2-40B4-BE49-F238E27FC236}">
                <a16:creationId xmlns:a16="http://schemas.microsoft.com/office/drawing/2014/main" id="{F5BF5079-A64D-4D1E-9E94-9FD858614BFD}"/>
              </a:ext>
            </a:extLst>
          </p:cNvPr>
          <p:cNvSpPr/>
          <p:nvPr userDrawn="1"/>
        </p:nvSpPr>
        <p:spPr>
          <a:xfrm>
            <a:off x="773004" y="5751819"/>
            <a:ext cx="4431324" cy="44887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" name="막힌 원호 2">
            <a:extLst>
              <a:ext uri="{FF2B5EF4-FFF2-40B4-BE49-F238E27FC236}">
                <a16:creationId xmlns:a16="http://schemas.microsoft.com/office/drawing/2014/main" id="{BBB6149C-4523-41A3-83CE-DBFC5A1AD751}"/>
              </a:ext>
            </a:extLst>
          </p:cNvPr>
          <p:cNvSpPr/>
          <p:nvPr userDrawn="1"/>
        </p:nvSpPr>
        <p:spPr>
          <a:xfrm>
            <a:off x="4093892" y="1932823"/>
            <a:ext cx="3960000" cy="3960000"/>
          </a:xfrm>
          <a:prstGeom prst="blockArc">
            <a:avLst>
              <a:gd name="adj1" fmla="val 13812800"/>
              <a:gd name="adj2" fmla="val 7644143"/>
              <a:gd name="adj3" fmla="val 1399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grpSp>
        <p:nvGrpSpPr>
          <p:cNvPr id="4" name="Graphic 14">
            <a:extLst>
              <a:ext uri="{FF2B5EF4-FFF2-40B4-BE49-F238E27FC236}">
                <a16:creationId xmlns:a16="http://schemas.microsoft.com/office/drawing/2014/main" id="{A9E578DA-3A1D-4106-819A-D3E563163F98}"/>
              </a:ext>
            </a:extLst>
          </p:cNvPr>
          <p:cNvGrpSpPr/>
          <p:nvPr userDrawn="1"/>
        </p:nvGrpSpPr>
        <p:grpSpPr>
          <a:xfrm>
            <a:off x="684657" y="2327885"/>
            <a:ext cx="4655267" cy="3661447"/>
            <a:chOff x="2444748" y="555045"/>
            <a:chExt cx="7282048" cy="5727454"/>
          </a:xfrm>
        </p:grpSpPr>
        <p:sp>
          <p:nvSpPr>
            <p:cNvPr id="5" name="Freeform: Shape 18">
              <a:extLst>
                <a:ext uri="{FF2B5EF4-FFF2-40B4-BE49-F238E27FC236}">
                  <a16:creationId xmlns:a16="http://schemas.microsoft.com/office/drawing/2014/main" id="{FA1FB909-AB37-474C-973D-0FA2AD1DB9D0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eform: Shape 19">
              <a:extLst>
                <a:ext uri="{FF2B5EF4-FFF2-40B4-BE49-F238E27FC236}">
                  <a16:creationId xmlns:a16="http://schemas.microsoft.com/office/drawing/2014/main" id="{E439DEF7-19AF-4977-B406-9BCF3071592C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15A8FF8A-88DE-4960-9A7B-D6C5DC97D26E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21">
              <a:extLst>
                <a:ext uri="{FF2B5EF4-FFF2-40B4-BE49-F238E27FC236}">
                  <a16:creationId xmlns:a16="http://schemas.microsoft.com/office/drawing/2014/main" id="{FCC57F82-48CD-40B4-9212-8237F861442F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22">
              <a:extLst>
                <a:ext uri="{FF2B5EF4-FFF2-40B4-BE49-F238E27FC236}">
                  <a16:creationId xmlns:a16="http://schemas.microsoft.com/office/drawing/2014/main" id="{D2A0ACD1-2C17-4564-90E1-1A302782E159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23">
              <a:extLst>
                <a:ext uri="{FF2B5EF4-FFF2-40B4-BE49-F238E27FC236}">
                  <a16:creationId xmlns:a16="http://schemas.microsoft.com/office/drawing/2014/main" id="{0D722C82-FD58-4C7E-B3B4-6C79B5C887DA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24">
              <a:extLst>
                <a:ext uri="{FF2B5EF4-FFF2-40B4-BE49-F238E27FC236}">
                  <a16:creationId xmlns:a16="http://schemas.microsoft.com/office/drawing/2014/main" id="{7B6B7FB4-93DB-418F-9F04-4511213BD107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34CDC893-2ABE-4089-AA56-3885A8F3AF20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" name="그림 개체 틀 2">
            <a:extLst>
              <a:ext uri="{FF2B5EF4-FFF2-40B4-BE49-F238E27FC236}">
                <a16:creationId xmlns:a16="http://schemas.microsoft.com/office/drawing/2014/main" id="{666754B0-2F66-4935-A7BF-E34980C9A82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796604" y="2457363"/>
            <a:ext cx="4426142" cy="24871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000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AED0DFF-F520-4DD4-A1C0-6F4B93E041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547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580F8AF2-1C2C-49F2-A164-CF4AF6B2D25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77652"/>
            <a:ext cx="6702458" cy="39026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9" r:id="rId16"/>
    <p:sldLayoutId id="2147483688" r:id="rId17"/>
    <p:sldLayoutId id="2147483687" r:id="rId18"/>
    <p:sldLayoutId id="2147483671" r:id="rId19"/>
    <p:sldLayoutId id="2147483672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86C03B4D-4F2F-4752-96C5-E061FC56396A}"/>
              </a:ext>
            </a:extLst>
          </p:cNvPr>
          <p:cNvSpPr txBox="1"/>
          <p:nvPr/>
        </p:nvSpPr>
        <p:spPr>
          <a:xfrm>
            <a:off x="641500" y="627622"/>
            <a:ext cx="1033130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+mj-lt"/>
              </a:rPr>
              <a:t>Free </a:t>
            </a:r>
          </a:p>
          <a:p>
            <a:r>
              <a:rPr lang="en-US" sz="4800" dirty="0">
                <a:solidFill>
                  <a:schemeClr val="bg1"/>
                </a:solidFill>
                <a:latin typeface="+mj-lt"/>
              </a:rPr>
              <a:t>PPT Templates</a:t>
            </a:r>
            <a:endParaRPr lang="ko-KR" altLang="en-US" sz="48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8E4E4-D292-4DA8-B4B2-8E3EF32D5541}"/>
              </a:ext>
            </a:extLst>
          </p:cNvPr>
          <p:cNvSpPr txBox="1"/>
          <p:nvPr/>
        </p:nvSpPr>
        <p:spPr>
          <a:xfrm>
            <a:off x="155725" y="5943055"/>
            <a:ext cx="10257238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867" dirty="0">
                <a:solidFill>
                  <a:schemeClr val="bg1"/>
                </a:solidFill>
                <a:cs typeface="Arial" pitchFamily="34" charset="0"/>
              </a:rPr>
              <a:t>Insert the Subtitle of Your Presentation</a:t>
            </a: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006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9DBBE86-F9F4-4755-A286-DCCB9B1D3D46}"/>
              </a:ext>
            </a:extLst>
          </p:cNvPr>
          <p:cNvSpPr txBox="1"/>
          <p:nvPr/>
        </p:nvSpPr>
        <p:spPr>
          <a:xfrm>
            <a:off x="3288696" y="1212171"/>
            <a:ext cx="430354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 err="1">
                <a:solidFill>
                  <a:schemeClr val="bg1"/>
                </a:solidFill>
                <a:latin typeface="+mj-lt"/>
                <a:cs typeface="Arial" pitchFamily="34" charset="0"/>
              </a:rPr>
              <a:t>Reja</a:t>
            </a:r>
            <a:endParaRPr lang="ko-KR" altLang="en-US" sz="48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3C7A1-0A47-4B7D-8B3F-CDCEB4330CD6}"/>
              </a:ext>
            </a:extLst>
          </p:cNvPr>
          <p:cNvSpPr txBox="1"/>
          <p:nvPr/>
        </p:nvSpPr>
        <p:spPr>
          <a:xfrm>
            <a:off x="2095500" y="2428981"/>
            <a:ext cx="4843599" cy="15289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1867" dirty="0">
                <a:solidFill>
                  <a:schemeClr val="bg1"/>
                </a:solidFill>
                <a:cs typeface="Arial" pitchFamily="34" charset="0"/>
              </a:rPr>
              <a:t>Insert the Subtitle of Your Presentation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867" dirty="0">
                <a:solidFill>
                  <a:schemeClr val="bg1"/>
                </a:solidFill>
                <a:cs typeface="Arial" pitchFamily="34" charset="0"/>
              </a:rPr>
              <a:t>Insert the Subtitle of Your Presentation </a:t>
            </a: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ko-KR" sz="1867" dirty="0">
                <a:solidFill>
                  <a:schemeClr val="bg1"/>
                </a:solidFill>
                <a:cs typeface="Arial" pitchFamily="34" charset="0"/>
              </a:rPr>
              <a:t>Insert the Subtitle of Your Presentation </a:t>
            </a: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ko-KR" sz="1867" dirty="0">
                <a:solidFill>
                  <a:schemeClr val="bg1"/>
                </a:solidFill>
                <a:cs typeface="Arial" pitchFamily="34" charset="0"/>
              </a:rPr>
              <a:t>Insert the Subtitle of Your Presentation </a:t>
            </a: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764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AC48A2-34F7-42A3-9190-FEE7D57A76D2}"/>
              </a:ext>
            </a:extLst>
          </p:cNvPr>
          <p:cNvSpPr txBox="1"/>
          <p:nvPr/>
        </p:nvSpPr>
        <p:spPr>
          <a:xfrm>
            <a:off x="0" y="459944"/>
            <a:ext cx="1219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Agenda Style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83F7FB-BA6E-4758-93B0-D7432CE798CA}"/>
              </a:ext>
            </a:extLst>
          </p:cNvPr>
          <p:cNvSpPr txBox="1"/>
          <p:nvPr/>
        </p:nvSpPr>
        <p:spPr>
          <a:xfrm>
            <a:off x="1005918" y="1766632"/>
            <a:ext cx="3600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 Modern  PowerPoint  Presentation Modern  PowerPoint  Presentation 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892073-E26A-40CD-82BF-FB1893BAF703}"/>
              </a:ext>
            </a:extLst>
          </p:cNvPr>
          <p:cNvSpPr txBox="1"/>
          <p:nvPr/>
        </p:nvSpPr>
        <p:spPr>
          <a:xfrm>
            <a:off x="5646256" y="1758558"/>
            <a:ext cx="3600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 Modern  PowerPoint  Presentation 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4800" dirty="0"/>
              <a:t>Timeline Style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E2AC54-A459-48B5-850E-F81F5E2C3BB1}"/>
              </a:ext>
            </a:extLst>
          </p:cNvPr>
          <p:cNvSpPr txBox="1"/>
          <p:nvPr/>
        </p:nvSpPr>
        <p:spPr>
          <a:xfrm>
            <a:off x="915563" y="1924706"/>
            <a:ext cx="462462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400" dirty="0"/>
              <a:t>Get a modern PowerPoint  Presentation that is beautifully designed. </a:t>
            </a:r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>
                <a:cs typeface="Arial" pitchFamily="34" charset="0"/>
              </a:rPr>
              <a:t>Modern  PowerPoint  Presentation</a:t>
            </a:r>
            <a:endParaRPr lang="ko-KR" altLang="en-US" sz="1400" dirty="0">
              <a:cs typeface="Arial" pitchFamily="34" charset="0"/>
            </a:endParaRPr>
          </a:p>
          <a:p>
            <a:pPr algn="just"/>
            <a:r>
              <a:rPr lang="en-US" altLang="ko-KR" sz="1400" dirty="0"/>
              <a:t> </a:t>
            </a:r>
            <a:endParaRPr lang="ko-KR" altLang="en-US" sz="14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CB1A077-99EC-47B5-90F7-4F054938DD14}"/>
              </a:ext>
            </a:extLst>
          </p:cNvPr>
          <p:cNvSpPr txBox="1"/>
          <p:nvPr/>
        </p:nvSpPr>
        <p:spPr>
          <a:xfrm>
            <a:off x="6746927" y="1924706"/>
            <a:ext cx="462462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400" dirty="0"/>
              <a:t>Infographic Style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EF624F9-FAB6-4C20-8E0F-5CD64548CC6F}"/>
              </a:ext>
            </a:extLst>
          </p:cNvPr>
          <p:cNvSpPr txBox="1"/>
          <p:nvPr/>
        </p:nvSpPr>
        <p:spPr>
          <a:xfrm>
            <a:off x="6526306" y="1541538"/>
            <a:ext cx="512102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400" dirty="0">
                <a:solidFill>
                  <a:schemeClr val="bg1"/>
                </a:solidFill>
              </a:rPr>
              <a:t>We Create Quality Professional PPT Presentation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Get a modern PowerPoint  Presentation that is beautifully designed.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94" name="Picture Placeholder 1">
            <a:extLst>
              <a:ext uri="{FF2B5EF4-FFF2-40B4-BE49-F238E27FC236}">
                <a16:creationId xmlns:a16="http://schemas.microsoft.com/office/drawing/2014/main" id="{248D7C3E-CDCA-4EAD-B767-EA370923F718}"/>
              </a:ext>
            </a:extLst>
          </p:cNvPr>
          <p:cNvSpPr>
            <a:spLocks noGrp="1"/>
          </p:cNvSpPr>
          <p:nvPr/>
        </p:nvSpPr>
        <p:spPr>
          <a:xfrm>
            <a:off x="1224136" y="1946275"/>
            <a:ext cx="4426142" cy="31952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0000" anchor="ctr"/>
          <a:lstStyle/>
          <a:p>
            <a:endParaRPr lang="en-US"/>
          </a:p>
        </p:txBody>
      </p:sp>
      <p:pic>
        <p:nvPicPr>
          <p:cNvPr id="1028" name="Picture 4" descr="Mathematics - APPLICATIONS OF MATHEMATICS 🌹❤️♥️ • Programming runs on  mathematics • Logic comes from Mathematics • Algorithms depend on  mathematics • Data structures use Mathematics • AI models are built with">
            <a:extLst>
              <a:ext uri="{FF2B5EF4-FFF2-40B4-BE49-F238E27FC236}">
                <a16:creationId xmlns:a16="http://schemas.microsoft.com/office/drawing/2014/main" id="{5AA7BDA3-3B7D-4506-8E42-E7C1B0E4FF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23" b="7624"/>
          <a:stretch/>
        </p:blipFill>
        <p:spPr bwMode="auto">
          <a:xfrm>
            <a:off x="1224136" y="1390650"/>
            <a:ext cx="4795664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133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BB3ACD-39D6-4B07-B165-F979837486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dirty="0"/>
              <a:t>Our Team Style</a:t>
            </a:r>
          </a:p>
        </p:txBody>
      </p:sp>
      <p:sp>
        <p:nvSpPr>
          <p:cNvPr id="45" name="Rectangle 68">
            <a:extLst>
              <a:ext uri="{FF2B5EF4-FFF2-40B4-BE49-F238E27FC236}">
                <a16:creationId xmlns:a16="http://schemas.microsoft.com/office/drawing/2014/main" id="{08C9C42C-8A51-4FDF-8CAA-A7AC52D7C9B3}"/>
              </a:ext>
            </a:extLst>
          </p:cNvPr>
          <p:cNvSpPr/>
          <p:nvPr/>
        </p:nvSpPr>
        <p:spPr>
          <a:xfrm>
            <a:off x="1046571" y="2507728"/>
            <a:ext cx="256818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cs typeface="Arial" pitchFamily="34" charset="0"/>
              </a:rPr>
              <a:t>Get a modern PowerPoint  Presentation that is beautifully designed. You can simply impress your audience and add a unique zing.</a:t>
            </a:r>
          </a:p>
        </p:txBody>
      </p:sp>
      <p:sp>
        <p:nvSpPr>
          <p:cNvPr id="47" name="Rectangle 72">
            <a:extLst>
              <a:ext uri="{FF2B5EF4-FFF2-40B4-BE49-F238E27FC236}">
                <a16:creationId xmlns:a16="http://schemas.microsoft.com/office/drawing/2014/main" id="{628B3750-2271-421C-9ED1-02C493BAC223}"/>
              </a:ext>
            </a:extLst>
          </p:cNvPr>
          <p:cNvSpPr/>
          <p:nvPr/>
        </p:nvSpPr>
        <p:spPr>
          <a:xfrm>
            <a:off x="4770514" y="2507728"/>
            <a:ext cx="256818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cs typeface="Arial" pitchFamily="34" charset="0"/>
              </a:rPr>
              <a:t>Get a modern PowerPoint  Presentation that is beautifully designed. You can simply impress your audience and add a unique zing.</a:t>
            </a:r>
          </a:p>
        </p:txBody>
      </p:sp>
      <p:sp>
        <p:nvSpPr>
          <p:cNvPr id="49" name="Rectangle 74">
            <a:extLst>
              <a:ext uri="{FF2B5EF4-FFF2-40B4-BE49-F238E27FC236}">
                <a16:creationId xmlns:a16="http://schemas.microsoft.com/office/drawing/2014/main" id="{7EA3CA31-2EB8-4955-BBAF-E5434FC0EC85}"/>
              </a:ext>
            </a:extLst>
          </p:cNvPr>
          <p:cNvSpPr/>
          <p:nvPr/>
        </p:nvSpPr>
        <p:spPr>
          <a:xfrm>
            <a:off x="8572625" y="2512780"/>
            <a:ext cx="256818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cs typeface="Arial" pitchFamily="34" charset="0"/>
              </a:rPr>
              <a:t>Get a modern PowerPoint  Presentation that is beautifully designed. You can simply impress your audience and add a unique zing.</a:t>
            </a:r>
          </a:p>
        </p:txBody>
      </p:sp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4A861F69-BD00-4EE6-93D4-D0F267C45884}"/>
              </a:ext>
            </a:extLst>
          </p:cNvPr>
          <p:cNvSpPr/>
          <p:nvPr/>
        </p:nvSpPr>
        <p:spPr>
          <a:xfrm>
            <a:off x="4829948" y="2505385"/>
            <a:ext cx="6743791" cy="394080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A7E2E277-79B4-4D88-8A23-EB268C85202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32358" y="2334783"/>
            <a:ext cx="6750120" cy="3947861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ABE256A-7E32-4D77-BAFE-9A285701793C}"/>
              </a:ext>
            </a:extLst>
          </p:cNvPr>
          <p:cNvSpPr txBox="1">
            <a:spLocks/>
          </p:cNvSpPr>
          <p:nvPr/>
        </p:nvSpPr>
        <p:spPr>
          <a:xfrm>
            <a:off x="1000289" y="534476"/>
            <a:ext cx="9297262" cy="1474068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buNone/>
            </a:pPr>
            <a:r>
              <a:rPr lang="en-US" altLang="ko-KR" sz="28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Simple Portfolio</a:t>
            </a:r>
            <a:r>
              <a:rPr lang="en-US" altLang="ko-KR" sz="2800" b="1" dirty="0">
                <a:solidFill>
                  <a:srgbClr val="FAB117"/>
                </a:solidFill>
                <a:latin typeface="+mj-lt"/>
                <a:cs typeface="Arial" pitchFamily="34" charset="0"/>
              </a:rPr>
              <a:t> </a:t>
            </a:r>
            <a:r>
              <a:rPr lang="en-US" altLang="ko-KR" sz="2800" b="1" dirty="0">
                <a:solidFill>
                  <a:srgbClr val="5D6268"/>
                </a:solidFill>
                <a:latin typeface="+mj-lt"/>
                <a:cs typeface="Arial" pitchFamily="34" charset="0"/>
              </a:rPr>
              <a:t>Presentation Designed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524379-210C-4867-903F-66A2CF3A20FE}"/>
              </a:ext>
            </a:extLst>
          </p:cNvPr>
          <p:cNvSpPr txBox="1"/>
          <p:nvPr/>
        </p:nvSpPr>
        <p:spPr>
          <a:xfrm>
            <a:off x="985845" y="2148714"/>
            <a:ext cx="343375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You can simply impress your audience and add a unique zing and appeal to your Presentations. Easy to change colors, photos and Text. Get a modern PowerPoint  Presentation that is beautifully designed.</a:t>
            </a:r>
          </a:p>
          <a:p>
            <a:pPr algn="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 </a:t>
            </a:r>
          </a:p>
        </p:txBody>
      </p:sp>
    </p:spTree>
    <p:extLst>
      <p:ext uri="{BB962C8B-B14F-4D97-AF65-F5344CB8AC3E}">
        <p14:creationId xmlns:p14="http://schemas.microsoft.com/office/powerpoint/2010/main" val="2345629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422121"/>
            <a:ext cx="11573197" cy="72424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E’TIBORINGIZ</a:t>
            </a:r>
          </a:p>
          <a:p>
            <a:r>
              <a:rPr lang="en-US" dirty="0">
                <a:solidFill>
                  <a:schemeClr val="tx1"/>
                </a:solidFill>
              </a:rPr>
              <a:t>UCHUN</a:t>
            </a:r>
          </a:p>
          <a:p>
            <a:r>
              <a:rPr lang="en-US" dirty="0">
                <a:solidFill>
                  <a:schemeClr val="tx1"/>
                </a:solidFill>
              </a:rPr>
              <a:t>RAHMAT!</a:t>
            </a:r>
          </a:p>
        </p:txBody>
      </p:sp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10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E5A5B"/>
      </a:accent1>
      <a:accent2>
        <a:srgbClr val="FFB954"/>
      </a:accent2>
      <a:accent3>
        <a:srgbClr val="4592EF"/>
      </a:accent3>
      <a:accent4>
        <a:srgbClr val="2CB2D7"/>
      </a:accent4>
      <a:accent5>
        <a:srgbClr val="E78EBE"/>
      </a:accent5>
      <a:accent6>
        <a:srgbClr val="9191F5"/>
      </a:accent6>
      <a:hlink>
        <a:srgbClr val="FFFFFF"/>
      </a:hlink>
      <a:folHlink>
        <a:srgbClr val="800080"/>
      </a:folHlink>
    </a:clrScheme>
    <a:fontScheme name="ALLPPT -Arial">
      <a:majorFont>
        <a:latin typeface="Arial"/>
        <a:ea typeface="Microsoft JhengHei UI"/>
        <a:cs typeface=""/>
      </a:majorFont>
      <a:minorFont>
        <a:latin typeface="Arial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10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E5A5B"/>
      </a:accent1>
      <a:accent2>
        <a:srgbClr val="FFB954"/>
      </a:accent2>
      <a:accent3>
        <a:srgbClr val="4592EF"/>
      </a:accent3>
      <a:accent4>
        <a:srgbClr val="2CB2D7"/>
      </a:accent4>
      <a:accent5>
        <a:srgbClr val="E78EBE"/>
      </a:accent5>
      <a:accent6>
        <a:srgbClr val="9191F5"/>
      </a:accent6>
      <a:hlink>
        <a:srgbClr val="FFFFFF"/>
      </a:hlink>
      <a:folHlink>
        <a:srgbClr val="800080"/>
      </a:folHlink>
    </a:clrScheme>
    <a:fontScheme name="ALLPPT -Arial">
      <a:majorFont>
        <a:latin typeface="Arial"/>
        <a:ea typeface="Microsoft JhengHei UI"/>
        <a:cs typeface=""/>
      </a:majorFont>
      <a:minorFont>
        <a:latin typeface="Arial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10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E5A5B"/>
      </a:accent1>
      <a:accent2>
        <a:srgbClr val="FFB954"/>
      </a:accent2>
      <a:accent3>
        <a:srgbClr val="4592EF"/>
      </a:accent3>
      <a:accent4>
        <a:srgbClr val="2CB2D7"/>
      </a:accent4>
      <a:accent5>
        <a:srgbClr val="E78EBE"/>
      </a:accent5>
      <a:accent6>
        <a:srgbClr val="9191F5"/>
      </a:accent6>
      <a:hlink>
        <a:srgbClr val="FFFFFF"/>
      </a:hlink>
      <a:folHlink>
        <a:srgbClr val="800080"/>
      </a:folHlink>
    </a:clrScheme>
    <a:fontScheme name="ALLPPT -Arial">
      <a:majorFont>
        <a:latin typeface="Arial"/>
        <a:ea typeface="Microsoft JhengHei UI"/>
        <a:cs typeface=""/>
      </a:majorFont>
      <a:minorFont>
        <a:latin typeface="Arial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2615</TotalTime>
  <Words>655</Words>
  <Application>Microsoft Office PowerPoint</Application>
  <PresentationFormat>Широкоэкранный</PresentationFormat>
  <Paragraphs>80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Cover and End Slide Master</vt:lpstr>
      <vt:lpstr>Contents Slide Master</vt:lpstr>
      <vt:lpstr>Section Break Slide Master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Nodir Qarshiyev</cp:lastModifiedBy>
  <cp:revision>84</cp:revision>
  <dcterms:created xsi:type="dcterms:W3CDTF">2020-01-20T05:08:25Z</dcterms:created>
  <dcterms:modified xsi:type="dcterms:W3CDTF">2026-07-28T07:40:09Z</dcterms:modified>
</cp:coreProperties>
</file>