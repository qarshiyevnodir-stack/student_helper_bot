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89" r:id="rId7"/>
    <p:sldId id="391" r:id="rId8"/>
    <p:sldId id="408" r:id="rId9"/>
    <p:sldId id="407" r:id="rId10"/>
    <p:sldId id="406" r:id="rId11"/>
    <p:sldId id="398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970790C-0A43-43D0-B2CF-7CFEAEF3174C}" type="datetime1">
              <a:rPr lang="ru-RU" smtClean="0"/>
              <a:t>03.05.2026</a:t>
            </a:fld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2C230DF-5933-439D-898F-38E9AC9BA68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481CF219-5CA9-4DD1-8040-7BA03D0E024E}" type="datetime1">
              <a:rPr lang="ru-RU" smtClean="0"/>
              <a:pPr/>
              <a:t>03.05.2026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A89C7E07-3C67-C64C-8DA0-0404F630397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89C7E07-3C67-C64C-8DA0-0404F6303970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Автофигура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 spc="50" baseline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ru-RU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3" name="Номер слайда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2" name="Дата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Полилиния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9436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Автофигура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8" name="Полилиния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9" name="Полилиния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ru-RU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ru-RU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ru-RU" sz="2000"/>
            </a:lvl3pPr>
            <a:lvl4pPr marL="1371600" indent="0">
              <a:spcBef>
                <a:spcPts val="1800"/>
              </a:spcBef>
              <a:buFont typeface="+mj-lt"/>
              <a:buNone/>
              <a:defRPr lang="ru-RU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endParaRPr lang="ru-RU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рисун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Полилиния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7" name="Полилиния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457200" indent="0">
              <a:spcBef>
                <a:spcPts val="1800"/>
              </a:spcBef>
              <a:buNone/>
              <a:defRPr lang="ru-RU" sz="2000"/>
            </a:lvl2pPr>
            <a:lvl3pPr marL="914400" indent="0">
              <a:spcBef>
                <a:spcPts val="1800"/>
              </a:spcBef>
              <a:buNone/>
              <a:defRPr lang="ru-RU" sz="2000"/>
            </a:lvl3pPr>
            <a:lvl4pPr marL="1371600" indent="0">
              <a:spcBef>
                <a:spcPts val="1800"/>
              </a:spcBef>
              <a:buNone/>
              <a:defRPr lang="ru-RU" sz="2000"/>
            </a:lvl4pPr>
            <a:lvl5pPr marL="1828800" indent="0">
              <a:spcBef>
                <a:spcPts val="1800"/>
              </a:spcBef>
              <a:buNone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>
              <a:spcBef>
                <a:spcPts val="18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9" name="Местозаполнитель таблицы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ru-RU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32" name="Номер слайда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3529" y="411479"/>
            <a:ext cx="8882775" cy="3291840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Базовая презентация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C3913-417A-203F-8A9E-EF8661106A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4" y="5925670"/>
            <a:ext cx="5486400" cy="619425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 anchor="t"/>
          <a:lstStyle>
            <a:defPPr>
              <a:defRPr lang="ru-RU"/>
            </a:defPPr>
          </a:lstStyle>
          <a:p>
            <a:pPr rtl="0"/>
            <a:r>
              <a:rPr lang="en-US" dirty="0"/>
              <a:t>Reja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ru-RU"/>
            </a:defPPr>
          </a:lstStyle>
          <a:p>
            <a:pPr marL="457200" indent="-457200" rtl="0">
              <a:buFont typeface="+mj-lt"/>
              <a:buAutoNum type="arabicPeriod"/>
            </a:pPr>
            <a:r>
              <a:rPr lang="ru-RU" dirty="0"/>
              <a:t>Вступление</a:t>
            </a:r>
          </a:p>
          <a:p>
            <a:pPr marL="457200" indent="-457200" rtl="0">
              <a:buFont typeface="+mj-lt"/>
              <a:buAutoNum type="arabicPeriod"/>
            </a:pPr>
            <a:r>
              <a:rPr lang="ru-RU" dirty="0"/>
              <a:t>Укрепление уверенности в себе</a:t>
            </a:r>
          </a:p>
          <a:p>
            <a:pPr marL="457200" indent="-457200" rtl="0">
              <a:buFont typeface="+mj-lt"/>
              <a:buAutoNum type="arabicPeriod"/>
            </a:pPr>
            <a:r>
              <a:rPr lang="ru-RU" dirty="0"/>
              <a:t>Вовлечение слушателей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t"/>
          <a:lstStyle>
            <a:defPPr>
              <a:defRPr lang="ru-RU"/>
            </a:defPPr>
          </a:lstStyle>
          <a:p>
            <a:pPr rtl="0"/>
            <a:r>
              <a:rPr lang="ru-RU" dirty="0"/>
              <a:t>Преодоление робости</a:t>
            </a:r>
          </a:p>
        </p:txBody>
      </p:sp>
      <p:pic>
        <p:nvPicPr>
          <p:cNvPr id="12" name="Рисунок 4" descr="Текстура древесины крупным планом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Стратегии укрепления уверенности в себе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Вовлечение слушателей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40541" y="2281238"/>
            <a:ext cx="9827559" cy="370046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Встречайтесь взглядами со слушателями, чтобы создать ощущение взаимопонимания и увлечь их</a:t>
            </a:r>
          </a:p>
          <a:p>
            <a:pPr rtl="0"/>
            <a:r>
              <a:rPr lang="ru-RU" dirty="0"/>
              <a:t>Вплетайте в презентацию сюжеты, героям которых слушатели могут посочувствовать, От этого ваше сообщение станет запоминающимся и действенным</a:t>
            </a:r>
          </a:p>
          <a:p>
            <a:pPr rtl="0"/>
            <a:r>
              <a:rPr lang="ru-RU" dirty="0"/>
              <a:t>Поощряйте вопросы и предоставляйте продуманные ответы, чтобы повысить участие слушателей</a:t>
            </a:r>
          </a:p>
          <a:p>
            <a:pPr rtl="0"/>
            <a:r>
              <a:rPr lang="ru-RU" dirty="0"/>
              <a:t>Используйте анкеты или опросы в прямом эфире для сбора мнений слушателей и повышения их вовлеченности, чтобы они ощущали себя непосредственными участниками</a:t>
            </a:r>
          </a:p>
          <a:p>
            <a:pPr rtl="0"/>
            <a:endParaRPr lang="ru-RU" dirty="0"/>
          </a:p>
          <a:p>
            <a:pPr rtl="0"/>
            <a:endParaRPr lang="ru-RU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Эффективные методы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Это мощный инструмент для выступлений перед слушателями. Он позволяет менять интонацию, тон и громкость, чтобы выразить чувства, подчеркнуть определенные моменты и удерживать интерес аудитории:</a:t>
            </a:r>
          </a:p>
          <a:p>
            <a:pPr lvl="1" rtl="0"/>
            <a:r>
              <a:rPr lang="ru-RU" dirty="0"/>
              <a:t>Вариации интонации</a:t>
            </a:r>
          </a:p>
          <a:p>
            <a:pPr lvl="1" rtl="0"/>
            <a:r>
              <a:rPr lang="ru-RU" dirty="0"/>
              <a:t>Вариации тона</a:t>
            </a:r>
          </a:p>
          <a:p>
            <a:pPr lvl="1" rtl="0"/>
            <a:r>
              <a:rPr lang="ru-RU" dirty="0"/>
              <a:t>Громкость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Эффективный язык тела улучшает ваше сообщение, делая его более эффектным и запоминающимся:</a:t>
            </a:r>
          </a:p>
          <a:p>
            <a:pPr lvl="1" rtl="0"/>
            <a:r>
              <a:rPr lang="ru-RU" dirty="0"/>
              <a:t>Осмысленный зрительный контакт</a:t>
            </a:r>
          </a:p>
          <a:p>
            <a:pPr lvl="1" rtl="0"/>
            <a:r>
              <a:rPr lang="ru-RU" dirty="0"/>
              <a:t>Целенаправленные жесты</a:t>
            </a:r>
          </a:p>
          <a:p>
            <a:pPr lvl="1" rtl="0"/>
            <a:r>
              <a:rPr lang="ru-RU" dirty="0"/>
              <a:t>Хорошая осанка</a:t>
            </a:r>
          </a:p>
          <a:p>
            <a:pPr lvl="1" rtl="0"/>
            <a:r>
              <a:rPr lang="ru-RU" dirty="0"/>
              <a:t>Контроль выражения лица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Навигация по сеансам вопросов и ответов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Заранее изучите материал</a:t>
            </a:r>
          </a:p>
          <a:p>
            <a:pPr rtl="0"/>
            <a:r>
              <a:rPr lang="ru-RU"/>
              <a:t>Заранее подготовьтесь к распространенным вопросам</a:t>
            </a:r>
          </a:p>
          <a:p>
            <a:pPr rtl="0"/>
            <a:r>
              <a:rPr lang="ru-RU"/>
              <a:t>Отрепетируйте ответы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При ответах на вопросы очень важно сохранять самообладание, чтобы выглядеть уверенно и авторитетно. Здесь могут помочь следующие приемы:</a:t>
            </a:r>
          </a:p>
          <a:p>
            <a:pPr lvl="1" rtl="0"/>
            <a:r>
              <a:rPr lang="ru-RU" dirty="0"/>
              <a:t>Сохраняйте спокойствие</a:t>
            </a:r>
          </a:p>
          <a:p>
            <a:pPr lvl="1" rtl="0"/>
            <a:r>
              <a:rPr lang="ru-RU" dirty="0"/>
              <a:t>Активно слушайте</a:t>
            </a:r>
          </a:p>
          <a:p>
            <a:pPr lvl="1" rtl="0"/>
            <a:r>
              <a:rPr lang="ru-RU" dirty="0"/>
              <a:t>Сделайте паузу на обдумывание</a:t>
            </a:r>
          </a:p>
          <a:p>
            <a:pPr lvl="1" rtl="0"/>
            <a:r>
              <a:rPr lang="ru-RU" dirty="0"/>
              <a:t>Поддерживайте зрительный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 anchor="t"/>
          <a:lstStyle>
            <a:defPPr>
              <a:defRPr lang="ru-RU"/>
            </a:defPPr>
          </a:lstStyle>
          <a:p>
            <a:pPr rtl="0"/>
            <a:r>
              <a:rPr lang="ru-RU" dirty="0"/>
              <a:t>Влияние оратора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Ваша способность эффективно общаться оставит у слушателей неизгладимое впечатление</a:t>
            </a:r>
          </a:p>
          <a:p>
            <a:pPr rtl="0"/>
            <a:r>
              <a:rPr lang="ru-RU" dirty="0"/>
              <a:t>Эффективное общение не ограничивается собственно выступлением. Оно должно вступать в резонанс с личным опытом, ценностями и чувствами слушателей </a:t>
            </a:r>
          </a:p>
          <a:p>
            <a:pPr rtl="0"/>
            <a:endParaRPr lang="ru-RU" dirty="0"/>
          </a:p>
        </p:txBody>
      </p:sp>
      <p:pic>
        <p:nvPicPr>
          <p:cNvPr id="5" name="Рисунок 52" descr="Подвесные лампы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1399392"/>
          </a:xfrm>
        </p:spPr>
        <p:txBody>
          <a:bodyPr rtlCol="0" anchor="t"/>
          <a:lstStyle>
            <a:defPPr>
              <a:defRPr lang="ru-RU"/>
            </a:defPPr>
          </a:lstStyle>
          <a:p>
            <a:r>
              <a:rPr lang="en-US" b="0" dirty="0"/>
              <a:t>Thanks!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038564"/>
            <a:ext cx="5486400" cy="16459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6_TF78853419_Win32" id="{64F198E1-15ED-4C37-8B7E-9AFB96C99CBF}" vid="{515DDF0C-3F45-451B-B34F-9EB95F7A6FE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Ежегодная презентация (геометрические фигуры)</Template>
  <TotalTime>5</TotalTime>
  <Words>233</Words>
  <Application>Microsoft Office PowerPoint</Application>
  <PresentationFormat>Широкоэкранный</PresentationFormat>
  <Paragraphs>43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Пользовательская</vt:lpstr>
      <vt:lpstr>Базовая презентация</vt:lpstr>
      <vt:lpstr>Reja</vt:lpstr>
      <vt:lpstr>Преодоление робости</vt:lpstr>
      <vt:lpstr>Вовлечение слушателей</vt:lpstr>
      <vt:lpstr>Эффективные методы презентации</vt:lpstr>
      <vt:lpstr>Навигация по сеансам вопросов и ответов</vt:lpstr>
      <vt:lpstr>Влияние оратора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Nodir Qarshiyev</dc:creator>
  <cp:lastModifiedBy>Nodir Qarshiyev</cp:lastModifiedBy>
  <cp:revision>2</cp:revision>
  <dcterms:created xsi:type="dcterms:W3CDTF">2026-05-02T22:02:28Z</dcterms:created>
  <dcterms:modified xsi:type="dcterms:W3CDTF">2026-05-02T22:45:49Z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