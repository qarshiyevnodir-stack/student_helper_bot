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</p:sldIdLst>
  <p:sldSz cx="18288000" cy="10287000"/>
  <p:notesSz cx="6858000" cy="9144000"/>
  <p:embeddedFontLst>
    <p:embeddedFont>
      <p:font typeface="Fredoka" panose="020B060402020202020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400800" y="1700323"/>
            <a:ext cx="9764279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0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SCIENCE PRESENTATION SCIENCE PRESENTATION</a:t>
            </a:r>
          </a:p>
          <a:p>
            <a:r>
              <a:rPr lang="en-US" sz="60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SCIENCE PRESENTATION</a:t>
            </a:r>
          </a:p>
          <a:p>
            <a:r>
              <a:rPr lang="en-US" sz="60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SCIENCE PRESENTATION</a:t>
            </a:r>
          </a:p>
          <a:p>
            <a:r>
              <a:rPr lang="en-US" sz="60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SCIENCE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00800" y="9347658"/>
            <a:ext cx="11887200" cy="547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2400" b="1" dirty="0" err="1">
                <a:solidFill>
                  <a:srgbClr val="EFECE0"/>
                </a:solidFill>
                <a:latin typeface="Poppins Bold"/>
                <a:ea typeface="Poppins Bold"/>
                <a:cs typeface="Poppins Bold"/>
                <a:sym typeface="Poppins Bold"/>
              </a:rPr>
              <a:t>Rimberio</a:t>
            </a:r>
            <a:r>
              <a:rPr lang="en-US" sz="2400" b="1" dirty="0">
                <a:solidFill>
                  <a:srgbClr val="EFECE0"/>
                </a:solidFill>
                <a:latin typeface="Poppins Bold"/>
                <a:ea typeface="Poppins Bold"/>
                <a:cs typeface="Poppins Bold"/>
                <a:sym typeface="Poppins Bold"/>
              </a:rPr>
              <a:t>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077038" y="1219200"/>
            <a:ext cx="14133924" cy="108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3"/>
              </a:lnSpc>
            </a:pPr>
            <a:r>
              <a:rPr lang="en-US" sz="8426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REJA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52766" y="3338386"/>
            <a:ext cx="12587433" cy="30458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4759"/>
              </a:lnSpc>
              <a:buFont typeface="+mj-lt"/>
              <a:buAutoNum type="arabicPeriod"/>
            </a:pP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99" b="1" dirty="0" err="1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endParaRPr lang="en-US" sz="3399" b="1" dirty="0">
              <a:solidFill>
                <a:srgbClr val="032C5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14350" indent="-514350">
              <a:lnSpc>
                <a:spcPts val="4759"/>
              </a:lnSpc>
              <a:buFont typeface="+mj-lt"/>
              <a:buAutoNum type="arabicPeriod"/>
            </a:pPr>
            <a:r>
              <a:rPr lang="en-US" sz="3399" b="1" dirty="0">
                <a:solidFill>
                  <a:srgbClr val="032C5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  <a:p>
            <a:pPr marL="514350" indent="-514350">
              <a:lnSpc>
                <a:spcPts val="4759"/>
              </a:lnSpc>
              <a:buFont typeface="+mj-lt"/>
              <a:buAutoNum type="arabicPeriod"/>
            </a:pPr>
            <a:endParaRPr lang="en-US" sz="3399" b="1" dirty="0">
              <a:solidFill>
                <a:srgbClr val="032C5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2975530"/>
            <a:ext cx="9645332" cy="496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nunc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Donec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quis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dictum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congue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Vestibulum maximus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luctus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nunc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facilisis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vestibulum pulvinar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facilisis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Sed lacinia ipsum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quis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odio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luctus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ligula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bibendum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Etiam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vehicula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quis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erat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imperdiet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sit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mollis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6" name="Freeform 6"/>
          <p:cNvSpPr/>
          <p:nvPr/>
        </p:nvSpPr>
        <p:spPr>
          <a:xfrm>
            <a:off x="12004920" y="3194777"/>
            <a:ext cx="4532643" cy="5161394"/>
          </a:xfrm>
          <a:custGeom>
            <a:avLst/>
            <a:gdLst/>
            <a:ahLst/>
            <a:cxnLst/>
            <a:rect l="l" t="t" r="r" b="b"/>
            <a:pathLst>
              <a:path w="4532643" h="5161394">
                <a:moveTo>
                  <a:pt x="0" y="0"/>
                </a:moveTo>
                <a:lnTo>
                  <a:pt x="4532642" y="0"/>
                </a:lnTo>
                <a:lnTo>
                  <a:pt x="4532642" y="5161395"/>
                </a:lnTo>
                <a:lnTo>
                  <a:pt x="0" y="51613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TextBox 7"/>
          <p:cNvSpPr txBox="1"/>
          <p:nvPr/>
        </p:nvSpPr>
        <p:spPr>
          <a:xfrm>
            <a:off x="838200" y="1219200"/>
            <a:ext cx="16230600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73"/>
              </a:lnSpc>
            </a:pPr>
            <a:r>
              <a:rPr lang="en-US" sz="48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975530"/>
            <a:ext cx="9645332" cy="496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nunc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Donec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quis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dictum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congue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Vestibulum maximus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luctus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nunc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facilisis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vestibulum pulvinar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facilisis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Sed lacinia ipsum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quis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odio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luctus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ligula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bibendum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Etiam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vehicula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quis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erat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imperdiet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sit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mollis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77038" y="1219200"/>
            <a:ext cx="1413392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0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BACKGROUND</a:t>
            </a:r>
          </a:p>
        </p:txBody>
      </p:sp>
      <p:sp>
        <p:nvSpPr>
          <p:cNvPr id="4" name="Freeform 4"/>
          <p:cNvSpPr/>
          <p:nvPr/>
        </p:nvSpPr>
        <p:spPr>
          <a:xfrm>
            <a:off x="11526503" y="3665964"/>
            <a:ext cx="5489475" cy="3672958"/>
          </a:xfrm>
          <a:custGeom>
            <a:avLst/>
            <a:gdLst/>
            <a:ahLst/>
            <a:cxnLst/>
            <a:rect l="l" t="t" r="r" b="b"/>
            <a:pathLst>
              <a:path w="5489475" h="3672958">
                <a:moveTo>
                  <a:pt x="0" y="0"/>
                </a:moveTo>
                <a:lnTo>
                  <a:pt x="5489476" y="0"/>
                </a:lnTo>
                <a:lnTo>
                  <a:pt x="5489476" y="3672958"/>
                </a:lnTo>
                <a:lnTo>
                  <a:pt x="0" y="36729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7038" y="1219200"/>
            <a:ext cx="14133924" cy="92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3"/>
              </a:lnSpc>
            </a:pPr>
            <a:r>
              <a:rPr lang="en-US" sz="44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GOAL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02997" y="2952500"/>
            <a:ext cx="9213203" cy="1327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nunc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02997" y="5873676"/>
            <a:ext cx="9213203" cy="1327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nunc,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95399" y="2095500"/>
            <a:ext cx="4277327" cy="6536159"/>
          </a:xfrm>
          <a:custGeom>
            <a:avLst/>
            <a:gdLst/>
            <a:ahLst/>
            <a:cxnLst/>
            <a:rect l="l" t="t" r="r" b="b"/>
            <a:pathLst>
              <a:path w="3135310" h="4321856">
                <a:moveTo>
                  <a:pt x="0" y="0"/>
                </a:moveTo>
                <a:lnTo>
                  <a:pt x="3135310" y="0"/>
                </a:lnTo>
                <a:lnTo>
                  <a:pt x="3135310" y="4321856"/>
                </a:lnTo>
                <a:lnTo>
                  <a:pt x="0" y="4321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7038" y="1219200"/>
            <a:ext cx="14133924" cy="932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3"/>
              </a:lnSpc>
            </a:pPr>
            <a:r>
              <a:rPr lang="en-US" sz="48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THEORY</a:t>
            </a:r>
          </a:p>
        </p:txBody>
      </p:sp>
      <p:sp>
        <p:nvSpPr>
          <p:cNvPr id="4" name="Freeform 4"/>
          <p:cNvSpPr/>
          <p:nvPr/>
        </p:nvSpPr>
        <p:spPr>
          <a:xfrm>
            <a:off x="1337949" y="2475187"/>
            <a:ext cx="4315778" cy="5336626"/>
          </a:xfrm>
          <a:custGeom>
            <a:avLst/>
            <a:gdLst/>
            <a:ahLst/>
            <a:cxnLst/>
            <a:rect l="l" t="t" r="r" b="b"/>
            <a:pathLst>
              <a:path w="4315778" h="5336626">
                <a:moveTo>
                  <a:pt x="0" y="0"/>
                </a:moveTo>
                <a:lnTo>
                  <a:pt x="4315779" y="0"/>
                </a:lnTo>
                <a:lnTo>
                  <a:pt x="4315779" y="5336626"/>
                </a:lnTo>
                <a:lnTo>
                  <a:pt x="0" y="5336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7613968" y="2975530"/>
            <a:ext cx="9645332" cy="496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nunc,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Donec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quis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Mauris dictum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congue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Vestibulum maximus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luctus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nunc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facilisis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vestibulum pulvinar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facilisis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Sed lacinia ipsum quis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odio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luctus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ligula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bibendum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Etiam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vehicula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quis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erat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imperdiet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sit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mollis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est </a:t>
            </a:r>
            <a:r>
              <a:rPr lang="en-US" sz="28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n-US" sz="28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7038" y="1219200"/>
            <a:ext cx="14133924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8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DISCUSSION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6616552"/>
            <a:ext cx="7389847" cy="264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nunc,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Donec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quis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Mauris dictum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congue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141710"/>
            <a:ext cx="7389847" cy="264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nunc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Donec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quis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dictum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congue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69453" y="3141710"/>
            <a:ext cx="7389847" cy="264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nunc,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tempus vel.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Vivamus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vitae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ultricies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Donec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, quis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Mauris dictum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dirty="0" err="1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congue</a:t>
            </a:r>
            <a:r>
              <a:rPr lang="en-US" sz="2500" dirty="0">
                <a:solidFill>
                  <a:srgbClr val="EFECE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820400" y="6018622"/>
            <a:ext cx="6576659" cy="4268378"/>
          </a:xfrm>
          <a:custGeom>
            <a:avLst/>
            <a:gdLst/>
            <a:ahLst/>
            <a:cxnLst/>
            <a:rect l="l" t="t" r="r" b="b"/>
            <a:pathLst>
              <a:path w="6576659" h="6098356">
                <a:moveTo>
                  <a:pt x="0" y="0"/>
                </a:moveTo>
                <a:lnTo>
                  <a:pt x="6576659" y="0"/>
                </a:lnTo>
                <a:lnTo>
                  <a:pt x="6576659" y="6098357"/>
                </a:lnTo>
                <a:lnTo>
                  <a:pt x="0" y="6098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7038" y="2400300"/>
            <a:ext cx="14133924" cy="212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3"/>
              </a:lnSpc>
            </a:pPr>
            <a:r>
              <a:rPr lang="en-US" sz="8800" dirty="0">
                <a:solidFill>
                  <a:srgbClr val="EFECE0"/>
                </a:solidFill>
                <a:latin typeface="Fredoka"/>
                <a:ea typeface="Fredoka"/>
                <a:cs typeface="Fredoka"/>
                <a:sym typeface="Fredoka"/>
              </a:rPr>
              <a:t>E’TIBORINGIZ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478</Words>
  <Application>Microsoft Office PowerPoint</Application>
  <PresentationFormat>Произвольный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Poppins Bold</vt:lpstr>
      <vt:lpstr>Arial</vt:lpstr>
      <vt:lpstr>Fredoka</vt:lpstr>
      <vt:lpstr>Calibri</vt:lpstr>
      <vt:lpstr>Poppins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11</cp:revision>
  <dcterms:created xsi:type="dcterms:W3CDTF">2006-08-16T00:00:00Z</dcterms:created>
  <dcterms:modified xsi:type="dcterms:W3CDTF">2026-07-26T07:20:26Z</dcterms:modified>
  <dc:identifier>DAHCIl3asbU</dc:identifier>
</cp:coreProperties>
</file>