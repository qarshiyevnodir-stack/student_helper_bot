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8288000" cy="10287000"/>
  <p:notesSz cx="6858000" cy="9144000"/>
  <p:embeddedFontLst>
    <p:embeddedFont>
      <p:font typeface="Open Sauce" panose="020B0604020202020204" charset="0"/>
      <p:regular r:id="rId10"/>
    </p:embeddedFont>
    <p:embeddedFont>
      <p:font typeface="Open Sauce Bold" panose="020B0604020202020204" charset="0"/>
      <p:regular r:id="rId11"/>
    </p:embeddedFont>
    <p:embeddedFont>
      <p:font typeface="Open Sauce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957473" y="1973454"/>
            <a:ext cx="10070962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Medical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5800" y="8724900"/>
            <a:ext cx="1007096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000" i="1" spc="300" dirty="0">
                <a:solidFill>
                  <a:srgbClr val="30466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1028700" y="1072945"/>
            <a:ext cx="7605575" cy="12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2"/>
              </a:lnSpc>
            </a:pPr>
            <a:r>
              <a:rPr lang="en-US" sz="10646" spc="-638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Reja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407612"/>
            <a:ext cx="92583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Lorem ipsum dolor sit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consectetur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adipiscing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elit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Quisque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molestie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eu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tristique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sit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convallis ex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Maecenas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varius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lectus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hendrerit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augue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blandit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posuere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erat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Praesent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auctor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tellus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eget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blandit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Quisque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molestie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eu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tristique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sit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convallis ex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Quisque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molestie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eu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tristique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sit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convallis ex </a:t>
            </a:r>
            <a:r>
              <a:rPr lang="en-US" sz="28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8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1971399" y="0"/>
            <a:ext cx="5967116" cy="10287000"/>
          </a:xfrm>
          <a:custGeom>
            <a:avLst/>
            <a:gdLst/>
            <a:ahLst/>
            <a:cxnLst/>
            <a:rect l="l" t="t" r="r" b="b"/>
            <a:pathLst>
              <a:path w="924462" h="1672755">
                <a:moveTo>
                  <a:pt x="29841" y="0"/>
                </a:moveTo>
                <a:lnTo>
                  <a:pt x="894622" y="0"/>
                </a:lnTo>
                <a:cubicBezTo>
                  <a:pt x="911102" y="0"/>
                  <a:pt x="924462" y="13360"/>
                  <a:pt x="924462" y="29841"/>
                </a:cubicBezTo>
                <a:lnTo>
                  <a:pt x="924462" y="1642914"/>
                </a:lnTo>
                <a:cubicBezTo>
                  <a:pt x="924462" y="1650829"/>
                  <a:pt x="921319" y="1658419"/>
                  <a:pt x="915722" y="1664015"/>
                </a:cubicBezTo>
                <a:cubicBezTo>
                  <a:pt x="910126" y="1669611"/>
                  <a:pt x="902536" y="1672755"/>
                  <a:pt x="894622" y="1672755"/>
                </a:cubicBezTo>
                <a:lnTo>
                  <a:pt x="29841" y="1672755"/>
                </a:lnTo>
                <a:cubicBezTo>
                  <a:pt x="21927" y="1672755"/>
                  <a:pt x="14336" y="1669611"/>
                  <a:pt x="8740" y="1664015"/>
                </a:cubicBezTo>
                <a:cubicBezTo>
                  <a:pt x="3144" y="1658419"/>
                  <a:pt x="0" y="1650829"/>
                  <a:pt x="0" y="1642914"/>
                </a:cubicBezTo>
                <a:lnTo>
                  <a:pt x="0" y="29841"/>
                </a:lnTo>
                <a:cubicBezTo>
                  <a:pt x="0" y="21927"/>
                  <a:pt x="3144" y="14336"/>
                  <a:pt x="8740" y="8740"/>
                </a:cubicBezTo>
                <a:cubicBezTo>
                  <a:pt x="14336" y="3144"/>
                  <a:pt x="21927" y="0"/>
                  <a:pt x="29841" y="0"/>
                </a:cubicBezTo>
                <a:close/>
              </a:path>
            </a:pathLst>
          </a:custGeom>
          <a:blipFill>
            <a:blip r:embed="rId3"/>
            <a:stretch>
              <a:fillRect l="-57741" r="-113843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457200" y="3481586"/>
            <a:ext cx="578161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80032" y="3481586"/>
            <a:ext cx="5022343" cy="304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0600" y="723900"/>
            <a:ext cx="104394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5"/>
          <p:cNvGrpSpPr/>
          <p:nvPr/>
        </p:nvGrpSpPr>
        <p:grpSpPr>
          <a:xfrm>
            <a:off x="1028700" y="5605385"/>
            <a:ext cx="4639084" cy="3652915"/>
            <a:chOff x="0" y="0"/>
            <a:chExt cx="718715" cy="5659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8715" cy="565932"/>
            </a:xfrm>
            <a:custGeom>
              <a:avLst/>
              <a:gdLst/>
              <a:ahLst/>
              <a:cxnLst/>
              <a:rect l="l" t="t" r="r" b="b"/>
              <a:pathLst>
                <a:path w="718715" h="565932">
                  <a:moveTo>
                    <a:pt x="101800" y="0"/>
                  </a:moveTo>
                  <a:lnTo>
                    <a:pt x="616916" y="0"/>
                  </a:lnTo>
                  <a:cubicBezTo>
                    <a:pt x="673138" y="0"/>
                    <a:pt x="718715" y="45577"/>
                    <a:pt x="718715" y="101800"/>
                  </a:cubicBezTo>
                  <a:lnTo>
                    <a:pt x="718715" y="464132"/>
                  </a:lnTo>
                  <a:cubicBezTo>
                    <a:pt x="718715" y="491131"/>
                    <a:pt x="707990" y="517024"/>
                    <a:pt x="688899" y="536116"/>
                  </a:cubicBezTo>
                  <a:cubicBezTo>
                    <a:pt x="669808" y="555207"/>
                    <a:pt x="643915" y="565932"/>
                    <a:pt x="616916" y="565932"/>
                  </a:cubicBezTo>
                  <a:lnTo>
                    <a:pt x="101800" y="565932"/>
                  </a:lnTo>
                  <a:cubicBezTo>
                    <a:pt x="45577" y="565932"/>
                    <a:pt x="0" y="520355"/>
                    <a:pt x="0" y="464132"/>
                  </a:cubicBezTo>
                  <a:lnTo>
                    <a:pt x="0" y="101800"/>
                  </a:lnTo>
                  <a:cubicBezTo>
                    <a:pt x="0" y="45577"/>
                    <a:pt x="45577" y="0"/>
                    <a:pt x="101800" y="0"/>
                  </a:cubicBezTo>
                  <a:close/>
                </a:path>
              </a:pathLst>
            </a:custGeom>
            <a:blipFill>
              <a:blip r:embed="rId3"/>
              <a:stretch>
                <a:fillRect l="-9326" r="-9326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72653" y="5544926"/>
            <a:ext cx="4886647" cy="3652915"/>
            <a:chOff x="0" y="0"/>
            <a:chExt cx="757070" cy="5659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7070" cy="565932"/>
            </a:xfrm>
            <a:custGeom>
              <a:avLst/>
              <a:gdLst/>
              <a:ahLst/>
              <a:cxnLst/>
              <a:rect l="l" t="t" r="r" b="b"/>
              <a:pathLst>
                <a:path w="757070" h="565932">
                  <a:moveTo>
                    <a:pt x="96642" y="0"/>
                  </a:moveTo>
                  <a:lnTo>
                    <a:pt x="660427" y="0"/>
                  </a:lnTo>
                  <a:cubicBezTo>
                    <a:pt x="713801" y="0"/>
                    <a:pt x="757070" y="43268"/>
                    <a:pt x="757070" y="96642"/>
                  </a:cubicBezTo>
                  <a:lnTo>
                    <a:pt x="757070" y="469290"/>
                  </a:lnTo>
                  <a:cubicBezTo>
                    <a:pt x="757070" y="494921"/>
                    <a:pt x="746888" y="519502"/>
                    <a:pt x="728764" y="537626"/>
                  </a:cubicBezTo>
                  <a:cubicBezTo>
                    <a:pt x="710640" y="555750"/>
                    <a:pt x="686058" y="565932"/>
                    <a:pt x="660427" y="565932"/>
                  </a:cubicBezTo>
                  <a:lnTo>
                    <a:pt x="96642" y="565932"/>
                  </a:lnTo>
                  <a:cubicBezTo>
                    <a:pt x="43268" y="565932"/>
                    <a:pt x="0" y="522664"/>
                    <a:pt x="0" y="469290"/>
                  </a:cubicBezTo>
                  <a:lnTo>
                    <a:pt x="0" y="96642"/>
                  </a:lnTo>
                  <a:cubicBezTo>
                    <a:pt x="0" y="71011"/>
                    <a:pt x="10182" y="46430"/>
                    <a:pt x="28306" y="28306"/>
                  </a:cubicBezTo>
                  <a:cubicBezTo>
                    <a:pt x="46430" y="10182"/>
                    <a:pt x="71011" y="0"/>
                    <a:pt x="96642" y="0"/>
                  </a:cubicBezTo>
                  <a:close/>
                </a:path>
              </a:pathLst>
            </a:custGeom>
            <a:blipFill>
              <a:blip r:embed="rId4"/>
              <a:stretch>
                <a:fillRect l="-6013" r="-6013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86002" y="2069348"/>
            <a:ext cx="1555419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72200" y="6210300"/>
            <a:ext cx="5715000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558474"/>
            <a:ext cx="1685001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Our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0"/>
          <p:cNvSpPr txBox="1"/>
          <p:nvPr/>
        </p:nvSpPr>
        <p:spPr>
          <a:xfrm>
            <a:off x="1066800" y="606043"/>
            <a:ext cx="15621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Our Mission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30780" y="2085551"/>
            <a:ext cx="732720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013" y="2723772"/>
            <a:ext cx="5780387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9"/>
          <p:cNvSpPr txBox="1"/>
          <p:nvPr/>
        </p:nvSpPr>
        <p:spPr>
          <a:xfrm>
            <a:off x="838200" y="814507"/>
            <a:ext cx="1623059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Our Services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3985" y="3265153"/>
            <a:ext cx="6233794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53535" y="3113815"/>
            <a:ext cx="6486665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Lorem ipsum dolor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consectetur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adipiscing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elit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Maecenas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varius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lectus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hendrerit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augue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posuere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erat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Praesent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auctor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tellus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eget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blandit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Quisque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molestie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nisl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eu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sem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tristique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, sit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amet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 convallis ex </a:t>
            </a:r>
            <a:r>
              <a:rPr lang="en-US" sz="2200" spc="-40" dirty="0" err="1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aliquam</a:t>
            </a:r>
            <a:r>
              <a:rPr lang="en-US" sz="2200" spc="-40" dirty="0">
                <a:solidFill>
                  <a:srgbClr val="222223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590556" y="1413077"/>
            <a:ext cx="7274482" cy="3374980"/>
          </a:xfrm>
          <a:custGeom>
            <a:avLst/>
            <a:gdLst/>
            <a:ahLst/>
            <a:cxnLst/>
            <a:rect l="l" t="t" r="r" b="b"/>
            <a:pathLst>
              <a:path w="757070" h="565932">
                <a:moveTo>
                  <a:pt x="104601" y="0"/>
                </a:moveTo>
                <a:lnTo>
                  <a:pt x="652469" y="0"/>
                </a:lnTo>
                <a:cubicBezTo>
                  <a:pt x="710238" y="0"/>
                  <a:pt x="757070" y="46831"/>
                  <a:pt x="757070" y="104601"/>
                </a:cubicBezTo>
                <a:lnTo>
                  <a:pt x="757070" y="461331"/>
                </a:lnTo>
                <a:cubicBezTo>
                  <a:pt x="757070" y="519101"/>
                  <a:pt x="710238" y="565932"/>
                  <a:pt x="652469" y="565932"/>
                </a:cubicBezTo>
                <a:lnTo>
                  <a:pt x="104601" y="565932"/>
                </a:lnTo>
                <a:cubicBezTo>
                  <a:pt x="46831" y="565932"/>
                  <a:pt x="0" y="519101"/>
                  <a:pt x="0" y="461331"/>
                </a:cubicBezTo>
                <a:lnTo>
                  <a:pt x="0" y="104601"/>
                </a:lnTo>
                <a:cubicBezTo>
                  <a:pt x="0" y="46831"/>
                  <a:pt x="46831" y="0"/>
                  <a:pt x="104601" y="0"/>
                </a:cubicBezTo>
                <a:close/>
              </a:path>
            </a:pathLst>
          </a:custGeom>
          <a:blipFill>
            <a:blip r:embed="rId3"/>
            <a:stretch>
              <a:fillRect l="-6013" r="-6013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ru-RU"/>
          </a:p>
        </p:txBody>
      </p:sp>
      <p:grpSp>
        <p:nvGrpSpPr>
          <p:cNvPr id="18" name="Group 18"/>
          <p:cNvGrpSpPr/>
          <p:nvPr/>
        </p:nvGrpSpPr>
        <p:grpSpPr>
          <a:xfrm>
            <a:off x="9870518" y="1424098"/>
            <a:ext cx="7274482" cy="3374980"/>
            <a:chOff x="0" y="0"/>
            <a:chExt cx="757070" cy="56593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57070" cy="565932"/>
            </a:xfrm>
            <a:custGeom>
              <a:avLst/>
              <a:gdLst/>
              <a:ahLst/>
              <a:cxnLst/>
              <a:rect l="l" t="t" r="r" b="b"/>
              <a:pathLst>
                <a:path w="757070" h="565932">
                  <a:moveTo>
                    <a:pt x="104601" y="0"/>
                  </a:moveTo>
                  <a:lnTo>
                    <a:pt x="652469" y="0"/>
                  </a:lnTo>
                  <a:cubicBezTo>
                    <a:pt x="710238" y="0"/>
                    <a:pt x="757070" y="46831"/>
                    <a:pt x="757070" y="104601"/>
                  </a:cubicBezTo>
                  <a:lnTo>
                    <a:pt x="757070" y="461331"/>
                  </a:lnTo>
                  <a:cubicBezTo>
                    <a:pt x="757070" y="519101"/>
                    <a:pt x="710238" y="565932"/>
                    <a:pt x="652469" y="565932"/>
                  </a:cubicBezTo>
                  <a:lnTo>
                    <a:pt x="104601" y="565932"/>
                  </a:lnTo>
                  <a:cubicBezTo>
                    <a:pt x="46831" y="565932"/>
                    <a:pt x="0" y="519101"/>
                    <a:pt x="0" y="461331"/>
                  </a:cubicBezTo>
                  <a:lnTo>
                    <a:pt x="0" y="104601"/>
                  </a:lnTo>
                  <a:cubicBezTo>
                    <a:pt x="0" y="46831"/>
                    <a:pt x="46831" y="0"/>
                    <a:pt x="104601" y="0"/>
                  </a:cubicBezTo>
                  <a:close/>
                </a:path>
              </a:pathLst>
            </a:custGeom>
            <a:blipFill>
              <a:blip r:embed="rId4"/>
              <a:stretch>
                <a:fillRect l="-5994" r="-5994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766916" y="5770541"/>
            <a:ext cx="6813407" cy="236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Lorem ipsum dolor sit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consectetur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adipiscing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elit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Quisque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molestie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eu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sem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tristique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sit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convallis ex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Maecenas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varius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lectus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hendrerit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augue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blandit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ut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posuere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erat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Praesent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auctor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tellus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eget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blandit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Quisque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molestie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nisl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eu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sem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tristique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, sit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amet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convallis ex </a:t>
            </a:r>
            <a:r>
              <a:rPr lang="en-US" sz="2200" i="1" spc="-64" dirty="0" err="1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aliquam</a:t>
            </a:r>
            <a:r>
              <a:rPr lang="en-US" sz="2200" i="1" spc="-64" dirty="0">
                <a:solidFill>
                  <a:srgbClr val="23374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.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601200" y="5770541"/>
            <a:ext cx="7467600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200" b="1" spc="-200" dirty="0">
                <a:solidFill>
                  <a:srgbClr val="0F4C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Rehabilitation Centers </a:t>
            </a:r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2FCEB211-F4BB-4BB4-B530-05B33ADAAAF6}"/>
              </a:ext>
            </a:extLst>
          </p:cNvPr>
          <p:cNvSpPr txBox="1"/>
          <p:nvPr/>
        </p:nvSpPr>
        <p:spPr>
          <a:xfrm>
            <a:off x="766916" y="342900"/>
            <a:ext cx="1645428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Facilities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990600" y="2400300"/>
            <a:ext cx="9982200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600" spc="-300" dirty="0" err="1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E’tiboringiz</a:t>
            </a:r>
            <a:r>
              <a:rPr lang="en-US" sz="106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0600" spc="-300" dirty="0" err="1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uchun</a:t>
            </a:r>
            <a:endParaRPr lang="en-US" sz="10600" spc="-300" dirty="0">
              <a:gradFill>
                <a:gsLst>
                  <a:gs pos="0">
                    <a:srgbClr val="0F4C3A">
                      <a:alpha val="100000"/>
                    </a:srgbClr>
                  </a:gs>
                  <a:gs pos="100000">
                    <a:srgbClr val="86A59C">
                      <a:alpha val="100000"/>
                    </a:srgbClr>
                  </a:gs>
                </a:gsLst>
                <a:lin ang="0"/>
              </a:gradFill>
              <a:latin typeface="Open Sauce"/>
              <a:ea typeface="Open Sauce"/>
              <a:cs typeface="Open Sauce"/>
              <a:sym typeface="Open Sauce"/>
            </a:endParaRPr>
          </a:p>
          <a:p>
            <a:pPr algn="l"/>
            <a:r>
              <a:rPr lang="en-US" sz="10600" spc="-300" dirty="0" err="1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rahmat</a:t>
            </a:r>
            <a:r>
              <a:rPr lang="en-US" sz="10600" spc="-300" dirty="0">
                <a:gradFill>
                  <a:gsLst>
                    <a:gs pos="0">
                      <a:srgbClr val="0F4C3A">
                        <a:alpha val="100000"/>
                      </a:srgbClr>
                    </a:gs>
                    <a:gs pos="100000">
                      <a:srgbClr val="86A59C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547</Words>
  <Application>Microsoft Office PowerPoint</Application>
  <PresentationFormat>Произвольный</PresentationFormat>
  <Paragraphs>23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Open Sauce Italics</vt:lpstr>
      <vt:lpstr>Arial</vt:lpstr>
      <vt:lpstr>Open Sauce Bold</vt:lpstr>
      <vt:lpstr>Calibri</vt:lpstr>
      <vt:lpstr>Open Sauce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21</cp:revision>
  <dcterms:created xsi:type="dcterms:W3CDTF">2006-08-16T00:00:00Z</dcterms:created>
  <dcterms:modified xsi:type="dcterms:W3CDTF">2026-07-25T11:47:20Z</dcterms:modified>
  <dc:identifier>DAHCIl3asbU</dc:identifier>
</cp:coreProperties>
</file>