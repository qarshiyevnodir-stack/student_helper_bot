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0"/>
  </p:notesMasterIdLst>
  <p:sldIdLst>
    <p:sldId id="256" r:id="rId2"/>
    <p:sldId id="258" r:id="rId3"/>
    <p:sldId id="260" r:id="rId4"/>
    <p:sldId id="262" r:id="rId5"/>
    <p:sldId id="263" r:id="rId6"/>
    <p:sldId id="272" r:id="rId7"/>
    <p:sldId id="275" r:id="rId8"/>
    <p:sldId id="289" r:id="rId9"/>
  </p:sldIdLst>
  <p:sldSz cx="9144000" cy="5143500" type="screen16x9"/>
  <p:notesSz cx="6858000" cy="9144000"/>
  <p:embeddedFontLst>
    <p:embeddedFont>
      <p:font typeface="Albert Sans" panose="020B0604020202020204" charset="0"/>
      <p:regular r:id="rId11"/>
      <p:bold r:id="rId12"/>
      <p:italic r:id="rId13"/>
      <p:boldItalic r:id="rId14"/>
    </p:embeddedFont>
    <p:embeddedFont>
      <p:font typeface="Anaheim" panose="020B0604020202020204" charset="0"/>
      <p:regular r:id="rId15"/>
    </p:embeddedFont>
    <p:embeddedFont>
      <p:font typeface="Bebas Neue" panose="020B0606020202050201" pitchFamily="34" charset="0"/>
      <p:regular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BF25581-89AE-4B4B-8B53-64DEE46A8A94}">
  <a:tblStyle styleId="{ABF25581-89AE-4B4B-8B53-64DEE46A8A9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920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1533c90e57b_0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1533c90e57b_0_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d5260bdd85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d5260bdd85_0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54dda194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54dda194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1533c90e57b_0_5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1533c90e57b_0_5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gd44c0c1fca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4" name="Google Shape;1724;gd44c0c1fca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558022" y="692000"/>
            <a:ext cx="6176700" cy="358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60700" y="4204400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4" name="Google Shape;44;p6"/>
          <p:cNvGrpSpPr/>
          <p:nvPr/>
        </p:nvGrpSpPr>
        <p:grpSpPr>
          <a:xfrm rot="-2700000" flipH="1">
            <a:off x="7844935" y="4353026"/>
            <a:ext cx="1045765" cy="1045615"/>
            <a:chOff x="3741950" y="353925"/>
            <a:chExt cx="1045775" cy="1045625"/>
          </a:xfrm>
        </p:grpSpPr>
        <p:sp>
          <p:nvSpPr>
            <p:cNvPr id="45" name="Google Shape;45;p6"/>
            <p:cNvSpPr/>
            <p:nvPr/>
          </p:nvSpPr>
          <p:spPr>
            <a:xfrm>
              <a:off x="3741950" y="1372675"/>
              <a:ext cx="26325" cy="26875"/>
            </a:xfrm>
            <a:custGeom>
              <a:avLst/>
              <a:gdLst/>
              <a:ahLst/>
              <a:cxnLst/>
              <a:rect l="l" t="t" r="r" b="b"/>
              <a:pathLst>
                <a:path w="1053" h="1075" extrusionOk="0">
                  <a:moveTo>
                    <a:pt x="526" y="1"/>
                  </a:moveTo>
                  <a:cubicBezTo>
                    <a:pt x="491" y="1"/>
                    <a:pt x="455" y="8"/>
                    <a:pt x="427" y="22"/>
                  </a:cubicBezTo>
                  <a:cubicBezTo>
                    <a:pt x="398" y="22"/>
                    <a:pt x="370" y="22"/>
                    <a:pt x="313" y="50"/>
                  </a:cubicBezTo>
                  <a:cubicBezTo>
                    <a:pt x="284" y="50"/>
                    <a:pt x="256" y="79"/>
                    <a:pt x="228" y="107"/>
                  </a:cubicBezTo>
                  <a:cubicBezTo>
                    <a:pt x="199" y="107"/>
                    <a:pt x="171" y="136"/>
                    <a:pt x="142" y="164"/>
                  </a:cubicBezTo>
                  <a:cubicBezTo>
                    <a:pt x="57" y="249"/>
                    <a:pt x="0" y="392"/>
                    <a:pt x="0" y="534"/>
                  </a:cubicBezTo>
                  <a:cubicBezTo>
                    <a:pt x="0" y="676"/>
                    <a:pt x="57" y="818"/>
                    <a:pt x="142" y="903"/>
                  </a:cubicBezTo>
                  <a:cubicBezTo>
                    <a:pt x="171" y="932"/>
                    <a:pt x="199" y="960"/>
                    <a:pt x="228" y="989"/>
                  </a:cubicBezTo>
                  <a:cubicBezTo>
                    <a:pt x="256" y="989"/>
                    <a:pt x="284" y="1017"/>
                    <a:pt x="313" y="1046"/>
                  </a:cubicBezTo>
                  <a:cubicBezTo>
                    <a:pt x="370" y="1046"/>
                    <a:pt x="398" y="1046"/>
                    <a:pt x="427" y="1074"/>
                  </a:cubicBezTo>
                  <a:lnTo>
                    <a:pt x="626" y="1074"/>
                  </a:lnTo>
                  <a:cubicBezTo>
                    <a:pt x="654" y="1046"/>
                    <a:pt x="711" y="1046"/>
                    <a:pt x="739" y="1046"/>
                  </a:cubicBezTo>
                  <a:cubicBezTo>
                    <a:pt x="768" y="1017"/>
                    <a:pt x="796" y="989"/>
                    <a:pt x="825" y="989"/>
                  </a:cubicBezTo>
                  <a:cubicBezTo>
                    <a:pt x="853" y="960"/>
                    <a:pt x="882" y="932"/>
                    <a:pt x="910" y="903"/>
                  </a:cubicBezTo>
                  <a:cubicBezTo>
                    <a:pt x="938" y="903"/>
                    <a:pt x="938" y="875"/>
                    <a:pt x="967" y="847"/>
                  </a:cubicBezTo>
                  <a:cubicBezTo>
                    <a:pt x="995" y="818"/>
                    <a:pt x="995" y="790"/>
                    <a:pt x="1024" y="733"/>
                  </a:cubicBezTo>
                  <a:cubicBezTo>
                    <a:pt x="1024" y="704"/>
                    <a:pt x="1052" y="676"/>
                    <a:pt x="1052" y="648"/>
                  </a:cubicBezTo>
                  <a:cubicBezTo>
                    <a:pt x="1052" y="619"/>
                    <a:pt x="1052" y="562"/>
                    <a:pt x="1052" y="534"/>
                  </a:cubicBezTo>
                  <a:cubicBezTo>
                    <a:pt x="1052" y="392"/>
                    <a:pt x="995" y="249"/>
                    <a:pt x="910" y="164"/>
                  </a:cubicBezTo>
                  <a:cubicBezTo>
                    <a:pt x="882" y="136"/>
                    <a:pt x="853" y="107"/>
                    <a:pt x="825" y="107"/>
                  </a:cubicBezTo>
                  <a:cubicBezTo>
                    <a:pt x="796" y="79"/>
                    <a:pt x="768" y="50"/>
                    <a:pt x="739" y="50"/>
                  </a:cubicBezTo>
                  <a:cubicBezTo>
                    <a:pt x="711" y="22"/>
                    <a:pt x="654" y="22"/>
                    <a:pt x="626" y="22"/>
                  </a:cubicBezTo>
                  <a:cubicBezTo>
                    <a:pt x="597" y="8"/>
                    <a:pt x="562" y="1"/>
                    <a:pt x="5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6"/>
            <p:cNvSpPr/>
            <p:nvPr/>
          </p:nvSpPr>
          <p:spPr>
            <a:xfrm>
              <a:off x="3804500" y="417550"/>
              <a:ext cx="920650" cy="918000"/>
            </a:xfrm>
            <a:custGeom>
              <a:avLst/>
              <a:gdLst/>
              <a:ahLst/>
              <a:cxnLst/>
              <a:rect l="l" t="t" r="r" b="b"/>
              <a:pathLst>
                <a:path w="36826" h="36720" extrusionOk="0">
                  <a:moveTo>
                    <a:pt x="36232" y="1"/>
                  </a:moveTo>
                  <a:cubicBezTo>
                    <a:pt x="36094" y="1"/>
                    <a:pt x="35959" y="51"/>
                    <a:pt x="35859" y="150"/>
                  </a:cubicBezTo>
                  <a:cubicBezTo>
                    <a:pt x="35660" y="378"/>
                    <a:pt x="35660" y="690"/>
                    <a:pt x="35859" y="918"/>
                  </a:cubicBezTo>
                  <a:cubicBezTo>
                    <a:pt x="35973" y="1003"/>
                    <a:pt x="36115" y="1060"/>
                    <a:pt x="36229" y="1060"/>
                  </a:cubicBezTo>
                  <a:cubicBezTo>
                    <a:pt x="36371" y="1060"/>
                    <a:pt x="36513" y="1003"/>
                    <a:pt x="36627" y="918"/>
                  </a:cubicBezTo>
                  <a:cubicBezTo>
                    <a:pt x="36826" y="690"/>
                    <a:pt x="36826" y="378"/>
                    <a:pt x="36627" y="150"/>
                  </a:cubicBezTo>
                  <a:cubicBezTo>
                    <a:pt x="36513" y="51"/>
                    <a:pt x="36371" y="1"/>
                    <a:pt x="36232" y="1"/>
                  </a:cubicBezTo>
                  <a:close/>
                  <a:moveTo>
                    <a:pt x="33694" y="2560"/>
                  </a:moveTo>
                  <a:cubicBezTo>
                    <a:pt x="33556" y="2560"/>
                    <a:pt x="33414" y="2610"/>
                    <a:pt x="33300" y="2709"/>
                  </a:cubicBezTo>
                  <a:cubicBezTo>
                    <a:pt x="33101" y="2909"/>
                    <a:pt x="33101" y="3250"/>
                    <a:pt x="33300" y="3449"/>
                  </a:cubicBezTo>
                  <a:cubicBezTo>
                    <a:pt x="33414" y="3563"/>
                    <a:pt x="33556" y="3619"/>
                    <a:pt x="33698" y="3619"/>
                  </a:cubicBezTo>
                  <a:cubicBezTo>
                    <a:pt x="33840" y="3619"/>
                    <a:pt x="33954" y="3563"/>
                    <a:pt x="34068" y="3449"/>
                  </a:cubicBezTo>
                  <a:cubicBezTo>
                    <a:pt x="34267" y="3250"/>
                    <a:pt x="34267" y="2909"/>
                    <a:pt x="34068" y="2709"/>
                  </a:cubicBezTo>
                  <a:cubicBezTo>
                    <a:pt x="33968" y="2610"/>
                    <a:pt x="33833" y="2560"/>
                    <a:pt x="33694" y="2560"/>
                  </a:cubicBezTo>
                  <a:close/>
                  <a:moveTo>
                    <a:pt x="31139" y="5091"/>
                  </a:moveTo>
                  <a:cubicBezTo>
                    <a:pt x="31004" y="5091"/>
                    <a:pt x="30869" y="5141"/>
                    <a:pt x="30769" y="5240"/>
                  </a:cubicBezTo>
                  <a:cubicBezTo>
                    <a:pt x="30570" y="5468"/>
                    <a:pt x="30570" y="5809"/>
                    <a:pt x="30769" y="6008"/>
                  </a:cubicBezTo>
                  <a:cubicBezTo>
                    <a:pt x="30883" y="6122"/>
                    <a:pt x="30996" y="6150"/>
                    <a:pt x="31139" y="6150"/>
                  </a:cubicBezTo>
                  <a:cubicBezTo>
                    <a:pt x="31281" y="6150"/>
                    <a:pt x="31423" y="6122"/>
                    <a:pt x="31508" y="6008"/>
                  </a:cubicBezTo>
                  <a:cubicBezTo>
                    <a:pt x="31736" y="5809"/>
                    <a:pt x="31736" y="5468"/>
                    <a:pt x="31508" y="5240"/>
                  </a:cubicBezTo>
                  <a:cubicBezTo>
                    <a:pt x="31409" y="5141"/>
                    <a:pt x="31274" y="5091"/>
                    <a:pt x="31139" y="5091"/>
                  </a:cubicBezTo>
                  <a:close/>
                  <a:moveTo>
                    <a:pt x="28594" y="7650"/>
                  </a:moveTo>
                  <a:cubicBezTo>
                    <a:pt x="28458" y="7650"/>
                    <a:pt x="28323" y="7700"/>
                    <a:pt x="28210" y="7800"/>
                  </a:cubicBezTo>
                  <a:cubicBezTo>
                    <a:pt x="28011" y="7999"/>
                    <a:pt x="28011" y="8340"/>
                    <a:pt x="28210" y="8567"/>
                  </a:cubicBezTo>
                  <a:cubicBezTo>
                    <a:pt x="28323" y="8653"/>
                    <a:pt x="28466" y="8710"/>
                    <a:pt x="28608" y="8710"/>
                  </a:cubicBezTo>
                  <a:cubicBezTo>
                    <a:pt x="28722" y="8710"/>
                    <a:pt x="28864" y="8653"/>
                    <a:pt x="28977" y="8567"/>
                  </a:cubicBezTo>
                  <a:cubicBezTo>
                    <a:pt x="29177" y="8340"/>
                    <a:pt x="29177" y="7999"/>
                    <a:pt x="28977" y="7800"/>
                  </a:cubicBezTo>
                  <a:cubicBezTo>
                    <a:pt x="28864" y="7700"/>
                    <a:pt x="28729" y="7650"/>
                    <a:pt x="28594" y="7650"/>
                  </a:cubicBezTo>
                  <a:close/>
                  <a:moveTo>
                    <a:pt x="26048" y="10188"/>
                  </a:moveTo>
                  <a:cubicBezTo>
                    <a:pt x="25913" y="10188"/>
                    <a:pt x="25778" y="10245"/>
                    <a:pt x="25679" y="10359"/>
                  </a:cubicBezTo>
                  <a:cubicBezTo>
                    <a:pt x="25451" y="10558"/>
                    <a:pt x="25451" y="10899"/>
                    <a:pt x="25679" y="11098"/>
                  </a:cubicBezTo>
                  <a:cubicBezTo>
                    <a:pt x="25764" y="11212"/>
                    <a:pt x="25906" y="11269"/>
                    <a:pt x="26048" y="11269"/>
                  </a:cubicBezTo>
                  <a:cubicBezTo>
                    <a:pt x="26191" y="11269"/>
                    <a:pt x="26333" y="11212"/>
                    <a:pt x="26418" y="11098"/>
                  </a:cubicBezTo>
                  <a:cubicBezTo>
                    <a:pt x="26646" y="10899"/>
                    <a:pt x="26646" y="10558"/>
                    <a:pt x="26418" y="10359"/>
                  </a:cubicBezTo>
                  <a:cubicBezTo>
                    <a:pt x="26319" y="10245"/>
                    <a:pt x="26184" y="10188"/>
                    <a:pt x="26048" y="10188"/>
                  </a:cubicBezTo>
                  <a:close/>
                  <a:moveTo>
                    <a:pt x="23493" y="12741"/>
                  </a:moveTo>
                  <a:cubicBezTo>
                    <a:pt x="23354" y="12741"/>
                    <a:pt x="23219" y="12790"/>
                    <a:pt x="23120" y="12890"/>
                  </a:cubicBezTo>
                  <a:cubicBezTo>
                    <a:pt x="22920" y="13089"/>
                    <a:pt x="22920" y="13430"/>
                    <a:pt x="23120" y="13658"/>
                  </a:cubicBezTo>
                  <a:cubicBezTo>
                    <a:pt x="23233" y="13743"/>
                    <a:pt x="23375" y="13800"/>
                    <a:pt x="23489" y="13800"/>
                  </a:cubicBezTo>
                  <a:cubicBezTo>
                    <a:pt x="23631" y="13800"/>
                    <a:pt x="23774" y="13743"/>
                    <a:pt x="23887" y="13658"/>
                  </a:cubicBezTo>
                  <a:cubicBezTo>
                    <a:pt x="24086" y="13430"/>
                    <a:pt x="24086" y="13089"/>
                    <a:pt x="23887" y="12890"/>
                  </a:cubicBezTo>
                  <a:cubicBezTo>
                    <a:pt x="23774" y="12790"/>
                    <a:pt x="23631" y="12741"/>
                    <a:pt x="23493" y="12741"/>
                  </a:cubicBezTo>
                  <a:close/>
                  <a:moveTo>
                    <a:pt x="20958" y="15278"/>
                  </a:moveTo>
                  <a:cubicBezTo>
                    <a:pt x="20823" y="15278"/>
                    <a:pt x="20688" y="15335"/>
                    <a:pt x="20589" y="15449"/>
                  </a:cubicBezTo>
                  <a:cubicBezTo>
                    <a:pt x="20361" y="15648"/>
                    <a:pt x="20361" y="15989"/>
                    <a:pt x="20589" y="16188"/>
                  </a:cubicBezTo>
                  <a:cubicBezTo>
                    <a:pt x="20674" y="16302"/>
                    <a:pt x="20816" y="16359"/>
                    <a:pt x="20958" y="16359"/>
                  </a:cubicBezTo>
                  <a:cubicBezTo>
                    <a:pt x="21101" y="16359"/>
                    <a:pt x="21214" y="16302"/>
                    <a:pt x="21328" y="16188"/>
                  </a:cubicBezTo>
                  <a:cubicBezTo>
                    <a:pt x="21527" y="15989"/>
                    <a:pt x="21527" y="15648"/>
                    <a:pt x="21328" y="15449"/>
                  </a:cubicBezTo>
                  <a:cubicBezTo>
                    <a:pt x="21228" y="15335"/>
                    <a:pt x="21093" y="15278"/>
                    <a:pt x="20958" y="15278"/>
                  </a:cubicBezTo>
                  <a:close/>
                  <a:moveTo>
                    <a:pt x="18399" y="17831"/>
                  </a:moveTo>
                  <a:cubicBezTo>
                    <a:pt x="18264" y="17831"/>
                    <a:pt x="18129" y="17880"/>
                    <a:pt x="18029" y="17980"/>
                  </a:cubicBezTo>
                  <a:cubicBezTo>
                    <a:pt x="17830" y="18207"/>
                    <a:pt x="17830" y="18549"/>
                    <a:pt x="18029" y="18748"/>
                  </a:cubicBezTo>
                  <a:cubicBezTo>
                    <a:pt x="18143" y="18833"/>
                    <a:pt x="18257" y="18890"/>
                    <a:pt x="18399" y="18890"/>
                  </a:cubicBezTo>
                  <a:cubicBezTo>
                    <a:pt x="18541" y="18890"/>
                    <a:pt x="18683" y="18833"/>
                    <a:pt x="18769" y="18748"/>
                  </a:cubicBezTo>
                  <a:cubicBezTo>
                    <a:pt x="18996" y="18549"/>
                    <a:pt x="18996" y="18207"/>
                    <a:pt x="18769" y="17980"/>
                  </a:cubicBezTo>
                  <a:cubicBezTo>
                    <a:pt x="18669" y="17880"/>
                    <a:pt x="18534" y="17831"/>
                    <a:pt x="18399" y="17831"/>
                  </a:cubicBezTo>
                  <a:close/>
                  <a:moveTo>
                    <a:pt x="15865" y="20390"/>
                  </a:moveTo>
                  <a:cubicBezTo>
                    <a:pt x="15726" y="20390"/>
                    <a:pt x="15584" y="20440"/>
                    <a:pt x="15470" y="20539"/>
                  </a:cubicBezTo>
                  <a:cubicBezTo>
                    <a:pt x="15271" y="20738"/>
                    <a:pt x="15271" y="21080"/>
                    <a:pt x="15470" y="21279"/>
                  </a:cubicBezTo>
                  <a:cubicBezTo>
                    <a:pt x="15584" y="21392"/>
                    <a:pt x="15726" y="21449"/>
                    <a:pt x="15868" y="21449"/>
                  </a:cubicBezTo>
                  <a:cubicBezTo>
                    <a:pt x="15982" y="21449"/>
                    <a:pt x="16124" y="21392"/>
                    <a:pt x="16238" y="21279"/>
                  </a:cubicBezTo>
                  <a:cubicBezTo>
                    <a:pt x="16437" y="21080"/>
                    <a:pt x="16437" y="20738"/>
                    <a:pt x="16238" y="20539"/>
                  </a:cubicBezTo>
                  <a:cubicBezTo>
                    <a:pt x="16138" y="20440"/>
                    <a:pt x="16003" y="20390"/>
                    <a:pt x="15865" y="20390"/>
                  </a:cubicBezTo>
                  <a:close/>
                  <a:moveTo>
                    <a:pt x="13309" y="22921"/>
                  </a:moveTo>
                  <a:cubicBezTo>
                    <a:pt x="13174" y="22921"/>
                    <a:pt x="13039" y="22971"/>
                    <a:pt x="12939" y="23070"/>
                  </a:cubicBezTo>
                  <a:cubicBezTo>
                    <a:pt x="12712" y="23298"/>
                    <a:pt x="12712" y="23639"/>
                    <a:pt x="12939" y="23838"/>
                  </a:cubicBezTo>
                  <a:cubicBezTo>
                    <a:pt x="13025" y="23952"/>
                    <a:pt x="13167" y="23980"/>
                    <a:pt x="13309" y="23980"/>
                  </a:cubicBezTo>
                  <a:cubicBezTo>
                    <a:pt x="13451" y="23980"/>
                    <a:pt x="13593" y="23952"/>
                    <a:pt x="13679" y="23838"/>
                  </a:cubicBezTo>
                  <a:cubicBezTo>
                    <a:pt x="13906" y="23639"/>
                    <a:pt x="13906" y="23298"/>
                    <a:pt x="13679" y="23070"/>
                  </a:cubicBezTo>
                  <a:cubicBezTo>
                    <a:pt x="13579" y="22971"/>
                    <a:pt x="13444" y="22921"/>
                    <a:pt x="13309" y="22921"/>
                  </a:cubicBezTo>
                  <a:close/>
                  <a:moveTo>
                    <a:pt x="10764" y="25480"/>
                  </a:moveTo>
                  <a:cubicBezTo>
                    <a:pt x="10629" y="25480"/>
                    <a:pt x="10494" y="25530"/>
                    <a:pt x="10380" y="25629"/>
                  </a:cubicBezTo>
                  <a:cubicBezTo>
                    <a:pt x="10181" y="25829"/>
                    <a:pt x="10181" y="26170"/>
                    <a:pt x="10380" y="26397"/>
                  </a:cubicBezTo>
                  <a:cubicBezTo>
                    <a:pt x="10494" y="26483"/>
                    <a:pt x="10636" y="26539"/>
                    <a:pt x="10778" y="26539"/>
                  </a:cubicBezTo>
                  <a:cubicBezTo>
                    <a:pt x="10892" y="26539"/>
                    <a:pt x="11034" y="26483"/>
                    <a:pt x="11148" y="26397"/>
                  </a:cubicBezTo>
                  <a:cubicBezTo>
                    <a:pt x="11347" y="26170"/>
                    <a:pt x="11347" y="25829"/>
                    <a:pt x="11148" y="25629"/>
                  </a:cubicBezTo>
                  <a:cubicBezTo>
                    <a:pt x="11034" y="25530"/>
                    <a:pt x="10899" y="25480"/>
                    <a:pt x="10764" y="25480"/>
                  </a:cubicBezTo>
                  <a:close/>
                  <a:moveTo>
                    <a:pt x="8219" y="28018"/>
                  </a:moveTo>
                  <a:cubicBezTo>
                    <a:pt x="8084" y="28018"/>
                    <a:pt x="7949" y="28075"/>
                    <a:pt x="7849" y="28189"/>
                  </a:cubicBezTo>
                  <a:cubicBezTo>
                    <a:pt x="7622" y="28388"/>
                    <a:pt x="7622" y="28729"/>
                    <a:pt x="7849" y="28928"/>
                  </a:cubicBezTo>
                  <a:cubicBezTo>
                    <a:pt x="7934" y="29042"/>
                    <a:pt x="8077" y="29099"/>
                    <a:pt x="8219" y="29099"/>
                  </a:cubicBezTo>
                  <a:cubicBezTo>
                    <a:pt x="8361" y="29099"/>
                    <a:pt x="8475" y="29042"/>
                    <a:pt x="8588" y="28928"/>
                  </a:cubicBezTo>
                  <a:cubicBezTo>
                    <a:pt x="8787" y="28729"/>
                    <a:pt x="8787" y="28388"/>
                    <a:pt x="8588" y="28189"/>
                  </a:cubicBezTo>
                  <a:cubicBezTo>
                    <a:pt x="8489" y="28075"/>
                    <a:pt x="8354" y="28018"/>
                    <a:pt x="8219" y="28018"/>
                  </a:cubicBezTo>
                  <a:close/>
                  <a:moveTo>
                    <a:pt x="5663" y="30570"/>
                  </a:moveTo>
                  <a:cubicBezTo>
                    <a:pt x="5524" y="30570"/>
                    <a:pt x="5389" y="30620"/>
                    <a:pt x="5290" y="30720"/>
                  </a:cubicBezTo>
                  <a:cubicBezTo>
                    <a:pt x="5091" y="30947"/>
                    <a:pt x="5091" y="31260"/>
                    <a:pt x="5290" y="31487"/>
                  </a:cubicBezTo>
                  <a:cubicBezTo>
                    <a:pt x="5403" y="31573"/>
                    <a:pt x="5546" y="31630"/>
                    <a:pt x="5659" y="31630"/>
                  </a:cubicBezTo>
                  <a:cubicBezTo>
                    <a:pt x="5802" y="31630"/>
                    <a:pt x="5944" y="31573"/>
                    <a:pt x="6058" y="31487"/>
                  </a:cubicBezTo>
                  <a:cubicBezTo>
                    <a:pt x="6257" y="31260"/>
                    <a:pt x="6257" y="30947"/>
                    <a:pt x="6058" y="30720"/>
                  </a:cubicBezTo>
                  <a:cubicBezTo>
                    <a:pt x="5944" y="30620"/>
                    <a:pt x="5802" y="30570"/>
                    <a:pt x="5663" y="30570"/>
                  </a:cubicBezTo>
                  <a:close/>
                  <a:moveTo>
                    <a:pt x="3125" y="33108"/>
                  </a:moveTo>
                  <a:cubicBezTo>
                    <a:pt x="2986" y="33108"/>
                    <a:pt x="2844" y="33165"/>
                    <a:pt x="2730" y="33279"/>
                  </a:cubicBezTo>
                  <a:cubicBezTo>
                    <a:pt x="2531" y="33478"/>
                    <a:pt x="2531" y="33819"/>
                    <a:pt x="2730" y="34018"/>
                  </a:cubicBezTo>
                  <a:cubicBezTo>
                    <a:pt x="2844" y="34132"/>
                    <a:pt x="2986" y="34189"/>
                    <a:pt x="3129" y="34189"/>
                  </a:cubicBezTo>
                  <a:cubicBezTo>
                    <a:pt x="3242" y="34189"/>
                    <a:pt x="3384" y="34132"/>
                    <a:pt x="3498" y="34018"/>
                  </a:cubicBezTo>
                  <a:cubicBezTo>
                    <a:pt x="3697" y="33819"/>
                    <a:pt x="3697" y="33478"/>
                    <a:pt x="3498" y="33279"/>
                  </a:cubicBezTo>
                  <a:cubicBezTo>
                    <a:pt x="3399" y="33165"/>
                    <a:pt x="3264" y="33108"/>
                    <a:pt x="3125" y="33108"/>
                  </a:cubicBezTo>
                  <a:close/>
                  <a:moveTo>
                    <a:pt x="569" y="35660"/>
                  </a:moveTo>
                  <a:cubicBezTo>
                    <a:pt x="434" y="35660"/>
                    <a:pt x="299" y="35710"/>
                    <a:pt x="200" y="35810"/>
                  </a:cubicBezTo>
                  <a:cubicBezTo>
                    <a:pt x="1" y="36037"/>
                    <a:pt x="1" y="36379"/>
                    <a:pt x="200" y="36578"/>
                  </a:cubicBezTo>
                  <a:cubicBezTo>
                    <a:pt x="313" y="36691"/>
                    <a:pt x="427" y="36720"/>
                    <a:pt x="569" y="36720"/>
                  </a:cubicBezTo>
                  <a:cubicBezTo>
                    <a:pt x="711" y="36720"/>
                    <a:pt x="854" y="36691"/>
                    <a:pt x="939" y="36578"/>
                  </a:cubicBezTo>
                  <a:cubicBezTo>
                    <a:pt x="1166" y="36379"/>
                    <a:pt x="1166" y="36037"/>
                    <a:pt x="939" y="35810"/>
                  </a:cubicBezTo>
                  <a:cubicBezTo>
                    <a:pt x="839" y="35710"/>
                    <a:pt x="704" y="35660"/>
                    <a:pt x="569" y="3566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6"/>
            <p:cNvSpPr/>
            <p:nvPr/>
          </p:nvSpPr>
          <p:spPr>
            <a:xfrm>
              <a:off x="4760675" y="353925"/>
              <a:ext cx="27050" cy="26875"/>
            </a:xfrm>
            <a:custGeom>
              <a:avLst/>
              <a:gdLst/>
              <a:ahLst/>
              <a:cxnLst/>
              <a:rect l="l" t="t" r="r" b="b"/>
              <a:pathLst>
                <a:path w="1082" h="1075" extrusionOk="0">
                  <a:moveTo>
                    <a:pt x="563" y="0"/>
                  </a:moveTo>
                  <a:cubicBezTo>
                    <a:pt x="517" y="0"/>
                    <a:pt x="471" y="7"/>
                    <a:pt x="427" y="22"/>
                  </a:cubicBezTo>
                  <a:cubicBezTo>
                    <a:pt x="399" y="22"/>
                    <a:pt x="370" y="22"/>
                    <a:pt x="342" y="51"/>
                  </a:cubicBezTo>
                  <a:cubicBezTo>
                    <a:pt x="314" y="51"/>
                    <a:pt x="285" y="79"/>
                    <a:pt x="228" y="79"/>
                  </a:cubicBezTo>
                  <a:cubicBezTo>
                    <a:pt x="200" y="107"/>
                    <a:pt x="200" y="136"/>
                    <a:pt x="171" y="164"/>
                  </a:cubicBezTo>
                  <a:cubicBezTo>
                    <a:pt x="143" y="193"/>
                    <a:pt x="115" y="193"/>
                    <a:pt x="86" y="250"/>
                  </a:cubicBezTo>
                  <a:cubicBezTo>
                    <a:pt x="86" y="278"/>
                    <a:pt x="58" y="306"/>
                    <a:pt x="58" y="335"/>
                  </a:cubicBezTo>
                  <a:cubicBezTo>
                    <a:pt x="29" y="363"/>
                    <a:pt x="29" y="392"/>
                    <a:pt x="29" y="420"/>
                  </a:cubicBezTo>
                  <a:cubicBezTo>
                    <a:pt x="1" y="449"/>
                    <a:pt x="1" y="506"/>
                    <a:pt x="1" y="534"/>
                  </a:cubicBezTo>
                  <a:cubicBezTo>
                    <a:pt x="1" y="562"/>
                    <a:pt x="1" y="591"/>
                    <a:pt x="29" y="648"/>
                  </a:cubicBezTo>
                  <a:cubicBezTo>
                    <a:pt x="29" y="676"/>
                    <a:pt x="29" y="705"/>
                    <a:pt x="58" y="733"/>
                  </a:cubicBezTo>
                  <a:cubicBezTo>
                    <a:pt x="58" y="761"/>
                    <a:pt x="86" y="790"/>
                    <a:pt x="86" y="818"/>
                  </a:cubicBezTo>
                  <a:cubicBezTo>
                    <a:pt x="115" y="847"/>
                    <a:pt x="143" y="875"/>
                    <a:pt x="171" y="904"/>
                  </a:cubicBezTo>
                  <a:cubicBezTo>
                    <a:pt x="200" y="932"/>
                    <a:pt x="200" y="961"/>
                    <a:pt x="228" y="989"/>
                  </a:cubicBezTo>
                  <a:cubicBezTo>
                    <a:pt x="285" y="989"/>
                    <a:pt x="314" y="1017"/>
                    <a:pt x="342" y="1017"/>
                  </a:cubicBezTo>
                  <a:cubicBezTo>
                    <a:pt x="370" y="1046"/>
                    <a:pt x="399" y="1046"/>
                    <a:pt x="427" y="1046"/>
                  </a:cubicBezTo>
                  <a:cubicBezTo>
                    <a:pt x="456" y="1074"/>
                    <a:pt x="513" y="1074"/>
                    <a:pt x="541" y="1074"/>
                  </a:cubicBezTo>
                  <a:cubicBezTo>
                    <a:pt x="683" y="1074"/>
                    <a:pt x="825" y="1017"/>
                    <a:pt x="911" y="904"/>
                  </a:cubicBezTo>
                  <a:cubicBezTo>
                    <a:pt x="939" y="875"/>
                    <a:pt x="968" y="847"/>
                    <a:pt x="996" y="818"/>
                  </a:cubicBezTo>
                  <a:cubicBezTo>
                    <a:pt x="996" y="790"/>
                    <a:pt x="1025" y="761"/>
                    <a:pt x="1025" y="733"/>
                  </a:cubicBezTo>
                  <a:cubicBezTo>
                    <a:pt x="1053" y="705"/>
                    <a:pt x="1053" y="676"/>
                    <a:pt x="1053" y="648"/>
                  </a:cubicBezTo>
                  <a:cubicBezTo>
                    <a:pt x="1081" y="591"/>
                    <a:pt x="1081" y="562"/>
                    <a:pt x="1081" y="534"/>
                  </a:cubicBezTo>
                  <a:cubicBezTo>
                    <a:pt x="1081" y="506"/>
                    <a:pt x="1053" y="449"/>
                    <a:pt x="1053" y="420"/>
                  </a:cubicBezTo>
                  <a:cubicBezTo>
                    <a:pt x="1053" y="392"/>
                    <a:pt x="1053" y="363"/>
                    <a:pt x="1025" y="335"/>
                  </a:cubicBezTo>
                  <a:cubicBezTo>
                    <a:pt x="1025" y="306"/>
                    <a:pt x="996" y="278"/>
                    <a:pt x="996" y="250"/>
                  </a:cubicBezTo>
                  <a:cubicBezTo>
                    <a:pt x="968" y="193"/>
                    <a:pt x="939" y="193"/>
                    <a:pt x="911" y="164"/>
                  </a:cubicBezTo>
                  <a:cubicBezTo>
                    <a:pt x="826" y="59"/>
                    <a:pt x="695" y="0"/>
                    <a:pt x="5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6_1_1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subTitle" idx="1"/>
          </p:nvPr>
        </p:nvSpPr>
        <p:spPr>
          <a:xfrm>
            <a:off x="774411" y="3926850"/>
            <a:ext cx="23013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subTitle" idx="2"/>
          </p:nvPr>
        </p:nvSpPr>
        <p:spPr>
          <a:xfrm>
            <a:off x="3419568" y="3926850"/>
            <a:ext cx="23013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subTitle" idx="3"/>
          </p:nvPr>
        </p:nvSpPr>
        <p:spPr>
          <a:xfrm>
            <a:off x="6068289" y="3926850"/>
            <a:ext cx="23013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subTitle" idx="4"/>
          </p:nvPr>
        </p:nvSpPr>
        <p:spPr>
          <a:xfrm>
            <a:off x="774411" y="3472275"/>
            <a:ext cx="2301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subTitle" idx="5"/>
          </p:nvPr>
        </p:nvSpPr>
        <p:spPr>
          <a:xfrm>
            <a:off x="3419568" y="3472275"/>
            <a:ext cx="2301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subTitle" idx="6"/>
          </p:nvPr>
        </p:nvSpPr>
        <p:spPr>
          <a:xfrm>
            <a:off x="6068289" y="3472275"/>
            <a:ext cx="2301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06" name="Google Shape;106;p15"/>
          <p:cNvGrpSpPr/>
          <p:nvPr/>
        </p:nvGrpSpPr>
        <p:grpSpPr>
          <a:xfrm>
            <a:off x="7382638" y="3658850"/>
            <a:ext cx="2358638" cy="2358638"/>
            <a:chOff x="7330063" y="1376500"/>
            <a:chExt cx="2358638" cy="2358638"/>
          </a:xfrm>
        </p:grpSpPr>
        <p:grpSp>
          <p:nvGrpSpPr>
            <p:cNvPr id="107" name="Google Shape;107;p15"/>
            <p:cNvGrpSpPr/>
            <p:nvPr/>
          </p:nvGrpSpPr>
          <p:grpSpPr>
            <a:xfrm rot="-2700000" flipH="1">
              <a:off x="7604535" y="1766438"/>
              <a:ext cx="1045765" cy="1045615"/>
              <a:chOff x="3741950" y="353925"/>
              <a:chExt cx="1045775" cy="1045625"/>
            </a:xfrm>
          </p:grpSpPr>
          <p:sp>
            <p:nvSpPr>
              <p:cNvPr id="108" name="Google Shape;108;p15"/>
              <p:cNvSpPr/>
              <p:nvPr/>
            </p:nvSpPr>
            <p:spPr>
              <a:xfrm>
                <a:off x="3741950" y="1372675"/>
                <a:ext cx="2632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075" extrusionOk="0">
                    <a:moveTo>
                      <a:pt x="526" y="1"/>
                    </a:moveTo>
                    <a:cubicBezTo>
                      <a:pt x="491" y="1"/>
                      <a:pt x="455" y="8"/>
                      <a:pt x="427" y="22"/>
                    </a:cubicBezTo>
                    <a:cubicBezTo>
                      <a:pt x="398" y="22"/>
                      <a:pt x="370" y="22"/>
                      <a:pt x="313" y="50"/>
                    </a:cubicBezTo>
                    <a:cubicBezTo>
                      <a:pt x="284" y="50"/>
                      <a:pt x="256" y="79"/>
                      <a:pt x="228" y="107"/>
                    </a:cubicBezTo>
                    <a:cubicBezTo>
                      <a:pt x="199" y="107"/>
                      <a:pt x="171" y="136"/>
                      <a:pt x="142" y="164"/>
                    </a:cubicBezTo>
                    <a:cubicBezTo>
                      <a:pt x="57" y="249"/>
                      <a:pt x="0" y="392"/>
                      <a:pt x="0" y="534"/>
                    </a:cubicBezTo>
                    <a:cubicBezTo>
                      <a:pt x="0" y="676"/>
                      <a:pt x="57" y="818"/>
                      <a:pt x="142" y="903"/>
                    </a:cubicBezTo>
                    <a:cubicBezTo>
                      <a:pt x="171" y="932"/>
                      <a:pt x="199" y="960"/>
                      <a:pt x="228" y="989"/>
                    </a:cubicBezTo>
                    <a:cubicBezTo>
                      <a:pt x="256" y="989"/>
                      <a:pt x="284" y="1017"/>
                      <a:pt x="313" y="1046"/>
                    </a:cubicBezTo>
                    <a:cubicBezTo>
                      <a:pt x="370" y="1046"/>
                      <a:pt x="398" y="1046"/>
                      <a:pt x="427" y="1074"/>
                    </a:cubicBezTo>
                    <a:lnTo>
                      <a:pt x="626" y="1074"/>
                    </a:lnTo>
                    <a:cubicBezTo>
                      <a:pt x="654" y="1046"/>
                      <a:pt x="711" y="1046"/>
                      <a:pt x="739" y="1046"/>
                    </a:cubicBezTo>
                    <a:cubicBezTo>
                      <a:pt x="768" y="1017"/>
                      <a:pt x="796" y="989"/>
                      <a:pt x="825" y="989"/>
                    </a:cubicBezTo>
                    <a:cubicBezTo>
                      <a:pt x="853" y="960"/>
                      <a:pt x="882" y="932"/>
                      <a:pt x="910" y="903"/>
                    </a:cubicBezTo>
                    <a:cubicBezTo>
                      <a:pt x="938" y="903"/>
                      <a:pt x="938" y="875"/>
                      <a:pt x="967" y="847"/>
                    </a:cubicBezTo>
                    <a:cubicBezTo>
                      <a:pt x="995" y="818"/>
                      <a:pt x="995" y="790"/>
                      <a:pt x="1024" y="733"/>
                    </a:cubicBezTo>
                    <a:cubicBezTo>
                      <a:pt x="1024" y="704"/>
                      <a:pt x="1052" y="676"/>
                      <a:pt x="1052" y="648"/>
                    </a:cubicBezTo>
                    <a:cubicBezTo>
                      <a:pt x="1052" y="619"/>
                      <a:pt x="1052" y="562"/>
                      <a:pt x="1052" y="534"/>
                    </a:cubicBezTo>
                    <a:cubicBezTo>
                      <a:pt x="1052" y="392"/>
                      <a:pt x="995" y="249"/>
                      <a:pt x="910" y="164"/>
                    </a:cubicBezTo>
                    <a:cubicBezTo>
                      <a:pt x="882" y="136"/>
                      <a:pt x="853" y="107"/>
                      <a:pt x="825" y="107"/>
                    </a:cubicBezTo>
                    <a:cubicBezTo>
                      <a:pt x="796" y="79"/>
                      <a:pt x="768" y="50"/>
                      <a:pt x="739" y="50"/>
                    </a:cubicBezTo>
                    <a:cubicBezTo>
                      <a:pt x="711" y="22"/>
                      <a:pt x="654" y="22"/>
                      <a:pt x="626" y="22"/>
                    </a:cubicBezTo>
                    <a:cubicBezTo>
                      <a:pt x="597" y="8"/>
                      <a:pt x="562" y="1"/>
                      <a:pt x="5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15"/>
              <p:cNvSpPr/>
              <p:nvPr/>
            </p:nvSpPr>
            <p:spPr>
              <a:xfrm>
                <a:off x="3804500" y="417550"/>
                <a:ext cx="920650" cy="918000"/>
              </a:xfrm>
              <a:custGeom>
                <a:avLst/>
                <a:gdLst/>
                <a:ahLst/>
                <a:cxnLst/>
                <a:rect l="l" t="t" r="r" b="b"/>
                <a:pathLst>
                  <a:path w="36826" h="36720" extrusionOk="0">
                    <a:moveTo>
                      <a:pt x="36232" y="1"/>
                    </a:moveTo>
                    <a:cubicBezTo>
                      <a:pt x="36094" y="1"/>
                      <a:pt x="35959" y="51"/>
                      <a:pt x="35859" y="150"/>
                    </a:cubicBezTo>
                    <a:cubicBezTo>
                      <a:pt x="35660" y="378"/>
                      <a:pt x="35660" y="690"/>
                      <a:pt x="35859" y="918"/>
                    </a:cubicBezTo>
                    <a:cubicBezTo>
                      <a:pt x="35973" y="1003"/>
                      <a:pt x="36115" y="1060"/>
                      <a:pt x="36229" y="1060"/>
                    </a:cubicBezTo>
                    <a:cubicBezTo>
                      <a:pt x="36371" y="1060"/>
                      <a:pt x="36513" y="1003"/>
                      <a:pt x="36627" y="918"/>
                    </a:cubicBezTo>
                    <a:cubicBezTo>
                      <a:pt x="36826" y="690"/>
                      <a:pt x="36826" y="378"/>
                      <a:pt x="36627" y="150"/>
                    </a:cubicBezTo>
                    <a:cubicBezTo>
                      <a:pt x="36513" y="51"/>
                      <a:pt x="36371" y="1"/>
                      <a:pt x="36232" y="1"/>
                    </a:cubicBezTo>
                    <a:close/>
                    <a:moveTo>
                      <a:pt x="33694" y="2560"/>
                    </a:moveTo>
                    <a:cubicBezTo>
                      <a:pt x="33556" y="2560"/>
                      <a:pt x="33414" y="2610"/>
                      <a:pt x="33300" y="2709"/>
                    </a:cubicBezTo>
                    <a:cubicBezTo>
                      <a:pt x="33101" y="2909"/>
                      <a:pt x="33101" y="3250"/>
                      <a:pt x="33300" y="3449"/>
                    </a:cubicBezTo>
                    <a:cubicBezTo>
                      <a:pt x="33414" y="3563"/>
                      <a:pt x="33556" y="3619"/>
                      <a:pt x="33698" y="3619"/>
                    </a:cubicBezTo>
                    <a:cubicBezTo>
                      <a:pt x="33840" y="3619"/>
                      <a:pt x="33954" y="3563"/>
                      <a:pt x="34068" y="3449"/>
                    </a:cubicBezTo>
                    <a:cubicBezTo>
                      <a:pt x="34267" y="3250"/>
                      <a:pt x="34267" y="2909"/>
                      <a:pt x="34068" y="2709"/>
                    </a:cubicBezTo>
                    <a:cubicBezTo>
                      <a:pt x="33968" y="2610"/>
                      <a:pt x="33833" y="2560"/>
                      <a:pt x="33694" y="2560"/>
                    </a:cubicBezTo>
                    <a:close/>
                    <a:moveTo>
                      <a:pt x="31139" y="5091"/>
                    </a:moveTo>
                    <a:cubicBezTo>
                      <a:pt x="31004" y="5091"/>
                      <a:pt x="30869" y="5141"/>
                      <a:pt x="30769" y="5240"/>
                    </a:cubicBezTo>
                    <a:cubicBezTo>
                      <a:pt x="30570" y="5468"/>
                      <a:pt x="30570" y="5809"/>
                      <a:pt x="30769" y="6008"/>
                    </a:cubicBezTo>
                    <a:cubicBezTo>
                      <a:pt x="30883" y="6122"/>
                      <a:pt x="30996" y="6150"/>
                      <a:pt x="31139" y="6150"/>
                    </a:cubicBezTo>
                    <a:cubicBezTo>
                      <a:pt x="31281" y="6150"/>
                      <a:pt x="31423" y="6122"/>
                      <a:pt x="31508" y="6008"/>
                    </a:cubicBezTo>
                    <a:cubicBezTo>
                      <a:pt x="31736" y="5809"/>
                      <a:pt x="31736" y="5468"/>
                      <a:pt x="31508" y="5240"/>
                    </a:cubicBezTo>
                    <a:cubicBezTo>
                      <a:pt x="31409" y="5141"/>
                      <a:pt x="31274" y="5091"/>
                      <a:pt x="31139" y="5091"/>
                    </a:cubicBezTo>
                    <a:close/>
                    <a:moveTo>
                      <a:pt x="28594" y="7650"/>
                    </a:moveTo>
                    <a:cubicBezTo>
                      <a:pt x="28458" y="7650"/>
                      <a:pt x="28323" y="7700"/>
                      <a:pt x="28210" y="7800"/>
                    </a:cubicBezTo>
                    <a:cubicBezTo>
                      <a:pt x="28011" y="7999"/>
                      <a:pt x="28011" y="8340"/>
                      <a:pt x="28210" y="8567"/>
                    </a:cubicBezTo>
                    <a:cubicBezTo>
                      <a:pt x="28323" y="8653"/>
                      <a:pt x="28466" y="8710"/>
                      <a:pt x="28608" y="8710"/>
                    </a:cubicBezTo>
                    <a:cubicBezTo>
                      <a:pt x="28722" y="8710"/>
                      <a:pt x="28864" y="8653"/>
                      <a:pt x="28977" y="8567"/>
                    </a:cubicBezTo>
                    <a:cubicBezTo>
                      <a:pt x="29177" y="8340"/>
                      <a:pt x="29177" y="7999"/>
                      <a:pt x="28977" y="7800"/>
                    </a:cubicBezTo>
                    <a:cubicBezTo>
                      <a:pt x="28864" y="7700"/>
                      <a:pt x="28729" y="7650"/>
                      <a:pt x="28594" y="7650"/>
                    </a:cubicBezTo>
                    <a:close/>
                    <a:moveTo>
                      <a:pt x="26048" y="10188"/>
                    </a:moveTo>
                    <a:cubicBezTo>
                      <a:pt x="25913" y="10188"/>
                      <a:pt x="25778" y="10245"/>
                      <a:pt x="25679" y="10359"/>
                    </a:cubicBezTo>
                    <a:cubicBezTo>
                      <a:pt x="25451" y="10558"/>
                      <a:pt x="25451" y="10899"/>
                      <a:pt x="25679" y="11098"/>
                    </a:cubicBezTo>
                    <a:cubicBezTo>
                      <a:pt x="25764" y="11212"/>
                      <a:pt x="25906" y="11269"/>
                      <a:pt x="26048" y="11269"/>
                    </a:cubicBezTo>
                    <a:cubicBezTo>
                      <a:pt x="26191" y="11269"/>
                      <a:pt x="26333" y="11212"/>
                      <a:pt x="26418" y="11098"/>
                    </a:cubicBezTo>
                    <a:cubicBezTo>
                      <a:pt x="26646" y="10899"/>
                      <a:pt x="26646" y="10558"/>
                      <a:pt x="26418" y="10359"/>
                    </a:cubicBezTo>
                    <a:cubicBezTo>
                      <a:pt x="26319" y="10245"/>
                      <a:pt x="26184" y="10188"/>
                      <a:pt x="26048" y="10188"/>
                    </a:cubicBezTo>
                    <a:close/>
                    <a:moveTo>
                      <a:pt x="23493" y="12741"/>
                    </a:moveTo>
                    <a:cubicBezTo>
                      <a:pt x="23354" y="12741"/>
                      <a:pt x="23219" y="12790"/>
                      <a:pt x="23120" y="12890"/>
                    </a:cubicBezTo>
                    <a:cubicBezTo>
                      <a:pt x="22920" y="13089"/>
                      <a:pt x="22920" y="13430"/>
                      <a:pt x="23120" y="13658"/>
                    </a:cubicBezTo>
                    <a:cubicBezTo>
                      <a:pt x="23233" y="13743"/>
                      <a:pt x="23375" y="13800"/>
                      <a:pt x="23489" y="13800"/>
                    </a:cubicBezTo>
                    <a:cubicBezTo>
                      <a:pt x="23631" y="13800"/>
                      <a:pt x="23774" y="13743"/>
                      <a:pt x="23887" y="13658"/>
                    </a:cubicBezTo>
                    <a:cubicBezTo>
                      <a:pt x="24086" y="13430"/>
                      <a:pt x="24086" y="13089"/>
                      <a:pt x="23887" y="12890"/>
                    </a:cubicBezTo>
                    <a:cubicBezTo>
                      <a:pt x="23774" y="12790"/>
                      <a:pt x="23631" y="12741"/>
                      <a:pt x="23493" y="12741"/>
                    </a:cubicBezTo>
                    <a:close/>
                    <a:moveTo>
                      <a:pt x="20958" y="15278"/>
                    </a:moveTo>
                    <a:cubicBezTo>
                      <a:pt x="20823" y="15278"/>
                      <a:pt x="20688" y="15335"/>
                      <a:pt x="20589" y="15449"/>
                    </a:cubicBezTo>
                    <a:cubicBezTo>
                      <a:pt x="20361" y="15648"/>
                      <a:pt x="20361" y="15989"/>
                      <a:pt x="20589" y="16188"/>
                    </a:cubicBezTo>
                    <a:cubicBezTo>
                      <a:pt x="20674" y="16302"/>
                      <a:pt x="20816" y="16359"/>
                      <a:pt x="20958" y="16359"/>
                    </a:cubicBezTo>
                    <a:cubicBezTo>
                      <a:pt x="21101" y="16359"/>
                      <a:pt x="21214" y="16302"/>
                      <a:pt x="21328" y="16188"/>
                    </a:cubicBezTo>
                    <a:cubicBezTo>
                      <a:pt x="21527" y="15989"/>
                      <a:pt x="21527" y="15648"/>
                      <a:pt x="21328" y="15449"/>
                    </a:cubicBezTo>
                    <a:cubicBezTo>
                      <a:pt x="21228" y="15335"/>
                      <a:pt x="21093" y="15278"/>
                      <a:pt x="20958" y="15278"/>
                    </a:cubicBezTo>
                    <a:close/>
                    <a:moveTo>
                      <a:pt x="18399" y="17831"/>
                    </a:moveTo>
                    <a:cubicBezTo>
                      <a:pt x="18264" y="17831"/>
                      <a:pt x="18129" y="17880"/>
                      <a:pt x="18029" y="17980"/>
                    </a:cubicBezTo>
                    <a:cubicBezTo>
                      <a:pt x="17830" y="18207"/>
                      <a:pt x="17830" y="18549"/>
                      <a:pt x="18029" y="18748"/>
                    </a:cubicBezTo>
                    <a:cubicBezTo>
                      <a:pt x="18143" y="18833"/>
                      <a:pt x="18257" y="18890"/>
                      <a:pt x="18399" y="18890"/>
                    </a:cubicBezTo>
                    <a:cubicBezTo>
                      <a:pt x="18541" y="18890"/>
                      <a:pt x="18683" y="18833"/>
                      <a:pt x="18769" y="18748"/>
                    </a:cubicBezTo>
                    <a:cubicBezTo>
                      <a:pt x="18996" y="18549"/>
                      <a:pt x="18996" y="18207"/>
                      <a:pt x="18769" y="17980"/>
                    </a:cubicBezTo>
                    <a:cubicBezTo>
                      <a:pt x="18669" y="17880"/>
                      <a:pt x="18534" y="17831"/>
                      <a:pt x="18399" y="17831"/>
                    </a:cubicBezTo>
                    <a:close/>
                    <a:moveTo>
                      <a:pt x="15865" y="20390"/>
                    </a:moveTo>
                    <a:cubicBezTo>
                      <a:pt x="15726" y="20390"/>
                      <a:pt x="15584" y="20440"/>
                      <a:pt x="15470" y="20539"/>
                    </a:cubicBezTo>
                    <a:cubicBezTo>
                      <a:pt x="15271" y="20738"/>
                      <a:pt x="15271" y="21080"/>
                      <a:pt x="15470" y="21279"/>
                    </a:cubicBezTo>
                    <a:cubicBezTo>
                      <a:pt x="15584" y="21392"/>
                      <a:pt x="15726" y="21449"/>
                      <a:pt x="15868" y="21449"/>
                    </a:cubicBezTo>
                    <a:cubicBezTo>
                      <a:pt x="15982" y="21449"/>
                      <a:pt x="16124" y="21392"/>
                      <a:pt x="16238" y="21279"/>
                    </a:cubicBezTo>
                    <a:cubicBezTo>
                      <a:pt x="16437" y="21080"/>
                      <a:pt x="16437" y="20738"/>
                      <a:pt x="16238" y="20539"/>
                    </a:cubicBezTo>
                    <a:cubicBezTo>
                      <a:pt x="16138" y="20440"/>
                      <a:pt x="16003" y="20390"/>
                      <a:pt x="15865" y="20390"/>
                    </a:cubicBezTo>
                    <a:close/>
                    <a:moveTo>
                      <a:pt x="13309" y="22921"/>
                    </a:moveTo>
                    <a:cubicBezTo>
                      <a:pt x="13174" y="22921"/>
                      <a:pt x="13039" y="22971"/>
                      <a:pt x="12939" y="23070"/>
                    </a:cubicBezTo>
                    <a:cubicBezTo>
                      <a:pt x="12712" y="23298"/>
                      <a:pt x="12712" y="23639"/>
                      <a:pt x="12939" y="23838"/>
                    </a:cubicBezTo>
                    <a:cubicBezTo>
                      <a:pt x="13025" y="23952"/>
                      <a:pt x="13167" y="23980"/>
                      <a:pt x="13309" y="23980"/>
                    </a:cubicBezTo>
                    <a:cubicBezTo>
                      <a:pt x="13451" y="23980"/>
                      <a:pt x="13593" y="23952"/>
                      <a:pt x="13679" y="23838"/>
                    </a:cubicBezTo>
                    <a:cubicBezTo>
                      <a:pt x="13906" y="23639"/>
                      <a:pt x="13906" y="23298"/>
                      <a:pt x="13679" y="23070"/>
                    </a:cubicBezTo>
                    <a:cubicBezTo>
                      <a:pt x="13579" y="22971"/>
                      <a:pt x="13444" y="22921"/>
                      <a:pt x="13309" y="22921"/>
                    </a:cubicBezTo>
                    <a:close/>
                    <a:moveTo>
                      <a:pt x="10764" y="25480"/>
                    </a:moveTo>
                    <a:cubicBezTo>
                      <a:pt x="10629" y="25480"/>
                      <a:pt x="10494" y="25530"/>
                      <a:pt x="10380" y="25629"/>
                    </a:cubicBezTo>
                    <a:cubicBezTo>
                      <a:pt x="10181" y="25829"/>
                      <a:pt x="10181" y="26170"/>
                      <a:pt x="10380" y="26397"/>
                    </a:cubicBezTo>
                    <a:cubicBezTo>
                      <a:pt x="10494" y="26483"/>
                      <a:pt x="10636" y="26539"/>
                      <a:pt x="10778" y="26539"/>
                    </a:cubicBezTo>
                    <a:cubicBezTo>
                      <a:pt x="10892" y="26539"/>
                      <a:pt x="11034" y="26483"/>
                      <a:pt x="11148" y="26397"/>
                    </a:cubicBezTo>
                    <a:cubicBezTo>
                      <a:pt x="11347" y="26170"/>
                      <a:pt x="11347" y="25829"/>
                      <a:pt x="11148" y="25629"/>
                    </a:cubicBezTo>
                    <a:cubicBezTo>
                      <a:pt x="11034" y="25530"/>
                      <a:pt x="10899" y="25480"/>
                      <a:pt x="10764" y="25480"/>
                    </a:cubicBezTo>
                    <a:close/>
                    <a:moveTo>
                      <a:pt x="8219" y="28018"/>
                    </a:moveTo>
                    <a:cubicBezTo>
                      <a:pt x="8084" y="28018"/>
                      <a:pt x="7949" y="28075"/>
                      <a:pt x="7849" y="28189"/>
                    </a:cubicBezTo>
                    <a:cubicBezTo>
                      <a:pt x="7622" y="28388"/>
                      <a:pt x="7622" y="28729"/>
                      <a:pt x="7849" y="28928"/>
                    </a:cubicBezTo>
                    <a:cubicBezTo>
                      <a:pt x="7934" y="29042"/>
                      <a:pt x="8077" y="29099"/>
                      <a:pt x="8219" y="29099"/>
                    </a:cubicBezTo>
                    <a:cubicBezTo>
                      <a:pt x="8361" y="29099"/>
                      <a:pt x="8475" y="29042"/>
                      <a:pt x="8588" y="28928"/>
                    </a:cubicBezTo>
                    <a:cubicBezTo>
                      <a:pt x="8787" y="28729"/>
                      <a:pt x="8787" y="28388"/>
                      <a:pt x="8588" y="28189"/>
                    </a:cubicBezTo>
                    <a:cubicBezTo>
                      <a:pt x="8489" y="28075"/>
                      <a:pt x="8354" y="28018"/>
                      <a:pt x="8219" y="28018"/>
                    </a:cubicBezTo>
                    <a:close/>
                    <a:moveTo>
                      <a:pt x="5663" y="30570"/>
                    </a:moveTo>
                    <a:cubicBezTo>
                      <a:pt x="5524" y="30570"/>
                      <a:pt x="5389" y="30620"/>
                      <a:pt x="5290" y="30720"/>
                    </a:cubicBezTo>
                    <a:cubicBezTo>
                      <a:pt x="5091" y="30947"/>
                      <a:pt x="5091" y="31260"/>
                      <a:pt x="5290" y="31487"/>
                    </a:cubicBezTo>
                    <a:cubicBezTo>
                      <a:pt x="5403" y="31573"/>
                      <a:pt x="5546" y="31630"/>
                      <a:pt x="5659" y="31630"/>
                    </a:cubicBezTo>
                    <a:cubicBezTo>
                      <a:pt x="5802" y="31630"/>
                      <a:pt x="5944" y="31573"/>
                      <a:pt x="6058" y="31487"/>
                    </a:cubicBezTo>
                    <a:cubicBezTo>
                      <a:pt x="6257" y="31260"/>
                      <a:pt x="6257" y="30947"/>
                      <a:pt x="6058" y="30720"/>
                    </a:cubicBezTo>
                    <a:cubicBezTo>
                      <a:pt x="5944" y="30620"/>
                      <a:pt x="5802" y="30570"/>
                      <a:pt x="5663" y="30570"/>
                    </a:cubicBezTo>
                    <a:close/>
                    <a:moveTo>
                      <a:pt x="3125" y="33108"/>
                    </a:moveTo>
                    <a:cubicBezTo>
                      <a:pt x="2986" y="33108"/>
                      <a:pt x="2844" y="33165"/>
                      <a:pt x="2730" y="33279"/>
                    </a:cubicBezTo>
                    <a:cubicBezTo>
                      <a:pt x="2531" y="33478"/>
                      <a:pt x="2531" y="33819"/>
                      <a:pt x="2730" y="34018"/>
                    </a:cubicBezTo>
                    <a:cubicBezTo>
                      <a:pt x="2844" y="34132"/>
                      <a:pt x="2986" y="34189"/>
                      <a:pt x="3129" y="34189"/>
                    </a:cubicBezTo>
                    <a:cubicBezTo>
                      <a:pt x="3242" y="34189"/>
                      <a:pt x="3384" y="34132"/>
                      <a:pt x="3498" y="34018"/>
                    </a:cubicBezTo>
                    <a:cubicBezTo>
                      <a:pt x="3697" y="33819"/>
                      <a:pt x="3697" y="33478"/>
                      <a:pt x="3498" y="33279"/>
                    </a:cubicBezTo>
                    <a:cubicBezTo>
                      <a:pt x="3399" y="33165"/>
                      <a:pt x="3264" y="33108"/>
                      <a:pt x="3125" y="33108"/>
                    </a:cubicBezTo>
                    <a:close/>
                    <a:moveTo>
                      <a:pt x="569" y="35660"/>
                    </a:moveTo>
                    <a:cubicBezTo>
                      <a:pt x="434" y="35660"/>
                      <a:pt x="299" y="35710"/>
                      <a:pt x="200" y="35810"/>
                    </a:cubicBezTo>
                    <a:cubicBezTo>
                      <a:pt x="1" y="36037"/>
                      <a:pt x="1" y="36379"/>
                      <a:pt x="200" y="36578"/>
                    </a:cubicBezTo>
                    <a:cubicBezTo>
                      <a:pt x="313" y="36691"/>
                      <a:pt x="427" y="36720"/>
                      <a:pt x="569" y="36720"/>
                    </a:cubicBezTo>
                    <a:cubicBezTo>
                      <a:pt x="711" y="36720"/>
                      <a:pt x="854" y="36691"/>
                      <a:pt x="939" y="36578"/>
                    </a:cubicBezTo>
                    <a:cubicBezTo>
                      <a:pt x="1166" y="36379"/>
                      <a:pt x="1166" y="36037"/>
                      <a:pt x="939" y="35810"/>
                    </a:cubicBezTo>
                    <a:cubicBezTo>
                      <a:pt x="839" y="35710"/>
                      <a:pt x="704" y="35660"/>
                      <a:pt x="569" y="3566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15"/>
              <p:cNvSpPr/>
              <p:nvPr/>
            </p:nvSpPr>
            <p:spPr>
              <a:xfrm>
                <a:off x="4760675" y="353925"/>
                <a:ext cx="27050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1075" extrusionOk="0">
                    <a:moveTo>
                      <a:pt x="563" y="0"/>
                    </a:moveTo>
                    <a:cubicBezTo>
                      <a:pt x="517" y="0"/>
                      <a:pt x="471" y="7"/>
                      <a:pt x="427" y="22"/>
                    </a:cubicBezTo>
                    <a:cubicBezTo>
                      <a:pt x="399" y="22"/>
                      <a:pt x="370" y="22"/>
                      <a:pt x="342" y="51"/>
                    </a:cubicBezTo>
                    <a:cubicBezTo>
                      <a:pt x="314" y="51"/>
                      <a:pt x="285" y="79"/>
                      <a:pt x="228" y="79"/>
                    </a:cubicBezTo>
                    <a:cubicBezTo>
                      <a:pt x="200" y="107"/>
                      <a:pt x="200" y="136"/>
                      <a:pt x="171" y="164"/>
                    </a:cubicBezTo>
                    <a:cubicBezTo>
                      <a:pt x="143" y="193"/>
                      <a:pt x="115" y="193"/>
                      <a:pt x="86" y="250"/>
                    </a:cubicBezTo>
                    <a:cubicBezTo>
                      <a:pt x="86" y="278"/>
                      <a:pt x="58" y="306"/>
                      <a:pt x="58" y="335"/>
                    </a:cubicBezTo>
                    <a:cubicBezTo>
                      <a:pt x="29" y="363"/>
                      <a:pt x="29" y="392"/>
                      <a:pt x="29" y="420"/>
                    </a:cubicBezTo>
                    <a:cubicBezTo>
                      <a:pt x="1" y="449"/>
                      <a:pt x="1" y="506"/>
                      <a:pt x="1" y="534"/>
                    </a:cubicBezTo>
                    <a:cubicBezTo>
                      <a:pt x="1" y="562"/>
                      <a:pt x="1" y="591"/>
                      <a:pt x="29" y="648"/>
                    </a:cubicBezTo>
                    <a:cubicBezTo>
                      <a:pt x="29" y="676"/>
                      <a:pt x="29" y="705"/>
                      <a:pt x="58" y="733"/>
                    </a:cubicBezTo>
                    <a:cubicBezTo>
                      <a:pt x="58" y="761"/>
                      <a:pt x="86" y="790"/>
                      <a:pt x="86" y="818"/>
                    </a:cubicBezTo>
                    <a:cubicBezTo>
                      <a:pt x="115" y="847"/>
                      <a:pt x="143" y="875"/>
                      <a:pt x="171" y="904"/>
                    </a:cubicBezTo>
                    <a:cubicBezTo>
                      <a:pt x="200" y="932"/>
                      <a:pt x="200" y="961"/>
                      <a:pt x="228" y="989"/>
                    </a:cubicBezTo>
                    <a:cubicBezTo>
                      <a:pt x="285" y="989"/>
                      <a:pt x="314" y="1017"/>
                      <a:pt x="342" y="1017"/>
                    </a:cubicBezTo>
                    <a:cubicBezTo>
                      <a:pt x="370" y="1046"/>
                      <a:pt x="399" y="1046"/>
                      <a:pt x="427" y="1046"/>
                    </a:cubicBezTo>
                    <a:cubicBezTo>
                      <a:pt x="456" y="1074"/>
                      <a:pt x="513" y="1074"/>
                      <a:pt x="541" y="1074"/>
                    </a:cubicBezTo>
                    <a:cubicBezTo>
                      <a:pt x="683" y="1074"/>
                      <a:pt x="825" y="1017"/>
                      <a:pt x="911" y="904"/>
                    </a:cubicBezTo>
                    <a:cubicBezTo>
                      <a:pt x="939" y="875"/>
                      <a:pt x="968" y="847"/>
                      <a:pt x="996" y="818"/>
                    </a:cubicBezTo>
                    <a:cubicBezTo>
                      <a:pt x="996" y="790"/>
                      <a:pt x="1025" y="761"/>
                      <a:pt x="1025" y="733"/>
                    </a:cubicBezTo>
                    <a:cubicBezTo>
                      <a:pt x="1053" y="705"/>
                      <a:pt x="1053" y="676"/>
                      <a:pt x="1053" y="648"/>
                    </a:cubicBezTo>
                    <a:cubicBezTo>
                      <a:pt x="1081" y="591"/>
                      <a:pt x="1081" y="562"/>
                      <a:pt x="1081" y="534"/>
                    </a:cubicBezTo>
                    <a:cubicBezTo>
                      <a:pt x="1081" y="506"/>
                      <a:pt x="1053" y="449"/>
                      <a:pt x="1053" y="420"/>
                    </a:cubicBezTo>
                    <a:cubicBezTo>
                      <a:pt x="1053" y="392"/>
                      <a:pt x="1053" y="363"/>
                      <a:pt x="1025" y="335"/>
                    </a:cubicBezTo>
                    <a:cubicBezTo>
                      <a:pt x="1025" y="306"/>
                      <a:pt x="996" y="278"/>
                      <a:pt x="996" y="250"/>
                    </a:cubicBezTo>
                    <a:cubicBezTo>
                      <a:pt x="968" y="193"/>
                      <a:pt x="939" y="193"/>
                      <a:pt x="911" y="164"/>
                    </a:cubicBezTo>
                    <a:cubicBezTo>
                      <a:pt x="826" y="59"/>
                      <a:pt x="695" y="0"/>
                      <a:pt x="56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1" name="Google Shape;111;p15"/>
            <p:cNvSpPr/>
            <p:nvPr/>
          </p:nvSpPr>
          <p:spPr>
            <a:xfrm rot="-2700000" flipH="1">
              <a:off x="7680452" y="1716940"/>
              <a:ext cx="1657859" cy="1677759"/>
            </a:xfrm>
            <a:custGeom>
              <a:avLst/>
              <a:gdLst/>
              <a:ahLst/>
              <a:cxnLst/>
              <a:rect l="l" t="t" r="r" b="b"/>
              <a:pathLst>
                <a:path w="66315" h="67111" extrusionOk="0">
                  <a:moveTo>
                    <a:pt x="8446" y="67111"/>
                  </a:moveTo>
                  <a:cubicBezTo>
                    <a:pt x="6171" y="67111"/>
                    <a:pt x="4067" y="66258"/>
                    <a:pt x="2474" y="64665"/>
                  </a:cubicBezTo>
                  <a:cubicBezTo>
                    <a:pt x="882" y="63073"/>
                    <a:pt x="0" y="60940"/>
                    <a:pt x="0" y="58694"/>
                  </a:cubicBezTo>
                  <a:cubicBezTo>
                    <a:pt x="0" y="56447"/>
                    <a:pt x="882" y="54343"/>
                    <a:pt x="2474" y="52750"/>
                  </a:cubicBezTo>
                  <a:lnTo>
                    <a:pt x="51954" y="3271"/>
                  </a:lnTo>
                  <a:cubicBezTo>
                    <a:pt x="55224" y="0"/>
                    <a:pt x="60570" y="0"/>
                    <a:pt x="63841" y="3271"/>
                  </a:cubicBezTo>
                  <a:lnTo>
                    <a:pt x="63841" y="3271"/>
                  </a:lnTo>
                  <a:cubicBezTo>
                    <a:pt x="65433" y="4863"/>
                    <a:pt x="66315" y="6996"/>
                    <a:pt x="66315" y="9242"/>
                  </a:cubicBezTo>
                  <a:cubicBezTo>
                    <a:pt x="66315" y="11489"/>
                    <a:pt x="65433" y="13593"/>
                    <a:pt x="63841" y="15186"/>
                  </a:cubicBezTo>
                  <a:lnTo>
                    <a:pt x="14389" y="64665"/>
                  </a:lnTo>
                  <a:cubicBezTo>
                    <a:pt x="12797" y="66258"/>
                    <a:pt x="10692" y="67111"/>
                    <a:pt x="8446" y="67111"/>
                  </a:cubicBezTo>
                  <a:close/>
                  <a:moveTo>
                    <a:pt x="57897" y="2588"/>
                  </a:moveTo>
                  <a:cubicBezTo>
                    <a:pt x="56191" y="2588"/>
                    <a:pt x="54485" y="3242"/>
                    <a:pt x="53205" y="4522"/>
                  </a:cubicBezTo>
                  <a:lnTo>
                    <a:pt x="3725" y="54002"/>
                  </a:lnTo>
                  <a:cubicBezTo>
                    <a:pt x="2474" y="55253"/>
                    <a:pt x="1792" y="56931"/>
                    <a:pt x="1792" y="58694"/>
                  </a:cubicBezTo>
                  <a:cubicBezTo>
                    <a:pt x="1792" y="60457"/>
                    <a:pt x="2474" y="62135"/>
                    <a:pt x="3725" y="63386"/>
                  </a:cubicBezTo>
                  <a:cubicBezTo>
                    <a:pt x="4977" y="64637"/>
                    <a:pt x="6654" y="65348"/>
                    <a:pt x="8418" y="65348"/>
                  </a:cubicBezTo>
                  <a:cubicBezTo>
                    <a:pt x="10209" y="65348"/>
                    <a:pt x="11858" y="64637"/>
                    <a:pt x="13138" y="63386"/>
                  </a:cubicBezTo>
                  <a:lnTo>
                    <a:pt x="62589" y="13934"/>
                  </a:lnTo>
                  <a:cubicBezTo>
                    <a:pt x="63841" y="12683"/>
                    <a:pt x="64523" y="11005"/>
                    <a:pt x="64523" y="9242"/>
                  </a:cubicBezTo>
                  <a:cubicBezTo>
                    <a:pt x="64523" y="7451"/>
                    <a:pt x="63841" y="5801"/>
                    <a:pt x="62589" y="4550"/>
                  </a:cubicBezTo>
                  <a:lnTo>
                    <a:pt x="62589" y="4550"/>
                  </a:lnTo>
                  <a:cubicBezTo>
                    <a:pt x="61310" y="3242"/>
                    <a:pt x="59604" y="2588"/>
                    <a:pt x="57897" y="258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7"/>
          <p:cNvSpPr txBox="1">
            <a:spLocks noGrp="1"/>
          </p:cNvSpPr>
          <p:nvPr>
            <p:ph type="subTitle" idx="1"/>
          </p:nvPr>
        </p:nvSpPr>
        <p:spPr>
          <a:xfrm>
            <a:off x="2010042" y="1471051"/>
            <a:ext cx="3391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7"/>
          <p:cNvSpPr txBox="1">
            <a:spLocks noGrp="1"/>
          </p:cNvSpPr>
          <p:nvPr>
            <p:ph type="subTitle" idx="2"/>
          </p:nvPr>
        </p:nvSpPr>
        <p:spPr>
          <a:xfrm>
            <a:off x="3546853" y="3210739"/>
            <a:ext cx="3391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subTitle" idx="3"/>
          </p:nvPr>
        </p:nvSpPr>
        <p:spPr>
          <a:xfrm>
            <a:off x="2780860" y="2338825"/>
            <a:ext cx="3391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7"/>
          <p:cNvSpPr txBox="1">
            <a:spLocks noGrp="1"/>
          </p:cNvSpPr>
          <p:nvPr>
            <p:ph type="subTitle" idx="4"/>
          </p:nvPr>
        </p:nvSpPr>
        <p:spPr>
          <a:xfrm>
            <a:off x="4304937" y="4082578"/>
            <a:ext cx="3391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7"/>
          <p:cNvSpPr txBox="1">
            <a:spLocks noGrp="1"/>
          </p:cNvSpPr>
          <p:nvPr>
            <p:ph type="title" idx="5" hasCustomPrompt="1"/>
          </p:nvPr>
        </p:nvSpPr>
        <p:spPr>
          <a:xfrm>
            <a:off x="1121750" y="1405736"/>
            <a:ext cx="860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3" name="Google Shape;133;p17"/>
          <p:cNvSpPr txBox="1">
            <a:spLocks noGrp="1"/>
          </p:cNvSpPr>
          <p:nvPr>
            <p:ph type="title" idx="6" hasCustomPrompt="1"/>
          </p:nvPr>
        </p:nvSpPr>
        <p:spPr>
          <a:xfrm>
            <a:off x="1892625" y="2251075"/>
            <a:ext cx="860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4" name="Google Shape;134;p17"/>
          <p:cNvSpPr txBox="1">
            <a:spLocks noGrp="1"/>
          </p:cNvSpPr>
          <p:nvPr>
            <p:ph type="title" idx="7" hasCustomPrompt="1"/>
          </p:nvPr>
        </p:nvSpPr>
        <p:spPr>
          <a:xfrm>
            <a:off x="2656850" y="3122939"/>
            <a:ext cx="860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5" name="Google Shape;135;p17"/>
          <p:cNvSpPr txBox="1">
            <a:spLocks noGrp="1"/>
          </p:cNvSpPr>
          <p:nvPr>
            <p:ph type="title" idx="8" hasCustomPrompt="1"/>
          </p:nvPr>
        </p:nvSpPr>
        <p:spPr>
          <a:xfrm>
            <a:off x="3415352" y="3994815"/>
            <a:ext cx="8595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6" name="Google Shape;136;p17"/>
          <p:cNvSpPr txBox="1">
            <a:spLocks noGrp="1"/>
          </p:cNvSpPr>
          <p:nvPr>
            <p:ph type="subTitle" idx="9"/>
          </p:nvPr>
        </p:nvSpPr>
        <p:spPr>
          <a:xfrm>
            <a:off x="2010042" y="1258251"/>
            <a:ext cx="33912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7" name="Google Shape;137;p17"/>
          <p:cNvSpPr txBox="1">
            <a:spLocks noGrp="1"/>
          </p:cNvSpPr>
          <p:nvPr>
            <p:ph type="subTitle" idx="13"/>
          </p:nvPr>
        </p:nvSpPr>
        <p:spPr>
          <a:xfrm>
            <a:off x="3546861" y="2997939"/>
            <a:ext cx="33912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8" name="Google Shape;138;p17"/>
          <p:cNvSpPr txBox="1">
            <a:spLocks noGrp="1"/>
          </p:cNvSpPr>
          <p:nvPr>
            <p:ph type="subTitle" idx="14"/>
          </p:nvPr>
        </p:nvSpPr>
        <p:spPr>
          <a:xfrm>
            <a:off x="2780860" y="2126100"/>
            <a:ext cx="33912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9" name="Google Shape;139;p17"/>
          <p:cNvSpPr txBox="1">
            <a:spLocks noGrp="1"/>
          </p:cNvSpPr>
          <p:nvPr>
            <p:ph type="subTitle" idx="15"/>
          </p:nvPr>
        </p:nvSpPr>
        <p:spPr>
          <a:xfrm>
            <a:off x="4304946" y="3869853"/>
            <a:ext cx="33912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40" name="Google Shape;140;p17"/>
          <p:cNvGrpSpPr/>
          <p:nvPr/>
        </p:nvGrpSpPr>
        <p:grpSpPr>
          <a:xfrm rot="-2700000" flipH="1">
            <a:off x="7837772" y="4409520"/>
            <a:ext cx="1045765" cy="1045615"/>
            <a:chOff x="3741950" y="353925"/>
            <a:chExt cx="1045775" cy="1045625"/>
          </a:xfrm>
        </p:grpSpPr>
        <p:sp>
          <p:nvSpPr>
            <p:cNvPr id="141" name="Google Shape;141;p17"/>
            <p:cNvSpPr/>
            <p:nvPr/>
          </p:nvSpPr>
          <p:spPr>
            <a:xfrm>
              <a:off x="3741950" y="1372675"/>
              <a:ext cx="26325" cy="26875"/>
            </a:xfrm>
            <a:custGeom>
              <a:avLst/>
              <a:gdLst/>
              <a:ahLst/>
              <a:cxnLst/>
              <a:rect l="l" t="t" r="r" b="b"/>
              <a:pathLst>
                <a:path w="1053" h="1075" extrusionOk="0">
                  <a:moveTo>
                    <a:pt x="526" y="1"/>
                  </a:moveTo>
                  <a:cubicBezTo>
                    <a:pt x="491" y="1"/>
                    <a:pt x="455" y="8"/>
                    <a:pt x="427" y="22"/>
                  </a:cubicBezTo>
                  <a:cubicBezTo>
                    <a:pt x="398" y="22"/>
                    <a:pt x="370" y="22"/>
                    <a:pt x="313" y="50"/>
                  </a:cubicBezTo>
                  <a:cubicBezTo>
                    <a:pt x="284" y="50"/>
                    <a:pt x="256" y="79"/>
                    <a:pt x="228" y="107"/>
                  </a:cubicBezTo>
                  <a:cubicBezTo>
                    <a:pt x="199" y="107"/>
                    <a:pt x="171" y="136"/>
                    <a:pt x="142" y="164"/>
                  </a:cubicBezTo>
                  <a:cubicBezTo>
                    <a:pt x="57" y="249"/>
                    <a:pt x="0" y="392"/>
                    <a:pt x="0" y="534"/>
                  </a:cubicBezTo>
                  <a:cubicBezTo>
                    <a:pt x="0" y="676"/>
                    <a:pt x="57" y="818"/>
                    <a:pt x="142" y="903"/>
                  </a:cubicBezTo>
                  <a:cubicBezTo>
                    <a:pt x="171" y="932"/>
                    <a:pt x="199" y="960"/>
                    <a:pt x="228" y="989"/>
                  </a:cubicBezTo>
                  <a:cubicBezTo>
                    <a:pt x="256" y="989"/>
                    <a:pt x="284" y="1017"/>
                    <a:pt x="313" y="1046"/>
                  </a:cubicBezTo>
                  <a:cubicBezTo>
                    <a:pt x="370" y="1046"/>
                    <a:pt x="398" y="1046"/>
                    <a:pt x="427" y="1074"/>
                  </a:cubicBezTo>
                  <a:lnTo>
                    <a:pt x="626" y="1074"/>
                  </a:lnTo>
                  <a:cubicBezTo>
                    <a:pt x="654" y="1046"/>
                    <a:pt x="711" y="1046"/>
                    <a:pt x="739" y="1046"/>
                  </a:cubicBezTo>
                  <a:cubicBezTo>
                    <a:pt x="768" y="1017"/>
                    <a:pt x="796" y="989"/>
                    <a:pt x="825" y="989"/>
                  </a:cubicBezTo>
                  <a:cubicBezTo>
                    <a:pt x="853" y="960"/>
                    <a:pt x="882" y="932"/>
                    <a:pt x="910" y="903"/>
                  </a:cubicBezTo>
                  <a:cubicBezTo>
                    <a:pt x="938" y="903"/>
                    <a:pt x="938" y="875"/>
                    <a:pt x="967" y="847"/>
                  </a:cubicBezTo>
                  <a:cubicBezTo>
                    <a:pt x="995" y="818"/>
                    <a:pt x="995" y="790"/>
                    <a:pt x="1024" y="733"/>
                  </a:cubicBezTo>
                  <a:cubicBezTo>
                    <a:pt x="1024" y="704"/>
                    <a:pt x="1052" y="676"/>
                    <a:pt x="1052" y="648"/>
                  </a:cubicBezTo>
                  <a:cubicBezTo>
                    <a:pt x="1052" y="619"/>
                    <a:pt x="1052" y="562"/>
                    <a:pt x="1052" y="534"/>
                  </a:cubicBezTo>
                  <a:cubicBezTo>
                    <a:pt x="1052" y="392"/>
                    <a:pt x="995" y="249"/>
                    <a:pt x="910" y="164"/>
                  </a:cubicBezTo>
                  <a:cubicBezTo>
                    <a:pt x="882" y="136"/>
                    <a:pt x="853" y="107"/>
                    <a:pt x="825" y="107"/>
                  </a:cubicBezTo>
                  <a:cubicBezTo>
                    <a:pt x="796" y="79"/>
                    <a:pt x="768" y="50"/>
                    <a:pt x="739" y="50"/>
                  </a:cubicBezTo>
                  <a:cubicBezTo>
                    <a:pt x="711" y="22"/>
                    <a:pt x="654" y="22"/>
                    <a:pt x="626" y="22"/>
                  </a:cubicBezTo>
                  <a:cubicBezTo>
                    <a:pt x="597" y="8"/>
                    <a:pt x="562" y="1"/>
                    <a:pt x="5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7"/>
            <p:cNvSpPr/>
            <p:nvPr/>
          </p:nvSpPr>
          <p:spPr>
            <a:xfrm>
              <a:off x="3804500" y="417550"/>
              <a:ext cx="920650" cy="918000"/>
            </a:xfrm>
            <a:custGeom>
              <a:avLst/>
              <a:gdLst/>
              <a:ahLst/>
              <a:cxnLst/>
              <a:rect l="l" t="t" r="r" b="b"/>
              <a:pathLst>
                <a:path w="36826" h="36720" extrusionOk="0">
                  <a:moveTo>
                    <a:pt x="36232" y="1"/>
                  </a:moveTo>
                  <a:cubicBezTo>
                    <a:pt x="36094" y="1"/>
                    <a:pt x="35959" y="51"/>
                    <a:pt x="35859" y="150"/>
                  </a:cubicBezTo>
                  <a:cubicBezTo>
                    <a:pt x="35660" y="378"/>
                    <a:pt x="35660" y="690"/>
                    <a:pt x="35859" y="918"/>
                  </a:cubicBezTo>
                  <a:cubicBezTo>
                    <a:pt x="35973" y="1003"/>
                    <a:pt x="36115" y="1060"/>
                    <a:pt x="36229" y="1060"/>
                  </a:cubicBezTo>
                  <a:cubicBezTo>
                    <a:pt x="36371" y="1060"/>
                    <a:pt x="36513" y="1003"/>
                    <a:pt x="36627" y="918"/>
                  </a:cubicBezTo>
                  <a:cubicBezTo>
                    <a:pt x="36826" y="690"/>
                    <a:pt x="36826" y="378"/>
                    <a:pt x="36627" y="150"/>
                  </a:cubicBezTo>
                  <a:cubicBezTo>
                    <a:pt x="36513" y="51"/>
                    <a:pt x="36371" y="1"/>
                    <a:pt x="36232" y="1"/>
                  </a:cubicBezTo>
                  <a:close/>
                  <a:moveTo>
                    <a:pt x="33694" y="2560"/>
                  </a:moveTo>
                  <a:cubicBezTo>
                    <a:pt x="33556" y="2560"/>
                    <a:pt x="33414" y="2610"/>
                    <a:pt x="33300" y="2709"/>
                  </a:cubicBezTo>
                  <a:cubicBezTo>
                    <a:pt x="33101" y="2909"/>
                    <a:pt x="33101" y="3250"/>
                    <a:pt x="33300" y="3449"/>
                  </a:cubicBezTo>
                  <a:cubicBezTo>
                    <a:pt x="33414" y="3563"/>
                    <a:pt x="33556" y="3619"/>
                    <a:pt x="33698" y="3619"/>
                  </a:cubicBezTo>
                  <a:cubicBezTo>
                    <a:pt x="33840" y="3619"/>
                    <a:pt x="33954" y="3563"/>
                    <a:pt x="34068" y="3449"/>
                  </a:cubicBezTo>
                  <a:cubicBezTo>
                    <a:pt x="34267" y="3250"/>
                    <a:pt x="34267" y="2909"/>
                    <a:pt x="34068" y="2709"/>
                  </a:cubicBezTo>
                  <a:cubicBezTo>
                    <a:pt x="33968" y="2610"/>
                    <a:pt x="33833" y="2560"/>
                    <a:pt x="33694" y="2560"/>
                  </a:cubicBezTo>
                  <a:close/>
                  <a:moveTo>
                    <a:pt x="31139" y="5091"/>
                  </a:moveTo>
                  <a:cubicBezTo>
                    <a:pt x="31004" y="5091"/>
                    <a:pt x="30869" y="5141"/>
                    <a:pt x="30769" y="5240"/>
                  </a:cubicBezTo>
                  <a:cubicBezTo>
                    <a:pt x="30570" y="5468"/>
                    <a:pt x="30570" y="5809"/>
                    <a:pt x="30769" y="6008"/>
                  </a:cubicBezTo>
                  <a:cubicBezTo>
                    <a:pt x="30883" y="6122"/>
                    <a:pt x="30996" y="6150"/>
                    <a:pt x="31139" y="6150"/>
                  </a:cubicBezTo>
                  <a:cubicBezTo>
                    <a:pt x="31281" y="6150"/>
                    <a:pt x="31423" y="6122"/>
                    <a:pt x="31508" y="6008"/>
                  </a:cubicBezTo>
                  <a:cubicBezTo>
                    <a:pt x="31736" y="5809"/>
                    <a:pt x="31736" y="5468"/>
                    <a:pt x="31508" y="5240"/>
                  </a:cubicBezTo>
                  <a:cubicBezTo>
                    <a:pt x="31409" y="5141"/>
                    <a:pt x="31274" y="5091"/>
                    <a:pt x="31139" y="5091"/>
                  </a:cubicBezTo>
                  <a:close/>
                  <a:moveTo>
                    <a:pt x="28594" y="7650"/>
                  </a:moveTo>
                  <a:cubicBezTo>
                    <a:pt x="28458" y="7650"/>
                    <a:pt x="28323" y="7700"/>
                    <a:pt x="28210" y="7800"/>
                  </a:cubicBezTo>
                  <a:cubicBezTo>
                    <a:pt x="28011" y="7999"/>
                    <a:pt x="28011" y="8340"/>
                    <a:pt x="28210" y="8567"/>
                  </a:cubicBezTo>
                  <a:cubicBezTo>
                    <a:pt x="28323" y="8653"/>
                    <a:pt x="28466" y="8710"/>
                    <a:pt x="28608" y="8710"/>
                  </a:cubicBezTo>
                  <a:cubicBezTo>
                    <a:pt x="28722" y="8710"/>
                    <a:pt x="28864" y="8653"/>
                    <a:pt x="28977" y="8567"/>
                  </a:cubicBezTo>
                  <a:cubicBezTo>
                    <a:pt x="29177" y="8340"/>
                    <a:pt x="29177" y="7999"/>
                    <a:pt x="28977" y="7800"/>
                  </a:cubicBezTo>
                  <a:cubicBezTo>
                    <a:pt x="28864" y="7700"/>
                    <a:pt x="28729" y="7650"/>
                    <a:pt x="28594" y="7650"/>
                  </a:cubicBezTo>
                  <a:close/>
                  <a:moveTo>
                    <a:pt x="26048" y="10188"/>
                  </a:moveTo>
                  <a:cubicBezTo>
                    <a:pt x="25913" y="10188"/>
                    <a:pt x="25778" y="10245"/>
                    <a:pt x="25679" y="10359"/>
                  </a:cubicBezTo>
                  <a:cubicBezTo>
                    <a:pt x="25451" y="10558"/>
                    <a:pt x="25451" y="10899"/>
                    <a:pt x="25679" y="11098"/>
                  </a:cubicBezTo>
                  <a:cubicBezTo>
                    <a:pt x="25764" y="11212"/>
                    <a:pt x="25906" y="11269"/>
                    <a:pt x="26048" y="11269"/>
                  </a:cubicBezTo>
                  <a:cubicBezTo>
                    <a:pt x="26191" y="11269"/>
                    <a:pt x="26333" y="11212"/>
                    <a:pt x="26418" y="11098"/>
                  </a:cubicBezTo>
                  <a:cubicBezTo>
                    <a:pt x="26646" y="10899"/>
                    <a:pt x="26646" y="10558"/>
                    <a:pt x="26418" y="10359"/>
                  </a:cubicBezTo>
                  <a:cubicBezTo>
                    <a:pt x="26319" y="10245"/>
                    <a:pt x="26184" y="10188"/>
                    <a:pt x="26048" y="10188"/>
                  </a:cubicBezTo>
                  <a:close/>
                  <a:moveTo>
                    <a:pt x="23493" y="12741"/>
                  </a:moveTo>
                  <a:cubicBezTo>
                    <a:pt x="23354" y="12741"/>
                    <a:pt x="23219" y="12790"/>
                    <a:pt x="23120" y="12890"/>
                  </a:cubicBezTo>
                  <a:cubicBezTo>
                    <a:pt x="22920" y="13089"/>
                    <a:pt x="22920" y="13430"/>
                    <a:pt x="23120" y="13658"/>
                  </a:cubicBezTo>
                  <a:cubicBezTo>
                    <a:pt x="23233" y="13743"/>
                    <a:pt x="23375" y="13800"/>
                    <a:pt x="23489" y="13800"/>
                  </a:cubicBezTo>
                  <a:cubicBezTo>
                    <a:pt x="23631" y="13800"/>
                    <a:pt x="23774" y="13743"/>
                    <a:pt x="23887" y="13658"/>
                  </a:cubicBezTo>
                  <a:cubicBezTo>
                    <a:pt x="24086" y="13430"/>
                    <a:pt x="24086" y="13089"/>
                    <a:pt x="23887" y="12890"/>
                  </a:cubicBezTo>
                  <a:cubicBezTo>
                    <a:pt x="23774" y="12790"/>
                    <a:pt x="23631" y="12741"/>
                    <a:pt x="23493" y="12741"/>
                  </a:cubicBezTo>
                  <a:close/>
                  <a:moveTo>
                    <a:pt x="20958" y="15278"/>
                  </a:moveTo>
                  <a:cubicBezTo>
                    <a:pt x="20823" y="15278"/>
                    <a:pt x="20688" y="15335"/>
                    <a:pt x="20589" y="15449"/>
                  </a:cubicBezTo>
                  <a:cubicBezTo>
                    <a:pt x="20361" y="15648"/>
                    <a:pt x="20361" y="15989"/>
                    <a:pt x="20589" y="16188"/>
                  </a:cubicBezTo>
                  <a:cubicBezTo>
                    <a:pt x="20674" y="16302"/>
                    <a:pt x="20816" y="16359"/>
                    <a:pt x="20958" y="16359"/>
                  </a:cubicBezTo>
                  <a:cubicBezTo>
                    <a:pt x="21101" y="16359"/>
                    <a:pt x="21214" y="16302"/>
                    <a:pt x="21328" y="16188"/>
                  </a:cubicBezTo>
                  <a:cubicBezTo>
                    <a:pt x="21527" y="15989"/>
                    <a:pt x="21527" y="15648"/>
                    <a:pt x="21328" y="15449"/>
                  </a:cubicBezTo>
                  <a:cubicBezTo>
                    <a:pt x="21228" y="15335"/>
                    <a:pt x="21093" y="15278"/>
                    <a:pt x="20958" y="15278"/>
                  </a:cubicBezTo>
                  <a:close/>
                  <a:moveTo>
                    <a:pt x="18399" y="17831"/>
                  </a:moveTo>
                  <a:cubicBezTo>
                    <a:pt x="18264" y="17831"/>
                    <a:pt x="18129" y="17880"/>
                    <a:pt x="18029" y="17980"/>
                  </a:cubicBezTo>
                  <a:cubicBezTo>
                    <a:pt x="17830" y="18207"/>
                    <a:pt x="17830" y="18549"/>
                    <a:pt x="18029" y="18748"/>
                  </a:cubicBezTo>
                  <a:cubicBezTo>
                    <a:pt x="18143" y="18833"/>
                    <a:pt x="18257" y="18890"/>
                    <a:pt x="18399" y="18890"/>
                  </a:cubicBezTo>
                  <a:cubicBezTo>
                    <a:pt x="18541" y="18890"/>
                    <a:pt x="18683" y="18833"/>
                    <a:pt x="18769" y="18748"/>
                  </a:cubicBezTo>
                  <a:cubicBezTo>
                    <a:pt x="18996" y="18549"/>
                    <a:pt x="18996" y="18207"/>
                    <a:pt x="18769" y="17980"/>
                  </a:cubicBezTo>
                  <a:cubicBezTo>
                    <a:pt x="18669" y="17880"/>
                    <a:pt x="18534" y="17831"/>
                    <a:pt x="18399" y="17831"/>
                  </a:cubicBezTo>
                  <a:close/>
                  <a:moveTo>
                    <a:pt x="15865" y="20390"/>
                  </a:moveTo>
                  <a:cubicBezTo>
                    <a:pt x="15726" y="20390"/>
                    <a:pt x="15584" y="20440"/>
                    <a:pt x="15470" y="20539"/>
                  </a:cubicBezTo>
                  <a:cubicBezTo>
                    <a:pt x="15271" y="20738"/>
                    <a:pt x="15271" y="21080"/>
                    <a:pt x="15470" y="21279"/>
                  </a:cubicBezTo>
                  <a:cubicBezTo>
                    <a:pt x="15584" y="21392"/>
                    <a:pt x="15726" y="21449"/>
                    <a:pt x="15868" y="21449"/>
                  </a:cubicBezTo>
                  <a:cubicBezTo>
                    <a:pt x="15982" y="21449"/>
                    <a:pt x="16124" y="21392"/>
                    <a:pt x="16238" y="21279"/>
                  </a:cubicBezTo>
                  <a:cubicBezTo>
                    <a:pt x="16437" y="21080"/>
                    <a:pt x="16437" y="20738"/>
                    <a:pt x="16238" y="20539"/>
                  </a:cubicBezTo>
                  <a:cubicBezTo>
                    <a:pt x="16138" y="20440"/>
                    <a:pt x="16003" y="20390"/>
                    <a:pt x="15865" y="20390"/>
                  </a:cubicBezTo>
                  <a:close/>
                  <a:moveTo>
                    <a:pt x="13309" y="22921"/>
                  </a:moveTo>
                  <a:cubicBezTo>
                    <a:pt x="13174" y="22921"/>
                    <a:pt x="13039" y="22971"/>
                    <a:pt x="12939" y="23070"/>
                  </a:cubicBezTo>
                  <a:cubicBezTo>
                    <a:pt x="12712" y="23298"/>
                    <a:pt x="12712" y="23639"/>
                    <a:pt x="12939" y="23838"/>
                  </a:cubicBezTo>
                  <a:cubicBezTo>
                    <a:pt x="13025" y="23952"/>
                    <a:pt x="13167" y="23980"/>
                    <a:pt x="13309" y="23980"/>
                  </a:cubicBezTo>
                  <a:cubicBezTo>
                    <a:pt x="13451" y="23980"/>
                    <a:pt x="13593" y="23952"/>
                    <a:pt x="13679" y="23838"/>
                  </a:cubicBezTo>
                  <a:cubicBezTo>
                    <a:pt x="13906" y="23639"/>
                    <a:pt x="13906" y="23298"/>
                    <a:pt x="13679" y="23070"/>
                  </a:cubicBezTo>
                  <a:cubicBezTo>
                    <a:pt x="13579" y="22971"/>
                    <a:pt x="13444" y="22921"/>
                    <a:pt x="13309" y="22921"/>
                  </a:cubicBezTo>
                  <a:close/>
                  <a:moveTo>
                    <a:pt x="10764" y="25480"/>
                  </a:moveTo>
                  <a:cubicBezTo>
                    <a:pt x="10629" y="25480"/>
                    <a:pt x="10494" y="25530"/>
                    <a:pt x="10380" y="25629"/>
                  </a:cubicBezTo>
                  <a:cubicBezTo>
                    <a:pt x="10181" y="25829"/>
                    <a:pt x="10181" y="26170"/>
                    <a:pt x="10380" y="26397"/>
                  </a:cubicBezTo>
                  <a:cubicBezTo>
                    <a:pt x="10494" y="26483"/>
                    <a:pt x="10636" y="26539"/>
                    <a:pt x="10778" y="26539"/>
                  </a:cubicBezTo>
                  <a:cubicBezTo>
                    <a:pt x="10892" y="26539"/>
                    <a:pt x="11034" y="26483"/>
                    <a:pt x="11148" y="26397"/>
                  </a:cubicBezTo>
                  <a:cubicBezTo>
                    <a:pt x="11347" y="26170"/>
                    <a:pt x="11347" y="25829"/>
                    <a:pt x="11148" y="25629"/>
                  </a:cubicBezTo>
                  <a:cubicBezTo>
                    <a:pt x="11034" y="25530"/>
                    <a:pt x="10899" y="25480"/>
                    <a:pt x="10764" y="25480"/>
                  </a:cubicBezTo>
                  <a:close/>
                  <a:moveTo>
                    <a:pt x="8219" y="28018"/>
                  </a:moveTo>
                  <a:cubicBezTo>
                    <a:pt x="8084" y="28018"/>
                    <a:pt x="7949" y="28075"/>
                    <a:pt x="7849" y="28189"/>
                  </a:cubicBezTo>
                  <a:cubicBezTo>
                    <a:pt x="7622" y="28388"/>
                    <a:pt x="7622" y="28729"/>
                    <a:pt x="7849" y="28928"/>
                  </a:cubicBezTo>
                  <a:cubicBezTo>
                    <a:pt x="7934" y="29042"/>
                    <a:pt x="8077" y="29099"/>
                    <a:pt x="8219" y="29099"/>
                  </a:cubicBezTo>
                  <a:cubicBezTo>
                    <a:pt x="8361" y="29099"/>
                    <a:pt x="8475" y="29042"/>
                    <a:pt x="8588" y="28928"/>
                  </a:cubicBezTo>
                  <a:cubicBezTo>
                    <a:pt x="8787" y="28729"/>
                    <a:pt x="8787" y="28388"/>
                    <a:pt x="8588" y="28189"/>
                  </a:cubicBezTo>
                  <a:cubicBezTo>
                    <a:pt x="8489" y="28075"/>
                    <a:pt x="8354" y="28018"/>
                    <a:pt x="8219" y="28018"/>
                  </a:cubicBezTo>
                  <a:close/>
                  <a:moveTo>
                    <a:pt x="5663" y="30570"/>
                  </a:moveTo>
                  <a:cubicBezTo>
                    <a:pt x="5524" y="30570"/>
                    <a:pt x="5389" y="30620"/>
                    <a:pt x="5290" y="30720"/>
                  </a:cubicBezTo>
                  <a:cubicBezTo>
                    <a:pt x="5091" y="30947"/>
                    <a:pt x="5091" y="31260"/>
                    <a:pt x="5290" y="31487"/>
                  </a:cubicBezTo>
                  <a:cubicBezTo>
                    <a:pt x="5403" y="31573"/>
                    <a:pt x="5546" y="31630"/>
                    <a:pt x="5659" y="31630"/>
                  </a:cubicBezTo>
                  <a:cubicBezTo>
                    <a:pt x="5802" y="31630"/>
                    <a:pt x="5944" y="31573"/>
                    <a:pt x="6058" y="31487"/>
                  </a:cubicBezTo>
                  <a:cubicBezTo>
                    <a:pt x="6257" y="31260"/>
                    <a:pt x="6257" y="30947"/>
                    <a:pt x="6058" y="30720"/>
                  </a:cubicBezTo>
                  <a:cubicBezTo>
                    <a:pt x="5944" y="30620"/>
                    <a:pt x="5802" y="30570"/>
                    <a:pt x="5663" y="30570"/>
                  </a:cubicBezTo>
                  <a:close/>
                  <a:moveTo>
                    <a:pt x="3125" y="33108"/>
                  </a:moveTo>
                  <a:cubicBezTo>
                    <a:pt x="2986" y="33108"/>
                    <a:pt x="2844" y="33165"/>
                    <a:pt x="2730" y="33279"/>
                  </a:cubicBezTo>
                  <a:cubicBezTo>
                    <a:pt x="2531" y="33478"/>
                    <a:pt x="2531" y="33819"/>
                    <a:pt x="2730" y="34018"/>
                  </a:cubicBezTo>
                  <a:cubicBezTo>
                    <a:pt x="2844" y="34132"/>
                    <a:pt x="2986" y="34189"/>
                    <a:pt x="3129" y="34189"/>
                  </a:cubicBezTo>
                  <a:cubicBezTo>
                    <a:pt x="3242" y="34189"/>
                    <a:pt x="3384" y="34132"/>
                    <a:pt x="3498" y="34018"/>
                  </a:cubicBezTo>
                  <a:cubicBezTo>
                    <a:pt x="3697" y="33819"/>
                    <a:pt x="3697" y="33478"/>
                    <a:pt x="3498" y="33279"/>
                  </a:cubicBezTo>
                  <a:cubicBezTo>
                    <a:pt x="3399" y="33165"/>
                    <a:pt x="3264" y="33108"/>
                    <a:pt x="3125" y="33108"/>
                  </a:cubicBezTo>
                  <a:close/>
                  <a:moveTo>
                    <a:pt x="569" y="35660"/>
                  </a:moveTo>
                  <a:cubicBezTo>
                    <a:pt x="434" y="35660"/>
                    <a:pt x="299" y="35710"/>
                    <a:pt x="200" y="35810"/>
                  </a:cubicBezTo>
                  <a:cubicBezTo>
                    <a:pt x="1" y="36037"/>
                    <a:pt x="1" y="36379"/>
                    <a:pt x="200" y="36578"/>
                  </a:cubicBezTo>
                  <a:cubicBezTo>
                    <a:pt x="313" y="36691"/>
                    <a:pt x="427" y="36720"/>
                    <a:pt x="569" y="36720"/>
                  </a:cubicBezTo>
                  <a:cubicBezTo>
                    <a:pt x="711" y="36720"/>
                    <a:pt x="854" y="36691"/>
                    <a:pt x="939" y="36578"/>
                  </a:cubicBezTo>
                  <a:cubicBezTo>
                    <a:pt x="1166" y="36379"/>
                    <a:pt x="1166" y="36037"/>
                    <a:pt x="939" y="35810"/>
                  </a:cubicBezTo>
                  <a:cubicBezTo>
                    <a:pt x="839" y="35710"/>
                    <a:pt x="704" y="35660"/>
                    <a:pt x="569" y="3566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7"/>
            <p:cNvSpPr/>
            <p:nvPr/>
          </p:nvSpPr>
          <p:spPr>
            <a:xfrm>
              <a:off x="4760675" y="353925"/>
              <a:ext cx="27050" cy="26875"/>
            </a:xfrm>
            <a:custGeom>
              <a:avLst/>
              <a:gdLst/>
              <a:ahLst/>
              <a:cxnLst/>
              <a:rect l="l" t="t" r="r" b="b"/>
              <a:pathLst>
                <a:path w="1082" h="1075" extrusionOk="0">
                  <a:moveTo>
                    <a:pt x="563" y="0"/>
                  </a:moveTo>
                  <a:cubicBezTo>
                    <a:pt x="517" y="0"/>
                    <a:pt x="471" y="7"/>
                    <a:pt x="427" y="22"/>
                  </a:cubicBezTo>
                  <a:cubicBezTo>
                    <a:pt x="399" y="22"/>
                    <a:pt x="370" y="22"/>
                    <a:pt x="342" y="51"/>
                  </a:cubicBezTo>
                  <a:cubicBezTo>
                    <a:pt x="314" y="51"/>
                    <a:pt x="285" y="79"/>
                    <a:pt x="228" y="79"/>
                  </a:cubicBezTo>
                  <a:cubicBezTo>
                    <a:pt x="200" y="107"/>
                    <a:pt x="200" y="136"/>
                    <a:pt x="171" y="164"/>
                  </a:cubicBezTo>
                  <a:cubicBezTo>
                    <a:pt x="143" y="193"/>
                    <a:pt x="115" y="193"/>
                    <a:pt x="86" y="250"/>
                  </a:cubicBezTo>
                  <a:cubicBezTo>
                    <a:pt x="86" y="278"/>
                    <a:pt x="58" y="306"/>
                    <a:pt x="58" y="335"/>
                  </a:cubicBezTo>
                  <a:cubicBezTo>
                    <a:pt x="29" y="363"/>
                    <a:pt x="29" y="392"/>
                    <a:pt x="29" y="420"/>
                  </a:cubicBezTo>
                  <a:cubicBezTo>
                    <a:pt x="1" y="449"/>
                    <a:pt x="1" y="506"/>
                    <a:pt x="1" y="534"/>
                  </a:cubicBezTo>
                  <a:cubicBezTo>
                    <a:pt x="1" y="562"/>
                    <a:pt x="1" y="591"/>
                    <a:pt x="29" y="648"/>
                  </a:cubicBezTo>
                  <a:cubicBezTo>
                    <a:pt x="29" y="676"/>
                    <a:pt x="29" y="705"/>
                    <a:pt x="58" y="733"/>
                  </a:cubicBezTo>
                  <a:cubicBezTo>
                    <a:pt x="58" y="761"/>
                    <a:pt x="86" y="790"/>
                    <a:pt x="86" y="818"/>
                  </a:cubicBezTo>
                  <a:cubicBezTo>
                    <a:pt x="115" y="847"/>
                    <a:pt x="143" y="875"/>
                    <a:pt x="171" y="904"/>
                  </a:cubicBezTo>
                  <a:cubicBezTo>
                    <a:pt x="200" y="932"/>
                    <a:pt x="200" y="961"/>
                    <a:pt x="228" y="989"/>
                  </a:cubicBezTo>
                  <a:cubicBezTo>
                    <a:pt x="285" y="989"/>
                    <a:pt x="314" y="1017"/>
                    <a:pt x="342" y="1017"/>
                  </a:cubicBezTo>
                  <a:cubicBezTo>
                    <a:pt x="370" y="1046"/>
                    <a:pt x="399" y="1046"/>
                    <a:pt x="427" y="1046"/>
                  </a:cubicBezTo>
                  <a:cubicBezTo>
                    <a:pt x="456" y="1074"/>
                    <a:pt x="513" y="1074"/>
                    <a:pt x="541" y="1074"/>
                  </a:cubicBezTo>
                  <a:cubicBezTo>
                    <a:pt x="683" y="1074"/>
                    <a:pt x="825" y="1017"/>
                    <a:pt x="911" y="904"/>
                  </a:cubicBezTo>
                  <a:cubicBezTo>
                    <a:pt x="939" y="875"/>
                    <a:pt x="968" y="847"/>
                    <a:pt x="996" y="818"/>
                  </a:cubicBezTo>
                  <a:cubicBezTo>
                    <a:pt x="996" y="790"/>
                    <a:pt x="1025" y="761"/>
                    <a:pt x="1025" y="733"/>
                  </a:cubicBezTo>
                  <a:cubicBezTo>
                    <a:pt x="1053" y="705"/>
                    <a:pt x="1053" y="676"/>
                    <a:pt x="1053" y="648"/>
                  </a:cubicBezTo>
                  <a:cubicBezTo>
                    <a:pt x="1081" y="591"/>
                    <a:pt x="1081" y="562"/>
                    <a:pt x="1081" y="534"/>
                  </a:cubicBezTo>
                  <a:cubicBezTo>
                    <a:pt x="1081" y="506"/>
                    <a:pt x="1053" y="449"/>
                    <a:pt x="1053" y="420"/>
                  </a:cubicBezTo>
                  <a:cubicBezTo>
                    <a:pt x="1053" y="392"/>
                    <a:pt x="1053" y="363"/>
                    <a:pt x="1025" y="335"/>
                  </a:cubicBezTo>
                  <a:cubicBezTo>
                    <a:pt x="1025" y="306"/>
                    <a:pt x="996" y="278"/>
                    <a:pt x="996" y="250"/>
                  </a:cubicBezTo>
                  <a:cubicBezTo>
                    <a:pt x="968" y="193"/>
                    <a:pt x="939" y="193"/>
                    <a:pt x="911" y="164"/>
                  </a:cubicBezTo>
                  <a:cubicBezTo>
                    <a:pt x="826" y="59"/>
                    <a:pt x="695" y="0"/>
                    <a:pt x="5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>
            <a:spLocks noGrp="1"/>
          </p:cNvSpPr>
          <p:nvPr>
            <p:ph type="title"/>
          </p:nvPr>
        </p:nvSpPr>
        <p:spPr>
          <a:xfrm>
            <a:off x="720000" y="1745250"/>
            <a:ext cx="3588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0"/>
          <p:cNvSpPr txBox="1">
            <a:spLocks noGrp="1"/>
          </p:cNvSpPr>
          <p:nvPr>
            <p:ph type="subTitle" idx="1"/>
          </p:nvPr>
        </p:nvSpPr>
        <p:spPr>
          <a:xfrm>
            <a:off x="720000" y="2317950"/>
            <a:ext cx="3588600" cy="8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64" name="Google Shape;164;p20"/>
          <p:cNvGrpSpPr/>
          <p:nvPr/>
        </p:nvGrpSpPr>
        <p:grpSpPr>
          <a:xfrm flipH="1">
            <a:off x="-797087" y="3665882"/>
            <a:ext cx="2394232" cy="2358638"/>
            <a:chOff x="7233663" y="3665882"/>
            <a:chExt cx="2394232" cy="2358638"/>
          </a:xfrm>
        </p:grpSpPr>
        <p:grpSp>
          <p:nvGrpSpPr>
            <p:cNvPr id="165" name="Google Shape;165;p20"/>
            <p:cNvGrpSpPr/>
            <p:nvPr/>
          </p:nvGrpSpPr>
          <p:grpSpPr>
            <a:xfrm rot="2700000">
              <a:off x="7450195" y="4008895"/>
              <a:ext cx="1045765" cy="1045615"/>
              <a:chOff x="3741950" y="353925"/>
              <a:chExt cx="1045775" cy="1045625"/>
            </a:xfrm>
          </p:grpSpPr>
          <p:sp>
            <p:nvSpPr>
              <p:cNvPr id="166" name="Google Shape;166;p20"/>
              <p:cNvSpPr/>
              <p:nvPr/>
            </p:nvSpPr>
            <p:spPr>
              <a:xfrm>
                <a:off x="3741950" y="1372675"/>
                <a:ext cx="2632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075" extrusionOk="0">
                    <a:moveTo>
                      <a:pt x="526" y="1"/>
                    </a:moveTo>
                    <a:cubicBezTo>
                      <a:pt x="491" y="1"/>
                      <a:pt x="455" y="8"/>
                      <a:pt x="427" y="22"/>
                    </a:cubicBezTo>
                    <a:cubicBezTo>
                      <a:pt x="398" y="22"/>
                      <a:pt x="370" y="22"/>
                      <a:pt x="313" y="50"/>
                    </a:cubicBezTo>
                    <a:cubicBezTo>
                      <a:pt x="284" y="50"/>
                      <a:pt x="256" y="79"/>
                      <a:pt x="228" y="107"/>
                    </a:cubicBezTo>
                    <a:cubicBezTo>
                      <a:pt x="199" y="107"/>
                      <a:pt x="171" y="136"/>
                      <a:pt x="142" y="164"/>
                    </a:cubicBezTo>
                    <a:cubicBezTo>
                      <a:pt x="57" y="249"/>
                      <a:pt x="0" y="392"/>
                      <a:pt x="0" y="534"/>
                    </a:cubicBezTo>
                    <a:cubicBezTo>
                      <a:pt x="0" y="676"/>
                      <a:pt x="57" y="818"/>
                      <a:pt x="142" y="903"/>
                    </a:cubicBezTo>
                    <a:cubicBezTo>
                      <a:pt x="171" y="932"/>
                      <a:pt x="199" y="960"/>
                      <a:pt x="228" y="989"/>
                    </a:cubicBezTo>
                    <a:cubicBezTo>
                      <a:pt x="256" y="989"/>
                      <a:pt x="284" y="1017"/>
                      <a:pt x="313" y="1046"/>
                    </a:cubicBezTo>
                    <a:cubicBezTo>
                      <a:pt x="370" y="1046"/>
                      <a:pt x="398" y="1046"/>
                      <a:pt x="427" y="1074"/>
                    </a:cubicBezTo>
                    <a:lnTo>
                      <a:pt x="626" y="1074"/>
                    </a:lnTo>
                    <a:cubicBezTo>
                      <a:pt x="654" y="1046"/>
                      <a:pt x="711" y="1046"/>
                      <a:pt x="739" y="1046"/>
                    </a:cubicBezTo>
                    <a:cubicBezTo>
                      <a:pt x="768" y="1017"/>
                      <a:pt x="796" y="989"/>
                      <a:pt x="825" y="989"/>
                    </a:cubicBezTo>
                    <a:cubicBezTo>
                      <a:pt x="853" y="960"/>
                      <a:pt x="882" y="932"/>
                      <a:pt x="910" y="903"/>
                    </a:cubicBezTo>
                    <a:cubicBezTo>
                      <a:pt x="938" y="903"/>
                      <a:pt x="938" y="875"/>
                      <a:pt x="967" y="847"/>
                    </a:cubicBezTo>
                    <a:cubicBezTo>
                      <a:pt x="995" y="818"/>
                      <a:pt x="995" y="790"/>
                      <a:pt x="1024" y="733"/>
                    </a:cubicBezTo>
                    <a:cubicBezTo>
                      <a:pt x="1024" y="704"/>
                      <a:pt x="1052" y="676"/>
                      <a:pt x="1052" y="648"/>
                    </a:cubicBezTo>
                    <a:cubicBezTo>
                      <a:pt x="1052" y="619"/>
                      <a:pt x="1052" y="562"/>
                      <a:pt x="1052" y="534"/>
                    </a:cubicBezTo>
                    <a:cubicBezTo>
                      <a:pt x="1052" y="392"/>
                      <a:pt x="995" y="249"/>
                      <a:pt x="910" y="164"/>
                    </a:cubicBezTo>
                    <a:cubicBezTo>
                      <a:pt x="882" y="136"/>
                      <a:pt x="853" y="107"/>
                      <a:pt x="825" y="107"/>
                    </a:cubicBezTo>
                    <a:cubicBezTo>
                      <a:pt x="796" y="79"/>
                      <a:pt x="768" y="50"/>
                      <a:pt x="739" y="50"/>
                    </a:cubicBezTo>
                    <a:cubicBezTo>
                      <a:pt x="711" y="22"/>
                      <a:pt x="654" y="22"/>
                      <a:pt x="626" y="22"/>
                    </a:cubicBezTo>
                    <a:cubicBezTo>
                      <a:pt x="597" y="8"/>
                      <a:pt x="562" y="1"/>
                      <a:pt x="5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20"/>
              <p:cNvSpPr/>
              <p:nvPr/>
            </p:nvSpPr>
            <p:spPr>
              <a:xfrm>
                <a:off x="3804500" y="417550"/>
                <a:ext cx="920650" cy="918000"/>
              </a:xfrm>
              <a:custGeom>
                <a:avLst/>
                <a:gdLst/>
                <a:ahLst/>
                <a:cxnLst/>
                <a:rect l="l" t="t" r="r" b="b"/>
                <a:pathLst>
                  <a:path w="36826" h="36720" extrusionOk="0">
                    <a:moveTo>
                      <a:pt x="36232" y="1"/>
                    </a:moveTo>
                    <a:cubicBezTo>
                      <a:pt x="36094" y="1"/>
                      <a:pt x="35959" y="51"/>
                      <a:pt x="35859" y="150"/>
                    </a:cubicBezTo>
                    <a:cubicBezTo>
                      <a:pt x="35660" y="378"/>
                      <a:pt x="35660" y="690"/>
                      <a:pt x="35859" y="918"/>
                    </a:cubicBezTo>
                    <a:cubicBezTo>
                      <a:pt x="35973" y="1003"/>
                      <a:pt x="36115" y="1060"/>
                      <a:pt x="36229" y="1060"/>
                    </a:cubicBezTo>
                    <a:cubicBezTo>
                      <a:pt x="36371" y="1060"/>
                      <a:pt x="36513" y="1003"/>
                      <a:pt x="36627" y="918"/>
                    </a:cubicBezTo>
                    <a:cubicBezTo>
                      <a:pt x="36826" y="690"/>
                      <a:pt x="36826" y="378"/>
                      <a:pt x="36627" y="150"/>
                    </a:cubicBezTo>
                    <a:cubicBezTo>
                      <a:pt x="36513" y="51"/>
                      <a:pt x="36371" y="1"/>
                      <a:pt x="36232" y="1"/>
                    </a:cubicBezTo>
                    <a:close/>
                    <a:moveTo>
                      <a:pt x="33694" y="2560"/>
                    </a:moveTo>
                    <a:cubicBezTo>
                      <a:pt x="33556" y="2560"/>
                      <a:pt x="33414" y="2610"/>
                      <a:pt x="33300" y="2709"/>
                    </a:cubicBezTo>
                    <a:cubicBezTo>
                      <a:pt x="33101" y="2909"/>
                      <a:pt x="33101" y="3250"/>
                      <a:pt x="33300" y="3449"/>
                    </a:cubicBezTo>
                    <a:cubicBezTo>
                      <a:pt x="33414" y="3563"/>
                      <a:pt x="33556" y="3619"/>
                      <a:pt x="33698" y="3619"/>
                    </a:cubicBezTo>
                    <a:cubicBezTo>
                      <a:pt x="33840" y="3619"/>
                      <a:pt x="33954" y="3563"/>
                      <a:pt x="34068" y="3449"/>
                    </a:cubicBezTo>
                    <a:cubicBezTo>
                      <a:pt x="34267" y="3250"/>
                      <a:pt x="34267" y="2909"/>
                      <a:pt x="34068" y="2709"/>
                    </a:cubicBezTo>
                    <a:cubicBezTo>
                      <a:pt x="33968" y="2610"/>
                      <a:pt x="33833" y="2560"/>
                      <a:pt x="33694" y="2560"/>
                    </a:cubicBezTo>
                    <a:close/>
                    <a:moveTo>
                      <a:pt x="31139" y="5091"/>
                    </a:moveTo>
                    <a:cubicBezTo>
                      <a:pt x="31004" y="5091"/>
                      <a:pt x="30869" y="5141"/>
                      <a:pt x="30769" y="5240"/>
                    </a:cubicBezTo>
                    <a:cubicBezTo>
                      <a:pt x="30570" y="5468"/>
                      <a:pt x="30570" y="5809"/>
                      <a:pt x="30769" y="6008"/>
                    </a:cubicBezTo>
                    <a:cubicBezTo>
                      <a:pt x="30883" y="6122"/>
                      <a:pt x="30996" y="6150"/>
                      <a:pt x="31139" y="6150"/>
                    </a:cubicBezTo>
                    <a:cubicBezTo>
                      <a:pt x="31281" y="6150"/>
                      <a:pt x="31423" y="6122"/>
                      <a:pt x="31508" y="6008"/>
                    </a:cubicBezTo>
                    <a:cubicBezTo>
                      <a:pt x="31736" y="5809"/>
                      <a:pt x="31736" y="5468"/>
                      <a:pt x="31508" y="5240"/>
                    </a:cubicBezTo>
                    <a:cubicBezTo>
                      <a:pt x="31409" y="5141"/>
                      <a:pt x="31274" y="5091"/>
                      <a:pt x="31139" y="5091"/>
                    </a:cubicBezTo>
                    <a:close/>
                    <a:moveTo>
                      <a:pt x="28594" y="7650"/>
                    </a:moveTo>
                    <a:cubicBezTo>
                      <a:pt x="28458" y="7650"/>
                      <a:pt x="28323" y="7700"/>
                      <a:pt x="28210" y="7800"/>
                    </a:cubicBezTo>
                    <a:cubicBezTo>
                      <a:pt x="28011" y="7999"/>
                      <a:pt x="28011" y="8340"/>
                      <a:pt x="28210" y="8567"/>
                    </a:cubicBezTo>
                    <a:cubicBezTo>
                      <a:pt x="28323" y="8653"/>
                      <a:pt x="28466" y="8710"/>
                      <a:pt x="28608" y="8710"/>
                    </a:cubicBezTo>
                    <a:cubicBezTo>
                      <a:pt x="28722" y="8710"/>
                      <a:pt x="28864" y="8653"/>
                      <a:pt x="28977" y="8567"/>
                    </a:cubicBezTo>
                    <a:cubicBezTo>
                      <a:pt x="29177" y="8340"/>
                      <a:pt x="29177" y="7999"/>
                      <a:pt x="28977" y="7800"/>
                    </a:cubicBezTo>
                    <a:cubicBezTo>
                      <a:pt x="28864" y="7700"/>
                      <a:pt x="28729" y="7650"/>
                      <a:pt x="28594" y="7650"/>
                    </a:cubicBezTo>
                    <a:close/>
                    <a:moveTo>
                      <a:pt x="26048" y="10188"/>
                    </a:moveTo>
                    <a:cubicBezTo>
                      <a:pt x="25913" y="10188"/>
                      <a:pt x="25778" y="10245"/>
                      <a:pt x="25679" y="10359"/>
                    </a:cubicBezTo>
                    <a:cubicBezTo>
                      <a:pt x="25451" y="10558"/>
                      <a:pt x="25451" y="10899"/>
                      <a:pt x="25679" y="11098"/>
                    </a:cubicBezTo>
                    <a:cubicBezTo>
                      <a:pt x="25764" y="11212"/>
                      <a:pt x="25906" y="11269"/>
                      <a:pt x="26048" y="11269"/>
                    </a:cubicBezTo>
                    <a:cubicBezTo>
                      <a:pt x="26191" y="11269"/>
                      <a:pt x="26333" y="11212"/>
                      <a:pt x="26418" y="11098"/>
                    </a:cubicBezTo>
                    <a:cubicBezTo>
                      <a:pt x="26646" y="10899"/>
                      <a:pt x="26646" y="10558"/>
                      <a:pt x="26418" y="10359"/>
                    </a:cubicBezTo>
                    <a:cubicBezTo>
                      <a:pt x="26319" y="10245"/>
                      <a:pt x="26184" y="10188"/>
                      <a:pt x="26048" y="10188"/>
                    </a:cubicBezTo>
                    <a:close/>
                    <a:moveTo>
                      <a:pt x="23493" y="12741"/>
                    </a:moveTo>
                    <a:cubicBezTo>
                      <a:pt x="23354" y="12741"/>
                      <a:pt x="23219" y="12790"/>
                      <a:pt x="23120" y="12890"/>
                    </a:cubicBezTo>
                    <a:cubicBezTo>
                      <a:pt x="22920" y="13089"/>
                      <a:pt x="22920" y="13430"/>
                      <a:pt x="23120" y="13658"/>
                    </a:cubicBezTo>
                    <a:cubicBezTo>
                      <a:pt x="23233" y="13743"/>
                      <a:pt x="23375" y="13800"/>
                      <a:pt x="23489" y="13800"/>
                    </a:cubicBezTo>
                    <a:cubicBezTo>
                      <a:pt x="23631" y="13800"/>
                      <a:pt x="23774" y="13743"/>
                      <a:pt x="23887" y="13658"/>
                    </a:cubicBezTo>
                    <a:cubicBezTo>
                      <a:pt x="24086" y="13430"/>
                      <a:pt x="24086" y="13089"/>
                      <a:pt x="23887" y="12890"/>
                    </a:cubicBezTo>
                    <a:cubicBezTo>
                      <a:pt x="23774" y="12790"/>
                      <a:pt x="23631" y="12741"/>
                      <a:pt x="23493" y="12741"/>
                    </a:cubicBezTo>
                    <a:close/>
                    <a:moveTo>
                      <a:pt x="20958" y="15278"/>
                    </a:moveTo>
                    <a:cubicBezTo>
                      <a:pt x="20823" y="15278"/>
                      <a:pt x="20688" y="15335"/>
                      <a:pt x="20589" y="15449"/>
                    </a:cubicBezTo>
                    <a:cubicBezTo>
                      <a:pt x="20361" y="15648"/>
                      <a:pt x="20361" y="15989"/>
                      <a:pt x="20589" y="16188"/>
                    </a:cubicBezTo>
                    <a:cubicBezTo>
                      <a:pt x="20674" y="16302"/>
                      <a:pt x="20816" y="16359"/>
                      <a:pt x="20958" y="16359"/>
                    </a:cubicBezTo>
                    <a:cubicBezTo>
                      <a:pt x="21101" y="16359"/>
                      <a:pt x="21214" y="16302"/>
                      <a:pt x="21328" y="16188"/>
                    </a:cubicBezTo>
                    <a:cubicBezTo>
                      <a:pt x="21527" y="15989"/>
                      <a:pt x="21527" y="15648"/>
                      <a:pt x="21328" y="15449"/>
                    </a:cubicBezTo>
                    <a:cubicBezTo>
                      <a:pt x="21228" y="15335"/>
                      <a:pt x="21093" y="15278"/>
                      <a:pt x="20958" y="15278"/>
                    </a:cubicBezTo>
                    <a:close/>
                    <a:moveTo>
                      <a:pt x="18399" y="17831"/>
                    </a:moveTo>
                    <a:cubicBezTo>
                      <a:pt x="18264" y="17831"/>
                      <a:pt x="18129" y="17880"/>
                      <a:pt x="18029" y="17980"/>
                    </a:cubicBezTo>
                    <a:cubicBezTo>
                      <a:pt x="17830" y="18207"/>
                      <a:pt x="17830" y="18549"/>
                      <a:pt x="18029" y="18748"/>
                    </a:cubicBezTo>
                    <a:cubicBezTo>
                      <a:pt x="18143" y="18833"/>
                      <a:pt x="18257" y="18890"/>
                      <a:pt x="18399" y="18890"/>
                    </a:cubicBezTo>
                    <a:cubicBezTo>
                      <a:pt x="18541" y="18890"/>
                      <a:pt x="18683" y="18833"/>
                      <a:pt x="18769" y="18748"/>
                    </a:cubicBezTo>
                    <a:cubicBezTo>
                      <a:pt x="18996" y="18549"/>
                      <a:pt x="18996" y="18207"/>
                      <a:pt x="18769" y="17980"/>
                    </a:cubicBezTo>
                    <a:cubicBezTo>
                      <a:pt x="18669" y="17880"/>
                      <a:pt x="18534" y="17831"/>
                      <a:pt x="18399" y="17831"/>
                    </a:cubicBezTo>
                    <a:close/>
                    <a:moveTo>
                      <a:pt x="15865" y="20390"/>
                    </a:moveTo>
                    <a:cubicBezTo>
                      <a:pt x="15726" y="20390"/>
                      <a:pt x="15584" y="20440"/>
                      <a:pt x="15470" y="20539"/>
                    </a:cubicBezTo>
                    <a:cubicBezTo>
                      <a:pt x="15271" y="20738"/>
                      <a:pt x="15271" y="21080"/>
                      <a:pt x="15470" y="21279"/>
                    </a:cubicBezTo>
                    <a:cubicBezTo>
                      <a:pt x="15584" y="21392"/>
                      <a:pt x="15726" y="21449"/>
                      <a:pt x="15868" y="21449"/>
                    </a:cubicBezTo>
                    <a:cubicBezTo>
                      <a:pt x="15982" y="21449"/>
                      <a:pt x="16124" y="21392"/>
                      <a:pt x="16238" y="21279"/>
                    </a:cubicBezTo>
                    <a:cubicBezTo>
                      <a:pt x="16437" y="21080"/>
                      <a:pt x="16437" y="20738"/>
                      <a:pt x="16238" y="20539"/>
                    </a:cubicBezTo>
                    <a:cubicBezTo>
                      <a:pt x="16138" y="20440"/>
                      <a:pt x="16003" y="20390"/>
                      <a:pt x="15865" y="20390"/>
                    </a:cubicBezTo>
                    <a:close/>
                    <a:moveTo>
                      <a:pt x="13309" y="22921"/>
                    </a:moveTo>
                    <a:cubicBezTo>
                      <a:pt x="13174" y="22921"/>
                      <a:pt x="13039" y="22971"/>
                      <a:pt x="12939" y="23070"/>
                    </a:cubicBezTo>
                    <a:cubicBezTo>
                      <a:pt x="12712" y="23298"/>
                      <a:pt x="12712" y="23639"/>
                      <a:pt x="12939" y="23838"/>
                    </a:cubicBezTo>
                    <a:cubicBezTo>
                      <a:pt x="13025" y="23952"/>
                      <a:pt x="13167" y="23980"/>
                      <a:pt x="13309" y="23980"/>
                    </a:cubicBezTo>
                    <a:cubicBezTo>
                      <a:pt x="13451" y="23980"/>
                      <a:pt x="13593" y="23952"/>
                      <a:pt x="13679" y="23838"/>
                    </a:cubicBezTo>
                    <a:cubicBezTo>
                      <a:pt x="13906" y="23639"/>
                      <a:pt x="13906" y="23298"/>
                      <a:pt x="13679" y="23070"/>
                    </a:cubicBezTo>
                    <a:cubicBezTo>
                      <a:pt x="13579" y="22971"/>
                      <a:pt x="13444" y="22921"/>
                      <a:pt x="13309" y="22921"/>
                    </a:cubicBezTo>
                    <a:close/>
                    <a:moveTo>
                      <a:pt x="10764" y="25480"/>
                    </a:moveTo>
                    <a:cubicBezTo>
                      <a:pt x="10629" y="25480"/>
                      <a:pt x="10494" y="25530"/>
                      <a:pt x="10380" y="25629"/>
                    </a:cubicBezTo>
                    <a:cubicBezTo>
                      <a:pt x="10181" y="25829"/>
                      <a:pt x="10181" y="26170"/>
                      <a:pt x="10380" y="26397"/>
                    </a:cubicBezTo>
                    <a:cubicBezTo>
                      <a:pt x="10494" y="26483"/>
                      <a:pt x="10636" y="26539"/>
                      <a:pt x="10778" y="26539"/>
                    </a:cubicBezTo>
                    <a:cubicBezTo>
                      <a:pt x="10892" y="26539"/>
                      <a:pt x="11034" y="26483"/>
                      <a:pt x="11148" y="26397"/>
                    </a:cubicBezTo>
                    <a:cubicBezTo>
                      <a:pt x="11347" y="26170"/>
                      <a:pt x="11347" y="25829"/>
                      <a:pt x="11148" y="25629"/>
                    </a:cubicBezTo>
                    <a:cubicBezTo>
                      <a:pt x="11034" y="25530"/>
                      <a:pt x="10899" y="25480"/>
                      <a:pt x="10764" y="25480"/>
                    </a:cubicBezTo>
                    <a:close/>
                    <a:moveTo>
                      <a:pt x="8219" y="28018"/>
                    </a:moveTo>
                    <a:cubicBezTo>
                      <a:pt x="8084" y="28018"/>
                      <a:pt x="7949" y="28075"/>
                      <a:pt x="7849" y="28189"/>
                    </a:cubicBezTo>
                    <a:cubicBezTo>
                      <a:pt x="7622" y="28388"/>
                      <a:pt x="7622" y="28729"/>
                      <a:pt x="7849" y="28928"/>
                    </a:cubicBezTo>
                    <a:cubicBezTo>
                      <a:pt x="7934" y="29042"/>
                      <a:pt x="8077" y="29099"/>
                      <a:pt x="8219" y="29099"/>
                    </a:cubicBezTo>
                    <a:cubicBezTo>
                      <a:pt x="8361" y="29099"/>
                      <a:pt x="8475" y="29042"/>
                      <a:pt x="8588" y="28928"/>
                    </a:cubicBezTo>
                    <a:cubicBezTo>
                      <a:pt x="8787" y="28729"/>
                      <a:pt x="8787" y="28388"/>
                      <a:pt x="8588" y="28189"/>
                    </a:cubicBezTo>
                    <a:cubicBezTo>
                      <a:pt x="8489" y="28075"/>
                      <a:pt x="8354" y="28018"/>
                      <a:pt x="8219" y="28018"/>
                    </a:cubicBezTo>
                    <a:close/>
                    <a:moveTo>
                      <a:pt x="5663" y="30570"/>
                    </a:moveTo>
                    <a:cubicBezTo>
                      <a:pt x="5524" y="30570"/>
                      <a:pt x="5389" y="30620"/>
                      <a:pt x="5290" y="30720"/>
                    </a:cubicBezTo>
                    <a:cubicBezTo>
                      <a:pt x="5091" y="30947"/>
                      <a:pt x="5091" y="31260"/>
                      <a:pt x="5290" y="31487"/>
                    </a:cubicBezTo>
                    <a:cubicBezTo>
                      <a:pt x="5403" y="31573"/>
                      <a:pt x="5546" y="31630"/>
                      <a:pt x="5659" y="31630"/>
                    </a:cubicBezTo>
                    <a:cubicBezTo>
                      <a:pt x="5802" y="31630"/>
                      <a:pt x="5944" y="31573"/>
                      <a:pt x="6058" y="31487"/>
                    </a:cubicBezTo>
                    <a:cubicBezTo>
                      <a:pt x="6257" y="31260"/>
                      <a:pt x="6257" y="30947"/>
                      <a:pt x="6058" y="30720"/>
                    </a:cubicBezTo>
                    <a:cubicBezTo>
                      <a:pt x="5944" y="30620"/>
                      <a:pt x="5802" y="30570"/>
                      <a:pt x="5663" y="30570"/>
                    </a:cubicBezTo>
                    <a:close/>
                    <a:moveTo>
                      <a:pt x="3125" y="33108"/>
                    </a:moveTo>
                    <a:cubicBezTo>
                      <a:pt x="2986" y="33108"/>
                      <a:pt x="2844" y="33165"/>
                      <a:pt x="2730" y="33279"/>
                    </a:cubicBezTo>
                    <a:cubicBezTo>
                      <a:pt x="2531" y="33478"/>
                      <a:pt x="2531" y="33819"/>
                      <a:pt x="2730" y="34018"/>
                    </a:cubicBezTo>
                    <a:cubicBezTo>
                      <a:pt x="2844" y="34132"/>
                      <a:pt x="2986" y="34189"/>
                      <a:pt x="3129" y="34189"/>
                    </a:cubicBezTo>
                    <a:cubicBezTo>
                      <a:pt x="3242" y="34189"/>
                      <a:pt x="3384" y="34132"/>
                      <a:pt x="3498" y="34018"/>
                    </a:cubicBezTo>
                    <a:cubicBezTo>
                      <a:pt x="3697" y="33819"/>
                      <a:pt x="3697" y="33478"/>
                      <a:pt x="3498" y="33279"/>
                    </a:cubicBezTo>
                    <a:cubicBezTo>
                      <a:pt x="3399" y="33165"/>
                      <a:pt x="3264" y="33108"/>
                      <a:pt x="3125" y="33108"/>
                    </a:cubicBezTo>
                    <a:close/>
                    <a:moveTo>
                      <a:pt x="569" y="35660"/>
                    </a:moveTo>
                    <a:cubicBezTo>
                      <a:pt x="434" y="35660"/>
                      <a:pt x="299" y="35710"/>
                      <a:pt x="200" y="35810"/>
                    </a:cubicBezTo>
                    <a:cubicBezTo>
                      <a:pt x="1" y="36037"/>
                      <a:pt x="1" y="36379"/>
                      <a:pt x="200" y="36578"/>
                    </a:cubicBezTo>
                    <a:cubicBezTo>
                      <a:pt x="313" y="36691"/>
                      <a:pt x="427" y="36720"/>
                      <a:pt x="569" y="36720"/>
                    </a:cubicBezTo>
                    <a:cubicBezTo>
                      <a:pt x="711" y="36720"/>
                      <a:pt x="854" y="36691"/>
                      <a:pt x="939" y="36578"/>
                    </a:cubicBezTo>
                    <a:cubicBezTo>
                      <a:pt x="1166" y="36379"/>
                      <a:pt x="1166" y="36037"/>
                      <a:pt x="939" y="35810"/>
                    </a:cubicBezTo>
                    <a:cubicBezTo>
                      <a:pt x="839" y="35710"/>
                      <a:pt x="704" y="35660"/>
                      <a:pt x="569" y="3566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20"/>
              <p:cNvSpPr/>
              <p:nvPr/>
            </p:nvSpPr>
            <p:spPr>
              <a:xfrm>
                <a:off x="4760675" y="353925"/>
                <a:ext cx="27050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1075" extrusionOk="0">
                    <a:moveTo>
                      <a:pt x="563" y="0"/>
                    </a:moveTo>
                    <a:cubicBezTo>
                      <a:pt x="517" y="0"/>
                      <a:pt x="471" y="7"/>
                      <a:pt x="427" y="22"/>
                    </a:cubicBezTo>
                    <a:cubicBezTo>
                      <a:pt x="399" y="22"/>
                      <a:pt x="370" y="22"/>
                      <a:pt x="342" y="51"/>
                    </a:cubicBezTo>
                    <a:cubicBezTo>
                      <a:pt x="314" y="51"/>
                      <a:pt x="285" y="79"/>
                      <a:pt x="228" y="79"/>
                    </a:cubicBezTo>
                    <a:cubicBezTo>
                      <a:pt x="200" y="107"/>
                      <a:pt x="200" y="136"/>
                      <a:pt x="171" y="164"/>
                    </a:cubicBezTo>
                    <a:cubicBezTo>
                      <a:pt x="143" y="193"/>
                      <a:pt x="115" y="193"/>
                      <a:pt x="86" y="250"/>
                    </a:cubicBezTo>
                    <a:cubicBezTo>
                      <a:pt x="86" y="278"/>
                      <a:pt x="58" y="306"/>
                      <a:pt x="58" y="335"/>
                    </a:cubicBezTo>
                    <a:cubicBezTo>
                      <a:pt x="29" y="363"/>
                      <a:pt x="29" y="392"/>
                      <a:pt x="29" y="420"/>
                    </a:cubicBezTo>
                    <a:cubicBezTo>
                      <a:pt x="1" y="449"/>
                      <a:pt x="1" y="506"/>
                      <a:pt x="1" y="534"/>
                    </a:cubicBezTo>
                    <a:cubicBezTo>
                      <a:pt x="1" y="562"/>
                      <a:pt x="1" y="591"/>
                      <a:pt x="29" y="648"/>
                    </a:cubicBezTo>
                    <a:cubicBezTo>
                      <a:pt x="29" y="676"/>
                      <a:pt x="29" y="705"/>
                      <a:pt x="58" y="733"/>
                    </a:cubicBezTo>
                    <a:cubicBezTo>
                      <a:pt x="58" y="761"/>
                      <a:pt x="86" y="790"/>
                      <a:pt x="86" y="818"/>
                    </a:cubicBezTo>
                    <a:cubicBezTo>
                      <a:pt x="115" y="847"/>
                      <a:pt x="143" y="875"/>
                      <a:pt x="171" y="904"/>
                    </a:cubicBezTo>
                    <a:cubicBezTo>
                      <a:pt x="200" y="932"/>
                      <a:pt x="200" y="961"/>
                      <a:pt x="228" y="989"/>
                    </a:cubicBezTo>
                    <a:cubicBezTo>
                      <a:pt x="285" y="989"/>
                      <a:pt x="314" y="1017"/>
                      <a:pt x="342" y="1017"/>
                    </a:cubicBezTo>
                    <a:cubicBezTo>
                      <a:pt x="370" y="1046"/>
                      <a:pt x="399" y="1046"/>
                      <a:pt x="427" y="1046"/>
                    </a:cubicBezTo>
                    <a:cubicBezTo>
                      <a:pt x="456" y="1074"/>
                      <a:pt x="513" y="1074"/>
                      <a:pt x="541" y="1074"/>
                    </a:cubicBezTo>
                    <a:cubicBezTo>
                      <a:pt x="683" y="1074"/>
                      <a:pt x="825" y="1017"/>
                      <a:pt x="911" y="904"/>
                    </a:cubicBezTo>
                    <a:cubicBezTo>
                      <a:pt x="939" y="875"/>
                      <a:pt x="968" y="847"/>
                      <a:pt x="996" y="818"/>
                    </a:cubicBezTo>
                    <a:cubicBezTo>
                      <a:pt x="996" y="790"/>
                      <a:pt x="1025" y="761"/>
                      <a:pt x="1025" y="733"/>
                    </a:cubicBezTo>
                    <a:cubicBezTo>
                      <a:pt x="1053" y="705"/>
                      <a:pt x="1053" y="676"/>
                      <a:pt x="1053" y="648"/>
                    </a:cubicBezTo>
                    <a:cubicBezTo>
                      <a:pt x="1081" y="591"/>
                      <a:pt x="1081" y="562"/>
                      <a:pt x="1081" y="534"/>
                    </a:cubicBezTo>
                    <a:cubicBezTo>
                      <a:pt x="1081" y="506"/>
                      <a:pt x="1053" y="449"/>
                      <a:pt x="1053" y="420"/>
                    </a:cubicBezTo>
                    <a:cubicBezTo>
                      <a:pt x="1053" y="392"/>
                      <a:pt x="1053" y="363"/>
                      <a:pt x="1025" y="335"/>
                    </a:cubicBezTo>
                    <a:cubicBezTo>
                      <a:pt x="1025" y="306"/>
                      <a:pt x="996" y="278"/>
                      <a:pt x="996" y="250"/>
                    </a:cubicBezTo>
                    <a:cubicBezTo>
                      <a:pt x="968" y="193"/>
                      <a:pt x="939" y="193"/>
                      <a:pt x="911" y="164"/>
                    </a:cubicBezTo>
                    <a:cubicBezTo>
                      <a:pt x="826" y="59"/>
                      <a:pt x="695" y="0"/>
                      <a:pt x="56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9" name="Google Shape;169;p20"/>
            <p:cNvSpPr/>
            <p:nvPr/>
          </p:nvSpPr>
          <p:spPr>
            <a:xfrm rot="2700000">
              <a:off x="7619646" y="4006322"/>
              <a:ext cx="1657859" cy="1677759"/>
            </a:xfrm>
            <a:custGeom>
              <a:avLst/>
              <a:gdLst/>
              <a:ahLst/>
              <a:cxnLst/>
              <a:rect l="l" t="t" r="r" b="b"/>
              <a:pathLst>
                <a:path w="66315" h="67111" extrusionOk="0">
                  <a:moveTo>
                    <a:pt x="8446" y="67111"/>
                  </a:moveTo>
                  <a:cubicBezTo>
                    <a:pt x="6171" y="67111"/>
                    <a:pt x="4067" y="66258"/>
                    <a:pt x="2474" y="64665"/>
                  </a:cubicBezTo>
                  <a:cubicBezTo>
                    <a:pt x="882" y="63073"/>
                    <a:pt x="0" y="60940"/>
                    <a:pt x="0" y="58694"/>
                  </a:cubicBezTo>
                  <a:cubicBezTo>
                    <a:pt x="0" y="56447"/>
                    <a:pt x="882" y="54343"/>
                    <a:pt x="2474" y="52750"/>
                  </a:cubicBezTo>
                  <a:lnTo>
                    <a:pt x="51954" y="3271"/>
                  </a:lnTo>
                  <a:cubicBezTo>
                    <a:pt x="55224" y="0"/>
                    <a:pt x="60570" y="0"/>
                    <a:pt x="63841" y="3271"/>
                  </a:cubicBezTo>
                  <a:lnTo>
                    <a:pt x="63841" y="3271"/>
                  </a:lnTo>
                  <a:cubicBezTo>
                    <a:pt x="65433" y="4863"/>
                    <a:pt x="66315" y="6996"/>
                    <a:pt x="66315" y="9242"/>
                  </a:cubicBezTo>
                  <a:cubicBezTo>
                    <a:pt x="66315" y="11489"/>
                    <a:pt x="65433" y="13593"/>
                    <a:pt x="63841" y="15186"/>
                  </a:cubicBezTo>
                  <a:lnTo>
                    <a:pt x="14389" y="64665"/>
                  </a:lnTo>
                  <a:cubicBezTo>
                    <a:pt x="12797" y="66258"/>
                    <a:pt x="10692" y="67111"/>
                    <a:pt x="8446" y="67111"/>
                  </a:cubicBezTo>
                  <a:close/>
                  <a:moveTo>
                    <a:pt x="57897" y="2588"/>
                  </a:moveTo>
                  <a:cubicBezTo>
                    <a:pt x="56191" y="2588"/>
                    <a:pt x="54485" y="3242"/>
                    <a:pt x="53205" y="4522"/>
                  </a:cubicBezTo>
                  <a:lnTo>
                    <a:pt x="3725" y="54002"/>
                  </a:lnTo>
                  <a:cubicBezTo>
                    <a:pt x="2474" y="55253"/>
                    <a:pt x="1792" y="56931"/>
                    <a:pt x="1792" y="58694"/>
                  </a:cubicBezTo>
                  <a:cubicBezTo>
                    <a:pt x="1792" y="60457"/>
                    <a:pt x="2474" y="62135"/>
                    <a:pt x="3725" y="63386"/>
                  </a:cubicBezTo>
                  <a:cubicBezTo>
                    <a:pt x="4977" y="64637"/>
                    <a:pt x="6654" y="65348"/>
                    <a:pt x="8418" y="65348"/>
                  </a:cubicBezTo>
                  <a:cubicBezTo>
                    <a:pt x="10209" y="65348"/>
                    <a:pt x="11858" y="64637"/>
                    <a:pt x="13138" y="63386"/>
                  </a:cubicBezTo>
                  <a:lnTo>
                    <a:pt x="62589" y="13934"/>
                  </a:lnTo>
                  <a:cubicBezTo>
                    <a:pt x="63841" y="12683"/>
                    <a:pt x="64523" y="11005"/>
                    <a:pt x="64523" y="9242"/>
                  </a:cubicBezTo>
                  <a:cubicBezTo>
                    <a:pt x="64523" y="7451"/>
                    <a:pt x="63841" y="5801"/>
                    <a:pt x="62589" y="4550"/>
                  </a:cubicBezTo>
                  <a:lnTo>
                    <a:pt x="62589" y="4550"/>
                  </a:lnTo>
                  <a:cubicBezTo>
                    <a:pt x="61310" y="3242"/>
                    <a:pt x="59604" y="2588"/>
                    <a:pt x="57897" y="258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_1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21"/>
          <p:cNvSpPr txBox="1">
            <a:spLocks noGrp="1"/>
          </p:cNvSpPr>
          <p:nvPr>
            <p:ph type="subTitle" idx="1"/>
          </p:nvPr>
        </p:nvSpPr>
        <p:spPr>
          <a:xfrm>
            <a:off x="5084391" y="1572587"/>
            <a:ext cx="2947800" cy="28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1"/>
          <p:cNvSpPr txBox="1">
            <a:spLocks noGrp="1"/>
          </p:cNvSpPr>
          <p:nvPr>
            <p:ph type="subTitle" idx="2"/>
          </p:nvPr>
        </p:nvSpPr>
        <p:spPr>
          <a:xfrm>
            <a:off x="1111834" y="1572587"/>
            <a:ext cx="2947800" cy="28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4" name="Google Shape;174;p21"/>
          <p:cNvGrpSpPr/>
          <p:nvPr/>
        </p:nvGrpSpPr>
        <p:grpSpPr>
          <a:xfrm rot="10800000" flipH="1">
            <a:off x="7191231" y="4676382"/>
            <a:ext cx="2249640" cy="423402"/>
            <a:chOff x="6456475" y="3575600"/>
            <a:chExt cx="2936100" cy="552600"/>
          </a:xfrm>
        </p:grpSpPr>
        <p:sp>
          <p:nvSpPr>
            <p:cNvPr id="175" name="Google Shape;175;p21"/>
            <p:cNvSpPr/>
            <p:nvPr/>
          </p:nvSpPr>
          <p:spPr>
            <a:xfrm>
              <a:off x="6456475" y="3575600"/>
              <a:ext cx="29361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1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27"/>
          <p:cNvGrpSpPr/>
          <p:nvPr/>
        </p:nvGrpSpPr>
        <p:grpSpPr>
          <a:xfrm rot="10800000" flipH="1">
            <a:off x="8331027" y="3471397"/>
            <a:ext cx="4357122" cy="707497"/>
            <a:chOff x="6456475" y="3575600"/>
            <a:chExt cx="3403204" cy="552603"/>
          </a:xfrm>
        </p:grpSpPr>
        <p:sp>
          <p:nvSpPr>
            <p:cNvPr id="247" name="Google Shape;247;p27"/>
            <p:cNvSpPr/>
            <p:nvPr/>
          </p:nvSpPr>
          <p:spPr>
            <a:xfrm>
              <a:off x="6456479" y="3575603"/>
              <a:ext cx="34032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7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" name="Google Shape;249;p27"/>
          <p:cNvGrpSpPr/>
          <p:nvPr/>
        </p:nvGrpSpPr>
        <p:grpSpPr>
          <a:xfrm rot="10800000" flipH="1">
            <a:off x="7315681" y="4178885"/>
            <a:ext cx="5455165" cy="875381"/>
            <a:chOff x="6456469" y="3575596"/>
            <a:chExt cx="3443700" cy="552604"/>
          </a:xfrm>
        </p:grpSpPr>
        <p:sp>
          <p:nvSpPr>
            <p:cNvPr id="250" name="Google Shape;250;p27"/>
            <p:cNvSpPr/>
            <p:nvPr/>
          </p:nvSpPr>
          <p:spPr>
            <a:xfrm>
              <a:off x="6456469" y="3575596"/>
              <a:ext cx="34437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7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" name="Google Shape;252;p27"/>
          <p:cNvGrpSpPr/>
          <p:nvPr/>
        </p:nvGrpSpPr>
        <p:grpSpPr>
          <a:xfrm flipH="1">
            <a:off x="-3486996" y="942843"/>
            <a:ext cx="4357122" cy="707497"/>
            <a:chOff x="6456475" y="3575600"/>
            <a:chExt cx="3403204" cy="552603"/>
          </a:xfrm>
        </p:grpSpPr>
        <p:sp>
          <p:nvSpPr>
            <p:cNvPr id="253" name="Google Shape;253;p27"/>
            <p:cNvSpPr/>
            <p:nvPr/>
          </p:nvSpPr>
          <p:spPr>
            <a:xfrm>
              <a:off x="6456479" y="3575603"/>
              <a:ext cx="34032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7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5" name="Google Shape;255;p27"/>
          <p:cNvGrpSpPr/>
          <p:nvPr/>
        </p:nvGrpSpPr>
        <p:grpSpPr>
          <a:xfrm flipH="1">
            <a:off x="-3569694" y="67472"/>
            <a:ext cx="5455165" cy="875381"/>
            <a:chOff x="6456469" y="3575596"/>
            <a:chExt cx="3443700" cy="552604"/>
          </a:xfrm>
        </p:grpSpPr>
        <p:sp>
          <p:nvSpPr>
            <p:cNvPr id="256" name="Google Shape;256;p27"/>
            <p:cNvSpPr/>
            <p:nvPr/>
          </p:nvSpPr>
          <p:spPr>
            <a:xfrm>
              <a:off x="6456469" y="3575596"/>
              <a:ext cx="34437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7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28"/>
          <p:cNvGrpSpPr/>
          <p:nvPr/>
        </p:nvGrpSpPr>
        <p:grpSpPr>
          <a:xfrm rot="5400000">
            <a:off x="6537771" y="4976418"/>
            <a:ext cx="4357122" cy="707497"/>
            <a:chOff x="6456475" y="3575600"/>
            <a:chExt cx="3403204" cy="552603"/>
          </a:xfrm>
        </p:grpSpPr>
        <p:sp>
          <p:nvSpPr>
            <p:cNvPr id="260" name="Google Shape;260;p28"/>
            <p:cNvSpPr/>
            <p:nvPr/>
          </p:nvSpPr>
          <p:spPr>
            <a:xfrm>
              <a:off x="6456479" y="3575603"/>
              <a:ext cx="34032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8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" name="Google Shape;262;p28"/>
          <p:cNvGrpSpPr/>
          <p:nvPr/>
        </p:nvGrpSpPr>
        <p:grpSpPr>
          <a:xfrm rot="5400000">
            <a:off x="6129289" y="5745840"/>
            <a:ext cx="3759089" cy="707494"/>
            <a:chOff x="6456475" y="3575600"/>
            <a:chExt cx="2936100" cy="552600"/>
          </a:xfrm>
        </p:grpSpPr>
        <p:sp>
          <p:nvSpPr>
            <p:cNvPr id="263" name="Google Shape;263;p28"/>
            <p:cNvSpPr/>
            <p:nvPr/>
          </p:nvSpPr>
          <p:spPr>
            <a:xfrm>
              <a:off x="6456475" y="3575600"/>
              <a:ext cx="29361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8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5" name="Google Shape;265;p28"/>
          <p:cNvGrpSpPr/>
          <p:nvPr/>
        </p:nvGrpSpPr>
        <p:grpSpPr>
          <a:xfrm rot="-5400000">
            <a:off x="-887968" y="-1051338"/>
            <a:ext cx="4357122" cy="707497"/>
            <a:chOff x="6456475" y="3575600"/>
            <a:chExt cx="3403204" cy="552603"/>
          </a:xfrm>
        </p:grpSpPr>
        <p:sp>
          <p:nvSpPr>
            <p:cNvPr id="266" name="Google Shape;266;p28"/>
            <p:cNvSpPr/>
            <p:nvPr/>
          </p:nvSpPr>
          <p:spPr>
            <a:xfrm>
              <a:off x="6456479" y="3575603"/>
              <a:ext cx="34032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8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8" name="Google Shape;268;p28"/>
          <p:cNvGrpSpPr/>
          <p:nvPr/>
        </p:nvGrpSpPr>
        <p:grpSpPr>
          <a:xfrm rot="-5400000">
            <a:off x="-2228419" y="-668956"/>
            <a:ext cx="5455165" cy="875381"/>
            <a:chOff x="6456469" y="3575596"/>
            <a:chExt cx="3443700" cy="552604"/>
          </a:xfrm>
        </p:grpSpPr>
        <p:sp>
          <p:nvSpPr>
            <p:cNvPr id="269" name="Google Shape;269;p28"/>
            <p:cNvSpPr/>
            <p:nvPr/>
          </p:nvSpPr>
          <p:spPr>
            <a:xfrm>
              <a:off x="6456469" y="3575596"/>
              <a:ext cx="34437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8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"/>
              <a:buNone/>
              <a:defRPr sz="35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8" r:id="rId3"/>
    <p:sldLayoutId id="2147483661" r:id="rId4"/>
    <p:sldLayoutId id="2147483663" r:id="rId5"/>
    <p:sldLayoutId id="2147483666" r:id="rId6"/>
    <p:sldLayoutId id="2147483667" r:id="rId7"/>
    <p:sldLayoutId id="2147483673" r:id="rId8"/>
    <p:sldLayoutId id="2147483674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2"/>
          <p:cNvSpPr/>
          <p:nvPr/>
        </p:nvSpPr>
        <p:spPr>
          <a:xfrm>
            <a:off x="5482800" y="1103976"/>
            <a:ext cx="4357117" cy="70749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lt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32"/>
          <p:cNvSpPr/>
          <p:nvPr/>
        </p:nvSpPr>
        <p:spPr>
          <a:xfrm>
            <a:off x="4467450" y="228600"/>
            <a:ext cx="5455165" cy="87537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32"/>
          <p:cNvSpPr/>
          <p:nvPr/>
        </p:nvSpPr>
        <p:spPr>
          <a:xfrm rot="2700000">
            <a:off x="7904583" y="2109997"/>
            <a:ext cx="1657859" cy="1677759"/>
          </a:xfrm>
          <a:custGeom>
            <a:avLst/>
            <a:gdLst/>
            <a:ahLst/>
            <a:cxnLst/>
            <a:rect l="l" t="t" r="r" b="b"/>
            <a:pathLst>
              <a:path w="66315" h="67111" extrusionOk="0">
                <a:moveTo>
                  <a:pt x="8446" y="67111"/>
                </a:moveTo>
                <a:cubicBezTo>
                  <a:pt x="6171" y="67111"/>
                  <a:pt x="4067" y="66258"/>
                  <a:pt x="2474" y="64665"/>
                </a:cubicBezTo>
                <a:cubicBezTo>
                  <a:pt x="882" y="63073"/>
                  <a:pt x="0" y="60940"/>
                  <a:pt x="0" y="58694"/>
                </a:cubicBezTo>
                <a:cubicBezTo>
                  <a:pt x="0" y="56447"/>
                  <a:pt x="882" y="54343"/>
                  <a:pt x="2474" y="52750"/>
                </a:cubicBezTo>
                <a:lnTo>
                  <a:pt x="51954" y="3271"/>
                </a:lnTo>
                <a:cubicBezTo>
                  <a:pt x="55224" y="0"/>
                  <a:pt x="60570" y="0"/>
                  <a:pt x="63841" y="3271"/>
                </a:cubicBezTo>
                <a:lnTo>
                  <a:pt x="63841" y="3271"/>
                </a:lnTo>
                <a:cubicBezTo>
                  <a:pt x="65433" y="4863"/>
                  <a:pt x="66315" y="6996"/>
                  <a:pt x="66315" y="9242"/>
                </a:cubicBezTo>
                <a:cubicBezTo>
                  <a:pt x="66315" y="11489"/>
                  <a:pt x="65433" y="13593"/>
                  <a:pt x="63841" y="15186"/>
                </a:cubicBezTo>
                <a:lnTo>
                  <a:pt x="14389" y="64665"/>
                </a:lnTo>
                <a:cubicBezTo>
                  <a:pt x="12797" y="66258"/>
                  <a:pt x="10692" y="67111"/>
                  <a:pt x="8446" y="67111"/>
                </a:cubicBezTo>
                <a:close/>
                <a:moveTo>
                  <a:pt x="57897" y="2588"/>
                </a:moveTo>
                <a:cubicBezTo>
                  <a:pt x="56191" y="2588"/>
                  <a:pt x="54485" y="3242"/>
                  <a:pt x="53205" y="4522"/>
                </a:cubicBezTo>
                <a:lnTo>
                  <a:pt x="3725" y="54002"/>
                </a:lnTo>
                <a:cubicBezTo>
                  <a:pt x="2474" y="55253"/>
                  <a:pt x="1792" y="56931"/>
                  <a:pt x="1792" y="58694"/>
                </a:cubicBezTo>
                <a:cubicBezTo>
                  <a:pt x="1792" y="60457"/>
                  <a:pt x="2474" y="62135"/>
                  <a:pt x="3725" y="63386"/>
                </a:cubicBezTo>
                <a:cubicBezTo>
                  <a:pt x="4977" y="64637"/>
                  <a:pt x="6654" y="65348"/>
                  <a:pt x="8418" y="65348"/>
                </a:cubicBezTo>
                <a:cubicBezTo>
                  <a:pt x="10209" y="65348"/>
                  <a:pt x="11858" y="64637"/>
                  <a:pt x="13138" y="63386"/>
                </a:cubicBezTo>
                <a:lnTo>
                  <a:pt x="62589" y="13934"/>
                </a:lnTo>
                <a:cubicBezTo>
                  <a:pt x="63841" y="12683"/>
                  <a:pt x="64523" y="11005"/>
                  <a:pt x="64523" y="9242"/>
                </a:cubicBezTo>
                <a:cubicBezTo>
                  <a:pt x="64523" y="7451"/>
                  <a:pt x="63841" y="5801"/>
                  <a:pt x="62589" y="4550"/>
                </a:cubicBezTo>
                <a:lnTo>
                  <a:pt x="62589" y="4550"/>
                </a:lnTo>
                <a:cubicBezTo>
                  <a:pt x="61310" y="3242"/>
                  <a:pt x="59604" y="2588"/>
                  <a:pt x="57897" y="2588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32"/>
          <p:cNvSpPr/>
          <p:nvPr/>
        </p:nvSpPr>
        <p:spPr>
          <a:xfrm>
            <a:off x="6551233" y="1811472"/>
            <a:ext cx="3759089" cy="707494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32"/>
          <p:cNvSpPr txBox="1">
            <a:spLocks noGrp="1"/>
          </p:cNvSpPr>
          <p:nvPr>
            <p:ph type="subTitle" idx="1"/>
          </p:nvPr>
        </p:nvSpPr>
        <p:spPr>
          <a:xfrm>
            <a:off x="260700" y="4204400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Here is where your presentation begins</a:t>
            </a:r>
            <a:endParaRPr dirty="0"/>
          </a:p>
        </p:txBody>
      </p:sp>
      <p:sp>
        <p:nvSpPr>
          <p:cNvPr id="281" name="Google Shape;281;p32"/>
          <p:cNvSpPr txBox="1">
            <a:spLocks noGrp="1"/>
          </p:cNvSpPr>
          <p:nvPr>
            <p:ph type="ctrTitle"/>
          </p:nvPr>
        </p:nvSpPr>
        <p:spPr>
          <a:xfrm>
            <a:off x="558022" y="692000"/>
            <a:ext cx="6176700" cy="358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Launch Product Crowdfunding Pitch Deck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4"/>
          <p:cNvSpPr/>
          <p:nvPr/>
        </p:nvSpPr>
        <p:spPr>
          <a:xfrm flipH="1">
            <a:off x="-3472675" y="1165299"/>
            <a:ext cx="5455165" cy="87537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34"/>
          <p:cNvSpPr/>
          <p:nvPr/>
        </p:nvSpPr>
        <p:spPr>
          <a:xfrm flipH="1">
            <a:off x="-2702000" y="2037187"/>
            <a:ext cx="5455165" cy="87537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lt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34"/>
          <p:cNvSpPr/>
          <p:nvPr/>
        </p:nvSpPr>
        <p:spPr>
          <a:xfrm flipH="1">
            <a:off x="-1936093" y="2909051"/>
            <a:ext cx="5455165" cy="87537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34"/>
          <p:cNvSpPr/>
          <p:nvPr/>
        </p:nvSpPr>
        <p:spPr>
          <a:xfrm flipH="1">
            <a:off x="-1165096" y="3780928"/>
            <a:ext cx="5455165" cy="87537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lt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34"/>
          <p:cNvSpPr txBox="1">
            <a:spLocks noGrp="1"/>
          </p:cNvSpPr>
          <p:nvPr>
            <p:ph type="subTitle" idx="4"/>
          </p:nvPr>
        </p:nvSpPr>
        <p:spPr>
          <a:xfrm>
            <a:off x="4290060" y="3938921"/>
            <a:ext cx="3391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1" name="Google Shape;321;p34"/>
          <p:cNvSpPr txBox="1">
            <a:spLocks noGrp="1"/>
          </p:cNvSpPr>
          <p:nvPr>
            <p:ph type="subTitle" idx="2"/>
          </p:nvPr>
        </p:nvSpPr>
        <p:spPr>
          <a:xfrm>
            <a:off x="3530711" y="3070561"/>
            <a:ext cx="3391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5" name="Google Shape;325;p34"/>
          <p:cNvSpPr txBox="1">
            <a:spLocks noGrp="1"/>
          </p:cNvSpPr>
          <p:nvPr>
            <p:ph type="subTitle" idx="3"/>
          </p:nvPr>
        </p:nvSpPr>
        <p:spPr>
          <a:xfrm>
            <a:off x="2788848" y="2202201"/>
            <a:ext cx="3391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666666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4288E6-F67B-8FE4-B746-BF62B13574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9905" y="1356187"/>
            <a:ext cx="3391200" cy="4848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20" name="Google Shape;320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REJA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6"/>
          <p:cNvSpPr/>
          <p:nvPr/>
        </p:nvSpPr>
        <p:spPr>
          <a:xfrm rot="10800000" flipH="1">
            <a:off x="5587350" y="2134059"/>
            <a:ext cx="4357117" cy="70749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lt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36"/>
          <p:cNvSpPr/>
          <p:nvPr/>
        </p:nvSpPr>
        <p:spPr>
          <a:xfrm rot="10800000" flipH="1">
            <a:off x="4572000" y="2841553"/>
            <a:ext cx="5455165" cy="87537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36"/>
          <p:cNvSpPr/>
          <p:nvPr/>
        </p:nvSpPr>
        <p:spPr>
          <a:xfrm rot="10800000" flipH="1">
            <a:off x="6655783" y="1426563"/>
            <a:ext cx="3759089" cy="707494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36"/>
          <p:cNvSpPr txBox="1">
            <a:spLocks noGrp="1"/>
          </p:cNvSpPr>
          <p:nvPr>
            <p:ph type="subTitle" idx="1"/>
          </p:nvPr>
        </p:nvSpPr>
        <p:spPr>
          <a:xfrm>
            <a:off x="720000" y="1640250"/>
            <a:ext cx="3588600" cy="20931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5" name="Google Shape;375;p36"/>
          <p:cNvSpPr txBox="1">
            <a:spLocks noGrp="1"/>
          </p:cNvSpPr>
          <p:nvPr>
            <p:ph type="title"/>
          </p:nvPr>
        </p:nvSpPr>
        <p:spPr>
          <a:xfrm>
            <a:off x="805725" y="695119"/>
            <a:ext cx="522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8"/>
          <p:cNvSpPr/>
          <p:nvPr/>
        </p:nvSpPr>
        <p:spPr>
          <a:xfrm flipH="1">
            <a:off x="-388717" y="445025"/>
            <a:ext cx="6391642" cy="707494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38"/>
          <p:cNvSpPr txBox="1">
            <a:spLocks noGrp="1"/>
          </p:cNvSpPr>
          <p:nvPr>
            <p:ph type="subTitle" idx="1"/>
          </p:nvPr>
        </p:nvSpPr>
        <p:spPr>
          <a:xfrm>
            <a:off x="774411" y="1457540"/>
            <a:ext cx="2301300" cy="30741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7" name="Google Shape;417;p38"/>
          <p:cNvSpPr txBox="1">
            <a:spLocks noGrp="1"/>
          </p:cNvSpPr>
          <p:nvPr>
            <p:ph type="subTitle" idx="2"/>
          </p:nvPr>
        </p:nvSpPr>
        <p:spPr>
          <a:xfrm>
            <a:off x="3419568" y="1457540"/>
            <a:ext cx="2301300" cy="30741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8" name="Google Shape;418;p38"/>
          <p:cNvSpPr txBox="1">
            <a:spLocks noGrp="1"/>
          </p:cNvSpPr>
          <p:nvPr>
            <p:ph type="subTitle" idx="3"/>
          </p:nvPr>
        </p:nvSpPr>
        <p:spPr>
          <a:xfrm>
            <a:off x="6068289" y="1457540"/>
            <a:ext cx="2301300" cy="30741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2" name="Google Shape;412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9"/>
          <p:cNvSpPr/>
          <p:nvPr/>
        </p:nvSpPr>
        <p:spPr>
          <a:xfrm flipH="1">
            <a:off x="-1389001" y="445017"/>
            <a:ext cx="4357117" cy="70749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lt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39"/>
          <p:cNvSpPr txBox="1">
            <a:spLocks noGrp="1"/>
          </p:cNvSpPr>
          <p:nvPr>
            <p:ph type="subTitle" idx="1"/>
          </p:nvPr>
        </p:nvSpPr>
        <p:spPr>
          <a:xfrm>
            <a:off x="5084378" y="1389707"/>
            <a:ext cx="2947800" cy="28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6" name="Google Shape;426;p39"/>
          <p:cNvSpPr txBox="1">
            <a:spLocks noGrp="1"/>
          </p:cNvSpPr>
          <p:nvPr>
            <p:ph type="subTitle" idx="2"/>
          </p:nvPr>
        </p:nvSpPr>
        <p:spPr>
          <a:xfrm>
            <a:off x="1111822" y="1389707"/>
            <a:ext cx="2947800" cy="28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4" name="Google Shape;424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48"/>
          <p:cNvSpPr/>
          <p:nvPr/>
        </p:nvSpPr>
        <p:spPr>
          <a:xfrm>
            <a:off x="4572000" y="1398725"/>
            <a:ext cx="5033037" cy="2254319"/>
          </a:xfrm>
          <a:prstGeom prst="roundRect">
            <a:avLst>
              <a:gd name="adj" fmla="val 7083"/>
            </a:avLst>
          </a:prstGeom>
          <a:gradFill>
            <a:gsLst>
              <a:gs pos="0">
                <a:schemeClr val="lt2"/>
              </a:gs>
              <a:gs pos="100000">
                <a:schemeClr val="accent3"/>
              </a:gs>
            </a:gsLst>
            <a:lin ang="10801400" scaled="0"/>
          </a:gradFill>
          <a:ln>
            <a:noFill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48"/>
          <p:cNvSpPr/>
          <p:nvPr/>
        </p:nvSpPr>
        <p:spPr>
          <a:xfrm flipH="1">
            <a:off x="-207101" y="184779"/>
            <a:ext cx="4357117" cy="70749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lt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48"/>
          <p:cNvSpPr txBox="1">
            <a:spLocks noGrp="1"/>
          </p:cNvSpPr>
          <p:nvPr>
            <p:ph type="subTitle" idx="1"/>
          </p:nvPr>
        </p:nvSpPr>
        <p:spPr>
          <a:xfrm>
            <a:off x="549511" y="1434424"/>
            <a:ext cx="3759089" cy="25644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Google Shape;412;p38">
            <a:extLst>
              <a:ext uri="{FF2B5EF4-FFF2-40B4-BE49-F238E27FC236}">
                <a16:creationId xmlns:a16="http://schemas.microsoft.com/office/drawing/2014/main" id="{5AC59CEB-8A80-9319-E4E4-0C66B41437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1986" y="2521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51"/>
          <p:cNvSpPr/>
          <p:nvPr/>
        </p:nvSpPr>
        <p:spPr>
          <a:xfrm flipH="1">
            <a:off x="-356773" y="2638350"/>
            <a:ext cx="5264100" cy="7074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lt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51"/>
          <p:cNvSpPr/>
          <p:nvPr/>
        </p:nvSpPr>
        <p:spPr>
          <a:xfrm>
            <a:off x="4199927" y="3728375"/>
            <a:ext cx="5316000" cy="7074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51"/>
          <p:cNvSpPr/>
          <p:nvPr/>
        </p:nvSpPr>
        <p:spPr>
          <a:xfrm>
            <a:off x="4199927" y="1543700"/>
            <a:ext cx="5316000" cy="7074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51"/>
          <p:cNvSpPr txBox="1"/>
          <p:nvPr/>
        </p:nvSpPr>
        <p:spPr>
          <a:xfrm>
            <a:off x="720000" y="1313161"/>
            <a:ext cx="3473476" cy="1246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829" name="Google Shape;829;p51"/>
          <p:cNvSpPr txBox="1"/>
          <p:nvPr/>
        </p:nvSpPr>
        <p:spPr>
          <a:xfrm>
            <a:off x="4950521" y="2407861"/>
            <a:ext cx="3473475" cy="1246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851" name="Google Shape;851;p51"/>
          <p:cNvSpPr txBox="1"/>
          <p:nvPr/>
        </p:nvSpPr>
        <p:spPr>
          <a:xfrm>
            <a:off x="720000" y="3654095"/>
            <a:ext cx="3473474" cy="10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885" name="Google Shape;885;p51"/>
          <p:cNvSpPr/>
          <p:nvPr/>
        </p:nvSpPr>
        <p:spPr>
          <a:xfrm flipH="1">
            <a:off x="-439838" y="445800"/>
            <a:ext cx="6156963" cy="707494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lt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5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8" name="Google Shape;1728;p65"/>
          <p:cNvGrpSpPr/>
          <p:nvPr/>
        </p:nvGrpSpPr>
        <p:grpSpPr>
          <a:xfrm>
            <a:off x="834295" y="1823187"/>
            <a:ext cx="1051388" cy="1051388"/>
            <a:chOff x="1688825" y="294050"/>
            <a:chExt cx="1507150" cy="1507150"/>
          </a:xfrm>
        </p:grpSpPr>
        <p:sp>
          <p:nvSpPr>
            <p:cNvPr id="1729" name="Google Shape;1729;p65"/>
            <p:cNvSpPr/>
            <p:nvPr/>
          </p:nvSpPr>
          <p:spPr>
            <a:xfrm>
              <a:off x="1793325" y="398550"/>
              <a:ext cx="265200" cy="265200"/>
            </a:xfrm>
            <a:custGeom>
              <a:avLst/>
              <a:gdLst/>
              <a:ahLst/>
              <a:cxnLst/>
              <a:rect l="l" t="t" r="r" b="b"/>
              <a:pathLst>
                <a:path w="10608" h="10608" extrusionOk="0">
                  <a:moveTo>
                    <a:pt x="10607" y="0"/>
                  </a:moveTo>
                  <a:cubicBezTo>
                    <a:pt x="9612" y="597"/>
                    <a:pt x="8673" y="1223"/>
                    <a:pt x="7763" y="1905"/>
                  </a:cubicBezTo>
                  <a:lnTo>
                    <a:pt x="1905" y="7763"/>
                  </a:lnTo>
                  <a:cubicBezTo>
                    <a:pt x="1223" y="8673"/>
                    <a:pt x="597" y="9640"/>
                    <a:pt x="0" y="10607"/>
                  </a:cubicBezTo>
                  <a:lnTo>
                    <a:pt x="1060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65"/>
            <p:cNvSpPr/>
            <p:nvPr/>
          </p:nvSpPr>
          <p:spPr>
            <a:xfrm>
              <a:off x="1722925" y="328150"/>
              <a:ext cx="493400" cy="493425"/>
            </a:xfrm>
            <a:custGeom>
              <a:avLst/>
              <a:gdLst/>
              <a:ahLst/>
              <a:cxnLst/>
              <a:rect l="l" t="t" r="r" b="b"/>
              <a:pathLst>
                <a:path w="19736" h="19737" extrusionOk="0">
                  <a:moveTo>
                    <a:pt x="19736" y="1"/>
                  </a:moveTo>
                  <a:cubicBezTo>
                    <a:pt x="19253" y="143"/>
                    <a:pt x="18798" y="314"/>
                    <a:pt x="18314" y="484"/>
                  </a:cubicBezTo>
                  <a:lnTo>
                    <a:pt x="484" y="18314"/>
                  </a:lnTo>
                  <a:cubicBezTo>
                    <a:pt x="314" y="18798"/>
                    <a:pt x="143" y="19281"/>
                    <a:pt x="1" y="19736"/>
                  </a:cubicBezTo>
                  <a:lnTo>
                    <a:pt x="19736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65"/>
            <p:cNvSpPr/>
            <p:nvPr/>
          </p:nvSpPr>
          <p:spPr>
            <a:xfrm>
              <a:off x="1696625" y="301850"/>
              <a:ext cx="633450" cy="633450"/>
            </a:xfrm>
            <a:custGeom>
              <a:avLst/>
              <a:gdLst/>
              <a:ahLst/>
              <a:cxnLst/>
              <a:rect l="l" t="t" r="r" b="b"/>
              <a:pathLst>
                <a:path w="25338" h="25338" extrusionOk="0">
                  <a:moveTo>
                    <a:pt x="25338" y="1"/>
                  </a:moveTo>
                  <a:lnTo>
                    <a:pt x="25338" y="1"/>
                  </a:lnTo>
                  <a:cubicBezTo>
                    <a:pt x="24940" y="58"/>
                    <a:pt x="24570" y="143"/>
                    <a:pt x="24200" y="200"/>
                  </a:cubicBezTo>
                  <a:lnTo>
                    <a:pt x="200" y="24200"/>
                  </a:lnTo>
                  <a:cubicBezTo>
                    <a:pt x="143" y="24570"/>
                    <a:pt x="58" y="24940"/>
                    <a:pt x="1" y="25338"/>
                  </a:cubicBezTo>
                  <a:lnTo>
                    <a:pt x="2533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65"/>
            <p:cNvSpPr/>
            <p:nvPr/>
          </p:nvSpPr>
          <p:spPr>
            <a:xfrm>
              <a:off x="1688825" y="294050"/>
              <a:ext cx="736525" cy="736525"/>
            </a:xfrm>
            <a:custGeom>
              <a:avLst/>
              <a:gdLst/>
              <a:ahLst/>
              <a:cxnLst/>
              <a:rect l="l" t="t" r="r" b="b"/>
              <a:pathLst>
                <a:path w="29461" h="29461" extrusionOk="0">
                  <a:moveTo>
                    <a:pt x="29460" y="0"/>
                  </a:moveTo>
                  <a:cubicBezTo>
                    <a:pt x="29148" y="0"/>
                    <a:pt x="28806" y="0"/>
                    <a:pt x="28494" y="28"/>
                  </a:cubicBezTo>
                  <a:lnTo>
                    <a:pt x="28" y="28494"/>
                  </a:lnTo>
                  <a:cubicBezTo>
                    <a:pt x="0" y="28806"/>
                    <a:pt x="0" y="29148"/>
                    <a:pt x="0" y="29460"/>
                  </a:cubicBezTo>
                  <a:lnTo>
                    <a:pt x="2946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65"/>
            <p:cNvSpPr/>
            <p:nvPr/>
          </p:nvSpPr>
          <p:spPr>
            <a:xfrm>
              <a:off x="1690225" y="294750"/>
              <a:ext cx="819725" cy="820425"/>
            </a:xfrm>
            <a:custGeom>
              <a:avLst/>
              <a:gdLst/>
              <a:ahLst/>
              <a:cxnLst/>
              <a:rect l="l" t="t" r="r" b="b"/>
              <a:pathLst>
                <a:path w="32789" h="32817" extrusionOk="0">
                  <a:moveTo>
                    <a:pt x="31907" y="0"/>
                  </a:moveTo>
                  <a:lnTo>
                    <a:pt x="1" y="31935"/>
                  </a:lnTo>
                  <a:cubicBezTo>
                    <a:pt x="1" y="32248"/>
                    <a:pt x="29" y="32532"/>
                    <a:pt x="58" y="32816"/>
                  </a:cubicBezTo>
                  <a:lnTo>
                    <a:pt x="32788" y="86"/>
                  </a:lnTo>
                  <a:cubicBezTo>
                    <a:pt x="32504" y="57"/>
                    <a:pt x="32220" y="29"/>
                    <a:pt x="31907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65"/>
            <p:cNvSpPr/>
            <p:nvPr/>
          </p:nvSpPr>
          <p:spPr>
            <a:xfrm>
              <a:off x="1698775" y="304000"/>
              <a:ext cx="887950" cy="887950"/>
            </a:xfrm>
            <a:custGeom>
              <a:avLst/>
              <a:gdLst/>
              <a:ahLst/>
              <a:cxnLst/>
              <a:rect l="l" t="t" r="r" b="b"/>
              <a:pathLst>
                <a:path w="35518" h="35518" extrusionOk="0">
                  <a:moveTo>
                    <a:pt x="34721" y="0"/>
                  </a:moveTo>
                  <a:lnTo>
                    <a:pt x="0" y="34721"/>
                  </a:lnTo>
                  <a:cubicBezTo>
                    <a:pt x="29" y="34977"/>
                    <a:pt x="85" y="35233"/>
                    <a:pt x="142" y="35518"/>
                  </a:cubicBezTo>
                  <a:lnTo>
                    <a:pt x="35518" y="142"/>
                  </a:lnTo>
                  <a:cubicBezTo>
                    <a:pt x="35233" y="85"/>
                    <a:pt x="34977" y="57"/>
                    <a:pt x="34721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65"/>
            <p:cNvSpPr/>
            <p:nvPr/>
          </p:nvSpPr>
          <p:spPr>
            <a:xfrm>
              <a:off x="1714400" y="319625"/>
              <a:ext cx="942000" cy="942000"/>
            </a:xfrm>
            <a:custGeom>
              <a:avLst/>
              <a:gdLst/>
              <a:ahLst/>
              <a:cxnLst/>
              <a:rect l="l" t="t" r="r" b="b"/>
              <a:pathLst>
                <a:path w="37680" h="37680" extrusionOk="0">
                  <a:moveTo>
                    <a:pt x="36968" y="1"/>
                  </a:moveTo>
                  <a:lnTo>
                    <a:pt x="1" y="36968"/>
                  </a:lnTo>
                  <a:cubicBezTo>
                    <a:pt x="58" y="37196"/>
                    <a:pt x="143" y="37452"/>
                    <a:pt x="200" y="37679"/>
                  </a:cubicBezTo>
                  <a:lnTo>
                    <a:pt x="37679" y="200"/>
                  </a:lnTo>
                  <a:cubicBezTo>
                    <a:pt x="37452" y="143"/>
                    <a:pt x="37196" y="58"/>
                    <a:pt x="36968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65"/>
            <p:cNvSpPr/>
            <p:nvPr/>
          </p:nvSpPr>
          <p:spPr>
            <a:xfrm>
              <a:off x="1735025" y="340250"/>
              <a:ext cx="986775" cy="986775"/>
            </a:xfrm>
            <a:custGeom>
              <a:avLst/>
              <a:gdLst/>
              <a:ahLst/>
              <a:cxnLst/>
              <a:rect l="l" t="t" r="r" b="b"/>
              <a:pathLst>
                <a:path w="39471" h="39471" extrusionOk="0">
                  <a:moveTo>
                    <a:pt x="38788" y="0"/>
                  </a:moveTo>
                  <a:lnTo>
                    <a:pt x="0" y="38788"/>
                  </a:lnTo>
                  <a:cubicBezTo>
                    <a:pt x="86" y="39016"/>
                    <a:pt x="199" y="39243"/>
                    <a:pt x="285" y="39471"/>
                  </a:cubicBezTo>
                  <a:lnTo>
                    <a:pt x="39470" y="285"/>
                  </a:lnTo>
                  <a:cubicBezTo>
                    <a:pt x="39243" y="199"/>
                    <a:pt x="39015" y="86"/>
                    <a:pt x="38788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65"/>
            <p:cNvSpPr/>
            <p:nvPr/>
          </p:nvSpPr>
          <p:spPr>
            <a:xfrm>
              <a:off x="1761325" y="366550"/>
              <a:ext cx="1020200" cy="1020200"/>
            </a:xfrm>
            <a:custGeom>
              <a:avLst/>
              <a:gdLst/>
              <a:ahLst/>
              <a:cxnLst/>
              <a:rect l="l" t="t" r="r" b="b"/>
              <a:pathLst>
                <a:path w="40808" h="40808" extrusionOk="0">
                  <a:moveTo>
                    <a:pt x="40182" y="1"/>
                  </a:moveTo>
                  <a:lnTo>
                    <a:pt x="1" y="40182"/>
                  </a:lnTo>
                  <a:cubicBezTo>
                    <a:pt x="86" y="40409"/>
                    <a:pt x="200" y="40608"/>
                    <a:pt x="313" y="40807"/>
                  </a:cubicBezTo>
                  <a:lnTo>
                    <a:pt x="40807" y="313"/>
                  </a:lnTo>
                  <a:cubicBezTo>
                    <a:pt x="40608" y="200"/>
                    <a:pt x="40409" y="86"/>
                    <a:pt x="40182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65"/>
            <p:cNvSpPr/>
            <p:nvPr/>
          </p:nvSpPr>
          <p:spPr>
            <a:xfrm>
              <a:off x="1791900" y="396400"/>
              <a:ext cx="1045775" cy="1046500"/>
            </a:xfrm>
            <a:custGeom>
              <a:avLst/>
              <a:gdLst/>
              <a:ahLst/>
              <a:cxnLst/>
              <a:rect l="l" t="t" r="r" b="b"/>
              <a:pathLst>
                <a:path w="41831" h="41860" extrusionOk="0">
                  <a:moveTo>
                    <a:pt x="41233" y="1"/>
                  </a:moveTo>
                  <a:lnTo>
                    <a:pt x="0" y="41291"/>
                  </a:lnTo>
                  <a:cubicBezTo>
                    <a:pt x="114" y="41462"/>
                    <a:pt x="228" y="41661"/>
                    <a:pt x="342" y="41860"/>
                  </a:cubicBezTo>
                  <a:lnTo>
                    <a:pt x="41831" y="371"/>
                  </a:lnTo>
                  <a:cubicBezTo>
                    <a:pt x="41632" y="228"/>
                    <a:pt x="41433" y="115"/>
                    <a:pt x="4123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65"/>
            <p:cNvSpPr/>
            <p:nvPr/>
          </p:nvSpPr>
          <p:spPr>
            <a:xfrm>
              <a:off x="1826025" y="431250"/>
              <a:ext cx="1063550" cy="1063550"/>
            </a:xfrm>
            <a:custGeom>
              <a:avLst/>
              <a:gdLst/>
              <a:ahLst/>
              <a:cxnLst/>
              <a:rect l="l" t="t" r="r" b="b"/>
              <a:pathLst>
                <a:path w="42542" h="42542" extrusionOk="0">
                  <a:moveTo>
                    <a:pt x="42001" y="0"/>
                  </a:moveTo>
                  <a:lnTo>
                    <a:pt x="0" y="42001"/>
                  </a:lnTo>
                  <a:cubicBezTo>
                    <a:pt x="114" y="42200"/>
                    <a:pt x="256" y="42371"/>
                    <a:pt x="370" y="42542"/>
                  </a:cubicBezTo>
                  <a:lnTo>
                    <a:pt x="42542" y="370"/>
                  </a:lnTo>
                  <a:cubicBezTo>
                    <a:pt x="42371" y="256"/>
                    <a:pt x="42200" y="114"/>
                    <a:pt x="42001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65"/>
            <p:cNvSpPr/>
            <p:nvPr/>
          </p:nvSpPr>
          <p:spPr>
            <a:xfrm>
              <a:off x="1863700" y="468925"/>
              <a:ext cx="1074225" cy="1074225"/>
            </a:xfrm>
            <a:custGeom>
              <a:avLst/>
              <a:gdLst/>
              <a:ahLst/>
              <a:cxnLst/>
              <a:rect l="l" t="t" r="r" b="b"/>
              <a:pathLst>
                <a:path w="42969" h="42969" extrusionOk="0">
                  <a:moveTo>
                    <a:pt x="42485" y="0"/>
                  </a:moveTo>
                  <a:lnTo>
                    <a:pt x="0" y="42485"/>
                  </a:lnTo>
                  <a:cubicBezTo>
                    <a:pt x="143" y="42655"/>
                    <a:pt x="285" y="42826"/>
                    <a:pt x="427" y="42968"/>
                  </a:cubicBezTo>
                  <a:lnTo>
                    <a:pt x="42968" y="427"/>
                  </a:lnTo>
                  <a:cubicBezTo>
                    <a:pt x="42826" y="285"/>
                    <a:pt x="42655" y="143"/>
                    <a:pt x="42485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65"/>
            <p:cNvSpPr/>
            <p:nvPr/>
          </p:nvSpPr>
          <p:spPr>
            <a:xfrm>
              <a:off x="1904925" y="510150"/>
              <a:ext cx="1077775" cy="1078500"/>
            </a:xfrm>
            <a:custGeom>
              <a:avLst/>
              <a:gdLst/>
              <a:ahLst/>
              <a:cxnLst/>
              <a:rect l="l" t="t" r="r" b="b"/>
              <a:pathLst>
                <a:path w="43111" h="43140" extrusionOk="0">
                  <a:moveTo>
                    <a:pt x="42656" y="1"/>
                  </a:moveTo>
                  <a:lnTo>
                    <a:pt x="1" y="42656"/>
                  </a:lnTo>
                  <a:cubicBezTo>
                    <a:pt x="171" y="42826"/>
                    <a:pt x="314" y="42969"/>
                    <a:pt x="484" y="43139"/>
                  </a:cubicBezTo>
                  <a:lnTo>
                    <a:pt x="43111" y="484"/>
                  </a:lnTo>
                  <a:cubicBezTo>
                    <a:pt x="42969" y="314"/>
                    <a:pt x="42826" y="171"/>
                    <a:pt x="4265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65"/>
            <p:cNvSpPr/>
            <p:nvPr/>
          </p:nvSpPr>
          <p:spPr>
            <a:xfrm>
              <a:off x="1950425" y="555650"/>
              <a:ext cx="1074225" cy="1074225"/>
            </a:xfrm>
            <a:custGeom>
              <a:avLst/>
              <a:gdLst/>
              <a:ahLst/>
              <a:cxnLst/>
              <a:rect l="l" t="t" r="r" b="b"/>
              <a:pathLst>
                <a:path w="42969" h="42969" extrusionOk="0">
                  <a:moveTo>
                    <a:pt x="42542" y="1"/>
                  </a:moveTo>
                  <a:lnTo>
                    <a:pt x="1" y="42542"/>
                  </a:lnTo>
                  <a:cubicBezTo>
                    <a:pt x="171" y="42684"/>
                    <a:pt x="313" y="42826"/>
                    <a:pt x="484" y="42969"/>
                  </a:cubicBezTo>
                  <a:lnTo>
                    <a:pt x="42968" y="484"/>
                  </a:lnTo>
                  <a:cubicBezTo>
                    <a:pt x="42826" y="314"/>
                    <a:pt x="42684" y="171"/>
                    <a:pt x="42542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65"/>
            <p:cNvSpPr/>
            <p:nvPr/>
          </p:nvSpPr>
          <p:spPr>
            <a:xfrm>
              <a:off x="1998775" y="604000"/>
              <a:ext cx="1063550" cy="1063550"/>
            </a:xfrm>
            <a:custGeom>
              <a:avLst/>
              <a:gdLst/>
              <a:ahLst/>
              <a:cxnLst/>
              <a:rect l="l" t="t" r="r" b="b"/>
              <a:pathLst>
                <a:path w="42542" h="42542" extrusionOk="0">
                  <a:moveTo>
                    <a:pt x="42144" y="0"/>
                  </a:moveTo>
                  <a:lnTo>
                    <a:pt x="0" y="42144"/>
                  </a:lnTo>
                  <a:cubicBezTo>
                    <a:pt x="199" y="42286"/>
                    <a:pt x="370" y="42400"/>
                    <a:pt x="541" y="42542"/>
                  </a:cubicBezTo>
                  <a:lnTo>
                    <a:pt x="42542" y="541"/>
                  </a:lnTo>
                  <a:cubicBezTo>
                    <a:pt x="42399" y="370"/>
                    <a:pt x="42286" y="199"/>
                    <a:pt x="42144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65"/>
            <p:cNvSpPr/>
            <p:nvPr/>
          </p:nvSpPr>
          <p:spPr>
            <a:xfrm>
              <a:off x="2051375" y="656600"/>
              <a:ext cx="1044375" cy="1044375"/>
            </a:xfrm>
            <a:custGeom>
              <a:avLst/>
              <a:gdLst/>
              <a:ahLst/>
              <a:cxnLst/>
              <a:rect l="l" t="t" r="r" b="b"/>
              <a:pathLst>
                <a:path w="41775" h="41775" extrusionOk="0">
                  <a:moveTo>
                    <a:pt x="41433" y="1"/>
                  </a:moveTo>
                  <a:lnTo>
                    <a:pt x="1" y="41433"/>
                  </a:lnTo>
                  <a:cubicBezTo>
                    <a:pt x="200" y="41547"/>
                    <a:pt x="399" y="41660"/>
                    <a:pt x="598" y="41774"/>
                  </a:cubicBezTo>
                  <a:lnTo>
                    <a:pt x="41774" y="598"/>
                  </a:lnTo>
                  <a:cubicBezTo>
                    <a:pt x="41660" y="399"/>
                    <a:pt x="41547" y="200"/>
                    <a:pt x="4143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65"/>
            <p:cNvSpPr/>
            <p:nvPr/>
          </p:nvSpPr>
          <p:spPr>
            <a:xfrm>
              <a:off x="2107550" y="712775"/>
              <a:ext cx="1018050" cy="1018050"/>
            </a:xfrm>
            <a:custGeom>
              <a:avLst/>
              <a:gdLst/>
              <a:ahLst/>
              <a:cxnLst/>
              <a:rect l="l" t="t" r="r" b="b"/>
              <a:pathLst>
                <a:path w="40722" h="40722" extrusionOk="0">
                  <a:moveTo>
                    <a:pt x="40437" y="0"/>
                  </a:moveTo>
                  <a:lnTo>
                    <a:pt x="0" y="40437"/>
                  </a:lnTo>
                  <a:cubicBezTo>
                    <a:pt x="199" y="40523"/>
                    <a:pt x="427" y="40636"/>
                    <a:pt x="626" y="40722"/>
                  </a:cubicBezTo>
                  <a:lnTo>
                    <a:pt x="40721" y="626"/>
                  </a:lnTo>
                  <a:cubicBezTo>
                    <a:pt x="40636" y="427"/>
                    <a:pt x="40522" y="199"/>
                    <a:pt x="40437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65"/>
            <p:cNvSpPr/>
            <p:nvPr/>
          </p:nvSpPr>
          <p:spPr>
            <a:xfrm>
              <a:off x="2167975" y="773200"/>
              <a:ext cx="983925" cy="983925"/>
            </a:xfrm>
            <a:custGeom>
              <a:avLst/>
              <a:gdLst/>
              <a:ahLst/>
              <a:cxnLst/>
              <a:rect l="l" t="t" r="r" b="b"/>
              <a:pathLst>
                <a:path w="39357" h="39357" extrusionOk="0">
                  <a:moveTo>
                    <a:pt x="39072" y="0"/>
                  </a:moveTo>
                  <a:lnTo>
                    <a:pt x="0" y="39072"/>
                  </a:lnTo>
                  <a:cubicBezTo>
                    <a:pt x="228" y="39158"/>
                    <a:pt x="455" y="39271"/>
                    <a:pt x="683" y="39357"/>
                  </a:cubicBezTo>
                  <a:lnTo>
                    <a:pt x="39357" y="683"/>
                  </a:lnTo>
                  <a:cubicBezTo>
                    <a:pt x="39271" y="455"/>
                    <a:pt x="39158" y="228"/>
                    <a:pt x="39072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65"/>
            <p:cNvSpPr/>
            <p:nvPr/>
          </p:nvSpPr>
          <p:spPr>
            <a:xfrm>
              <a:off x="2233375" y="838600"/>
              <a:ext cx="939150" cy="939150"/>
            </a:xfrm>
            <a:custGeom>
              <a:avLst/>
              <a:gdLst/>
              <a:ahLst/>
              <a:cxnLst/>
              <a:rect l="l" t="t" r="r" b="b"/>
              <a:pathLst>
                <a:path w="37566" h="37566" extrusionOk="0">
                  <a:moveTo>
                    <a:pt x="37338" y="1"/>
                  </a:moveTo>
                  <a:lnTo>
                    <a:pt x="0" y="37338"/>
                  </a:lnTo>
                  <a:cubicBezTo>
                    <a:pt x="256" y="37423"/>
                    <a:pt x="484" y="37480"/>
                    <a:pt x="740" y="37565"/>
                  </a:cubicBezTo>
                  <a:lnTo>
                    <a:pt x="37565" y="740"/>
                  </a:lnTo>
                  <a:cubicBezTo>
                    <a:pt x="37480" y="484"/>
                    <a:pt x="37423" y="228"/>
                    <a:pt x="37338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65"/>
            <p:cNvSpPr/>
            <p:nvPr/>
          </p:nvSpPr>
          <p:spPr>
            <a:xfrm>
              <a:off x="2303750" y="908975"/>
              <a:ext cx="883700" cy="883700"/>
            </a:xfrm>
            <a:custGeom>
              <a:avLst/>
              <a:gdLst/>
              <a:ahLst/>
              <a:cxnLst/>
              <a:rect l="l" t="t" r="r" b="b"/>
              <a:pathLst>
                <a:path w="35348" h="35348" extrusionOk="0">
                  <a:moveTo>
                    <a:pt x="35205" y="1"/>
                  </a:moveTo>
                  <a:lnTo>
                    <a:pt x="1" y="35205"/>
                  </a:lnTo>
                  <a:cubicBezTo>
                    <a:pt x="257" y="35262"/>
                    <a:pt x="541" y="35291"/>
                    <a:pt x="797" y="35348"/>
                  </a:cubicBezTo>
                  <a:lnTo>
                    <a:pt x="35347" y="797"/>
                  </a:lnTo>
                  <a:cubicBezTo>
                    <a:pt x="35291" y="541"/>
                    <a:pt x="35262" y="285"/>
                    <a:pt x="35205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65"/>
            <p:cNvSpPr/>
            <p:nvPr/>
          </p:nvSpPr>
          <p:spPr>
            <a:xfrm>
              <a:off x="2381250" y="986475"/>
              <a:ext cx="814725" cy="814725"/>
            </a:xfrm>
            <a:custGeom>
              <a:avLst/>
              <a:gdLst/>
              <a:ahLst/>
              <a:cxnLst/>
              <a:rect l="l" t="t" r="r" b="b"/>
              <a:pathLst>
                <a:path w="32589" h="32589" extrusionOk="0">
                  <a:moveTo>
                    <a:pt x="32503" y="0"/>
                  </a:moveTo>
                  <a:lnTo>
                    <a:pt x="0" y="32503"/>
                  </a:lnTo>
                  <a:cubicBezTo>
                    <a:pt x="285" y="32532"/>
                    <a:pt x="569" y="32560"/>
                    <a:pt x="853" y="32589"/>
                  </a:cubicBezTo>
                  <a:lnTo>
                    <a:pt x="32589" y="853"/>
                  </a:lnTo>
                  <a:cubicBezTo>
                    <a:pt x="32560" y="569"/>
                    <a:pt x="32532" y="285"/>
                    <a:pt x="3250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65"/>
            <p:cNvSpPr/>
            <p:nvPr/>
          </p:nvSpPr>
          <p:spPr>
            <a:xfrm>
              <a:off x="2466550" y="1071775"/>
              <a:ext cx="729425" cy="729425"/>
            </a:xfrm>
            <a:custGeom>
              <a:avLst/>
              <a:gdLst/>
              <a:ahLst/>
              <a:cxnLst/>
              <a:rect l="l" t="t" r="r" b="b"/>
              <a:pathLst>
                <a:path w="29177" h="29177" extrusionOk="0">
                  <a:moveTo>
                    <a:pt x="29177" y="1"/>
                  </a:moveTo>
                  <a:lnTo>
                    <a:pt x="1" y="29177"/>
                  </a:lnTo>
                  <a:cubicBezTo>
                    <a:pt x="314" y="29177"/>
                    <a:pt x="655" y="29148"/>
                    <a:pt x="968" y="29148"/>
                  </a:cubicBezTo>
                  <a:lnTo>
                    <a:pt x="29148" y="968"/>
                  </a:lnTo>
                  <a:cubicBezTo>
                    <a:pt x="29148" y="655"/>
                    <a:pt x="29177" y="314"/>
                    <a:pt x="2917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65"/>
            <p:cNvSpPr/>
            <p:nvPr/>
          </p:nvSpPr>
          <p:spPr>
            <a:xfrm>
              <a:off x="2562525" y="1167750"/>
              <a:ext cx="624925" cy="624925"/>
            </a:xfrm>
            <a:custGeom>
              <a:avLst/>
              <a:gdLst/>
              <a:ahLst/>
              <a:cxnLst/>
              <a:rect l="l" t="t" r="r" b="b"/>
              <a:pathLst>
                <a:path w="24997" h="24997" extrusionOk="0">
                  <a:moveTo>
                    <a:pt x="24996" y="1"/>
                  </a:moveTo>
                  <a:lnTo>
                    <a:pt x="1" y="24997"/>
                  </a:lnTo>
                  <a:cubicBezTo>
                    <a:pt x="399" y="24911"/>
                    <a:pt x="768" y="24854"/>
                    <a:pt x="1138" y="24769"/>
                  </a:cubicBezTo>
                  <a:lnTo>
                    <a:pt x="24769" y="1138"/>
                  </a:lnTo>
                  <a:cubicBezTo>
                    <a:pt x="24854" y="768"/>
                    <a:pt x="24911" y="399"/>
                    <a:pt x="2499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65"/>
            <p:cNvSpPr/>
            <p:nvPr/>
          </p:nvSpPr>
          <p:spPr>
            <a:xfrm>
              <a:off x="2678400" y="1283625"/>
              <a:ext cx="480625" cy="480625"/>
            </a:xfrm>
            <a:custGeom>
              <a:avLst/>
              <a:gdLst/>
              <a:ahLst/>
              <a:cxnLst/>
              <a:rect l="l" t="t" r="r" b="b"/>
              <a:pathLst>
                <a:path w="19225" h="19225" extrusionOk="0">
                  <a:moveTo>
                    <a:pt x="19224" y="1"/>
                  </a:moveTo>
                  <a:lnTo>
                    <a:pt x="1" y="19224"/>
                  </a:lnTo>
                  <a:cubicBezTo>
                    <a:pt x="484" y="19053"/>
                    <a:pt x="968" y="18883"/>
                    <a:pt x="1451" y="18712"/>
                  </a:cubicBezTo>
                  <a:lnTo>
                    <a:pt x="18712" y="1451"/>
                  </a:lnTo>
                  <a:cubicBezTo>
                    <a:pt x="18883" y="968"/>
                    <a:pt x="19053" y="484"/>
                    <a:pt x="1922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65"/>
            <p:cNvSpPr/>
            <p:nvPr/>
          </p:nvSpPr>
          <p:spPr>
            <a:xfrm>
              <a:off x="2842625" y="1447850"/>
              <a:ext cx="238900" cy="238900"/>
            </a:xfrm>
            <a:custGeom>
              <a:avLst/>
              <a:gdLst/>
              <a:ahLst/>
              <a:cxnLst/>
              <a:rect l="l" t="t" r="r" b="b"/>
              <a:pathLst>
                <a:path w="9556" h="9556" extrusionOk="0">
                  <a:moveTo>
                    <a:pt x="9555" y="1"/>
                  </a:moveTo>
                  <a:lnTo>
                    <a:pt x="1" y="9555"/>
                  </a:lnTo>
                  <a:cubicBezTo>
                    <a:pt x="1223" y="8816"/>
                    <a:pt x="2389" y="7963"/>
                    <a:pt x="3470" y="7025"/>
                  </a:cubicBezTo>
                  <a:lnTo>
                    <a:pt x="7025" y="3470"/>
                  </a:lnTo>
                  <a:cubicBezTo>
                    <a:pt x="7963" y="2389"/>
                    <a:pt x="8788" y="1224"/>
                    <a:pt x="9555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54" name="Google Shape;1754;p65"/>
          <p:cNvGrpSpPr/>
          <p:nvPr/>
        </p:nvGrpSpPr>
        <p:grpSpPr>
          <a:xfrm>
            <a:off x="1484136" y="3110037"/>
            <a:ext cx="1338651" cy="1338651"/>
            <a:chOff x="1688825" y="294050"/>
            <a:chExt cx="1507150" cy="1507150"/>
          </a:xfrm>
        </p:grpSpPr>
        <p:sp>
          <p:nvSpPr>
            <p:cNvPr id="1755" name="Google Shape;1755;p65"/>
            <p:cNvSpPr/>
            <p:nvPr/>
          </p:nvSpPr>
          <p:spPr>
            <a:xfrm>
              <a:off x="1793325" y="398550"/>
              <a:ext cx="265200" cy="265200"/>
            </a:xfrm>
            <a:custGeom>
              <a:avLst/>
              <a:gdLst/>
              <a:ahLst/>
              <a:cxnLst/>
              <a:rect l="l" t="t" r="r" b="b"/>
              <a:pathLst>
                <a:path w="10608" h="10608" extrusionOk="0">
                  <a:moveTo>
                    <a:pt x="10607" y="0"/>
                  </a:moveTo>
                  <a:cubicBezTo>
                    <a:pt x="9612" y="597"/>
                    <a:pt x="8673" y="1223"/>
                    <a:pt x="7763" y="1905"/>
                  </a:cubicBezTo>
                  <a:lnTo>
                    <a:pt x="1905" y="7763"/>
                  </a:lnTo>
                  <a:cubicBezTo>
                    <a:pt x="1223" y="8673"/>
                    <a:pt x="597" y="9640"/>
                    <a:pt x="0" y="10607"/>
                  </a:cubicBezTo>
                  <a:lnTo>
                    <a:pt x="1060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65"/>
            <p:cNvSpPr/>
            <p:nvPr/>
          </p:nvSpPr>
          <p:spPr>
            <a:xfrm>
              <a:off x="1722925" y="328150"/>
              <a:ext cx="493400" cy="493425"/>
            </a:xfrm>
            <a:custGeom>
              <a:avLst/>
              <a:gdLst/>
              <a:ahLst/>
              <a:cxnLst/>
              <a:rect l="l" t="t" r="r" b="b"/>
              <a:pathLst>
                <a:path w="19736" h="19737" extrusionOk="0">
                  <a:moveTo>
                    <a:pt x="19736" y="1"/>
                  </a:moveTo>
                  <a:cubicBezTo>
                    <a:pt x="19253" y="143"/>
                    <a:pt x="18798" y="314"/>
                    <a:pt x="18314" y="484"/>
                  </a:cubicBezTo>
                  <a:lnTo>
                    <a:pt x="484" y="18314"/>
                  </a:lnTo>
                  <a:cubicBezTo>
                    <a:pt x="314" y="18798"/>
                    <a:pt x="143" y="19281"/>
                    <a:pt x="1" y="19736"/>
                  </a:cubicBezTo>
                  <a:lnTo>
                    <a:pt x="197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65"/>
            <p:cNvSpPr/>
            <p:nvPr/>
          </p:nvSpPr>
          <p:spPr>
            <a:xfrm>
              <a:off x="1696625" y="301850"/>
              <a:ext cx="633450" cy="633450"/>
            </a:xfrm>
            <a:custGeom>
              <a:avLst/>
              <a:gdLst/>
              <a:ahLst/>
              <a:cxnLst/>
              <a:rect l="l" t="t" r="r" b="b"/>
              <a:pathLst>
                <a:path w="25338" h="25338" extrusionOk="0">
                  <a:moveTo>
                    <a:pt x="25338" y="1"/>
                  </a:moveTo>
                  <a:lnTo>
                    <a:pt x="25338" y="1"/>
                  </a:lnTo>
                  <a:cubicBezTo>
                    <a:pt x="24940" y="58"/>
                    <a:pt x="24570" y="143"/>
                    <a:pt x="24200" y="200"/>
                  </a:cubicBezTo>
                  <a:lnTo>
                    <a:pt x="200" y="24200"/>
                  </a:lnTo>
                  <a:cubicBezTo>
                    <a:pt x="143" y="24570"/>
                    <a:pt x="58" y="24940"/>
                    <a:pt x="1" y="25338"/>
                  </a:cubicBezTo>
                  <a:lnTo>
                    <a:pt x="253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65"/>
            <p:cNvSpPr/>
            <p:nvPr/>
          </p:nvSpPr>
          <p:spPr>
            <a:xfrm>
              <a:off x="1688825" y="294050"/>
              <a:ext cx="736525" cy="736525"/>
            </a:xfrm>
            <a:custGeom>
              <a:avLst/>
              <a:gdLst/>
              <a:ahLst/>
              <a:cxnLst/>
              <a:rect l="l" t="t" r="r" b="b"/>
              <a:pathLst>
                <a:path w="29461" h="29461" extrusionOk="0">
                  <a:moveTo>
                    <a:pt x="29460" y="0"/>
                  </a:moveTo>
                  <a:cubicBezTo>
                    <a:pt x="29148" y="0"/>
                    <a:pt x="28806" y="0"/>
                    <a:pt x="28494" y="28"/>
                  </a:cubicBezTo>
                  <a:lnTo>
                    <a:pt x="28" y="28494"/>
                  </a:lnTo>
                  <a:cubicBezTo>
                    <a:pt x="0" y="28806"/>
                    <a:pt x="0" y="29148"/>
                    <a:pt x="0" y="29460"/>
                  </a:cubicBezTo>
                  <a:lnTo>
                    <a:pt x="2946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65"/>
            <p:cNvSpPr/>
            <p:nvPr/>
          </p:nvSpPr>
          <p:spPr>
            <a:xfrm>
              <a:off x="1690225" y="294750"/>
              <a:ext cx="819725" cy="820425"/>
            </a:xfrm>
            <a:custGeom>
              <a:avLst/>
              <a:gdLst/>
              <a:ahLst/>
              <a:cxnLst/>
              <a:rect l="l" t="t" r="r" b="b"/>
              <a:pathLst>
                <a:path w="32789" h="32817" extrusionOk="0">
                  <a:moveTo>
                    <a:pt x="31907" y="0"/>
                  </a:moveTo>
                  <a:lnTo>
                    <a:pt x="1" y="31935"/>
                  </a:lnTo>
                  <a:cubicBezTo>
                    <a:pt x="1" y="32248"/>
                    <a:pt x="29" y="32532"/>
                    <a:pt x="58" y="32816"/>
                  </a:cubicBezTo>
                  <a:lnTo>
                    <a:pt x="32788" y="86"/>
                  </a:lnTo>
                  <a:cubicBezTo>
                    <a:pt x="32504" y="57"/>
                    <a:pt x="32220" y="29"/>
                    <a:pt x="31907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65"/>
            <p:cNvSpPr/>
            <p:nvPr/>
          </p:nvSpPr>
          <p:spPr>
            <a:xfrm>
              <a:off x="1698775" y="304000"/>
              <a:ext cx="887950" cy="887950"/>
            </a:xfrm>
            <a:custGeom>
              <a:avLst/>
              <a:gdLst/>
              <a:ahLst/>
              <a:cxnLst/>
              <a:rect l="l" t="t" r="r" b="b"/>
              <a:pathLst>
                <a:path w="35518" h="35518" extrusionOk="0">
                  <a:moveTo>
                    <a:pt x="34721" y="0"/>
                  </a:moveTo>
                  <a:lnTo>
                    <a:pt x="0" y="34721"/>
                  </a:lnTo>
                  <a:cubicBezTo>
                    <a:pt x="29" y="34977"/>
                    <a:pt x="85" y="35233"/>
                    <a:pt x="142" y="35518"/>
                  </a:cubicBezTo>
                  <a:lnTo>
                    <a:pt x="35518" y="142"/>
                  </a:lnTo>
                  <a:cubicBezTo>
                    <a:pt x="35233" y="85"/>
                    <a:pt x="34977" y="57"/>
                    <a:pt x="34721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65"/>
            <p:cNvSpPr/>
            <p:nvPr/>
          </p:nvSpPr>
          <p:spPr>
            <a:xfrm>
              <a:off x="1714400" y="319625"/>
              <a:ext cx="942000" cy="942000"/>
            </a:xfrm>
            <a:custGeom>
              <a:avLst/>
              <a:gdLst/>
              <a:ahLst/>
              <a:cxnLst/>
              <a:rect l="l" t="t" r="r" b="b"/>
              <a:pathLst>
                <a:path w="37680" h="37680" extrusionOk="0">
                  <a:moveTo>
                    <a:pt x="36968" y="1"/>
                  </a:moveTo>
                  <a:lnTo>
                    <a:pt x="1" y="36968"/>
                  </a:lnTo>
                  <a:cubicBezTo>
                    <a:pt x="58" y="37196"/>
                    <a:pt x="143" y="37452"/>
                    <a:pt x="200" y="37679"/>
                  </a:cubicBezTo>
                  <a:lnTo>
                    <a:pt x="37679" y="200"/>
                  </a:lnTo>
                  <a:cubicBezTo>
                    <a:pt x="37452" y="143"/>
                    <a:pt x="37196" y="58"/>
                    <a:pt x="3696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65"/>
            <p:cNvSpPr/>
            <p:nvPr/>
          </p:nvSpPr>
          <p:spPr>
            <a:xfrm>
              <a:off x="1735025" y="340250"/>
              <a:ext cx="986775" cy="986775"/>
            </a:xfrm>
            <a:custGeom>
              <a:avLst/>
              <a:gdLst/>
              <a:ahLst/>
              <a:cxnLst/>
              <a:rect l="l" t="t" r="r" b="b"/>
              <a:pathLst>
                <a:path w="39471" h="39471" extrusionOk="0">
                  <a:moveTo>
                    <a:pt x="38788" y="0"/>
                  </a:moveTo>
                  <a:lnTo>
                    <a:pt x="0" y="38788"/>
                  </a:lnTo>
                  <a:cubicBezTo>
                    <a:pt x="86" y="39016"/>
                    <a:pt x="199" y="39243"/>
                    <a:pt x="285" y="39471"/>
                  </a:cubicBezTo>
                  <a:lnTo>
                    <a:pt x="39470" y="285"/>
                  </a:lnTo>
                  <a:cubicBezTo>
                    <a:pt x="39243" y="199"/>
                    <a:pt x="39015" y="86"/>
                    <a:pt x="38788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65"/>
            <p:cNvSpPr/>
            <p:nvPr/>
          </p:nvSpPr>
          <p:spPr>
            <a:xfrm>
              <a:off x="1761325" y="366550"/>
              <a:ext cx="1020200" cy="1020200"/>
            </a:xfrm>
            <a:custGeom>
              <a:avLst/>
              <a:gdLst/>
              <a:ahLst/>
              <a:cxnLst/>
              <a:rect l="l" t="t" r="r" b="b"/>
              <a:pathLst>
                <a:path w="40808" h="40808" extrusionOk="0">
                  <a:moveTo>
                    <a:pt x="40182" y="1"/>
                  </a:moveTo>
                  <a:lnTo>
                    <a:pt x="1" y="40182"/>
                  </a:lnTo>
                  <a:cubicBezTo>
                    <a:pt x="86" y="40409"/>
                    <a:pt x="200" y="40608"/>
                    <a:pt x="313" y="40807"/>
                  </a:cubicBezTo>
                  <a:lnTo>
                    <a:pt x="40807" y="313"/>
                  </a:lnTo>
                  <a:cubicBezTo>
                    <a:pt x="40608" y="200"/>
                    <a:pt x="40409" y="86"/>
                    <a:pt x="40182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65"/>
            <p:cNvSpPr/>
            <p:nvPr/>
          </p:nvSpPr>
          <p:spPr>
            <a:xfrm>
              <a:off x="1791900" y="396400"/>
              <a:ext cx="1045775" cy="1046500"/>
            </a:xfrm>
            <a:custGeom>
              <a:avLst/>
              <a:gdLst/>
              <a:ahLst/>
              <a:cxnLst/>
              <a:rect l="l" t="t" r="r" b="b"/>
              <a:pathLst>
                <a:path w="41831" h="41860" extrusionOk="0">
                  <a:moveTo>
                    <a:pt x="41233" y="1"/>
                  </a:moveTo>
                  <a:lnTo>
                    <a:pt x="0" y="41291"/>
                  </a:lnTo>
                  <a:cubicBezTo>
                    <a:pt x="114" y="41462"/>
                    <a:pt x="228" y="41661"/>
                    <a:pt x="342" y="41860"/>
                  </a:cubicBezTo>
                  <a:lnTo>
                    <a:pt x="41831" y="371"/>
                  </a:lnTo>
                  <a:cubicBezTo>
                    <a:pt x="41632" y="228"/>
                    <a:pt x="41433" y="115"/>
                    <a:pt x="41233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65"/>
            <p:cNvSpPr/>
            <p:nvPr/>
          </p:nvSpPr>
          <p:spPr>
            <a:xfrm>
              <a:off x="1826025" y="431250"/>
              <a:ext cx="1063550" cy="1063550"/>
            </a:xfrm>
            <a:custGeom>
              <a:avLst/>
              <a:gdLst/>
              <a:ahLst/>
              <a:cxnLst/>
              <a:rect l="l" t="t" r="r" b="b"/>
              <a:pathLst>
                <a:path w="42542" h="42542" extrusionOk="0">
                  <a:moveTo>
                    <a:pt x="42001" y="0"/>
                  </a:moveTo>
                  <a:lnTo>
                    <a:pt x="0" y="42001"/>
                  </a:lnTo>
                  <a:cubicBezTo>
                    <a:pt x="114" y="42200"/>
                    <a:pt x="256" y="42371"/>
                    <a:pt x="370" y="42542"/>
                  </a:cubicBezTo>
                  <a:lnTo>
                    <a:pt x="42542" y="370"/>
                  </a:lnTo>
                  <a:cubicBezTo>
                    <a:pt x="42371" y="256"/>
                    <a:pt x="42200" y="114"/>
                    <a:pt x="42001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65"/>
            <p:cNvSpPr/>
            <p:nvPr/>
          </p:nvSpPr>
          <p:spPr>
            <a:xfrm>
              <a:off x="1863700" y="468925"/>
              <a:ext cx="1074225" cy="1074225"/>
            </a:xfrm>
            <a:custGeom>
              <a:avLst/>
              <a:gdLst/>
              <a:ahLst/>
              <a:cxnLst/>
              <a:rect l="l" t="t" r="r" b="b"/>
              <a:pathLst>
                <a:path w="42969" h="42969" extrusionOk="0">
                  <a:moveTo>
                    <a:pt x="42485" y="0"/>
                  </a:moveTo>
                  <a:lnTo>
                    <a:pt x="0" y="42485"/>
                  </a:lnTo>
                  <a:cubicBezTo>
                    <a:pt x="143" y="42655"/>
                    <a:pt x="285" y="42826"/>
                    <a:pt x="427" y="42968"/>
                  </a:cubicBezTo>
                  <a:lnTo>
                    <a:pt x="42968" y="427"/>
                  </a:lnTo>
                  <a:cubicBezTo>
                    <a:pt x="42826" y="285"/>
                    <a:pt x="42655" y="143"/>
                    <a:pt x="42485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65"/>
            <p:cNvSpPr/>
            <p:nvPr/>
          </p:nvSpPr>
          <p:spPr>
            <a:xfrm>
              <a:off x="1904925" y="510150"/>
              <a:ext cx="1077775" cy="1078500"/>
            </a:xfrm>
            <a:custGeom>
              <a:avLst/>
              <a:gdLst/>
              <a:ahLst/>
              <a:cxnLst/>
              <a:rect l="l" t="t" r="r" b="b"/>
              <a:pathLst>
                <a:path w="43111" h="43140" extrusionOk="0">
                  <a:moveTo>
                    <a:pt x="42656" y="1"/>
                  </a:moveTo>
                  <a:lnTo>
                    <a:pt x="1" y="42656"/>
                  </a:lnTo>
                  <a:cubicBezTo>
                    <a:pt x="171" y="42826"/>
                    <a:pt x="314" y="42969"/>
                    <a:pt x="484" y="43139"/>
                  </a:cubicBezTo>
                  <a:lnTo>
                    <a:pt x="43111" y="484"/>
                  </a:lnTo>
                  <a:cubicBezTo>
                    <a:pt x="42969" y="314"/>
                    <a:pt x="42826" y="171"/>
                    <a:pt x="4265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65"/>
            <p:cNvSpPr/>
            <p:nvPr/>
          </p:nvSpPr>
          <p:spPr>
            <a:xfrm>
              <a:off x="1950425" y="555650"/>
              <a:ext cx="1074225" cy="1074225"/>
            </a:xfrm>
            <a:custGeom>
              <a:avLst/>
              <a:gdLst/>
              <a:ahLst/>
              <a:cxnLst/>
              <a:rect l="l" t="t" r="r" b="b"/>
              <a:pathLst>
                <a:path w="42969" h="42969" extrusionOk="0">
                  <a:moveTo>
                    <a:pt x="42542" y="1"/>
                  </a:moveTo>
                  <a:lnTo>
                    <a:pt x="1" y="42542"/>
                  </a:lnTo>
                  <a:cubicBezTo>
                    <a:pt x="171" y="42684"/>
                    <a:pt x="313" y="42826"/>
                    <a:pt x="484" y="42969"/>
                  </a:cubicBezTo>
                  <a:lnTo>
                    <a:pt x="42968" y="484"/>
                  </a:lnTo>
                  <a:cubicBezTo>
                    <a:pt x="42826" y="314"/>
                    <a:pt x="42684" y="171"/>
                    <a:pt x="42542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65"/>
            <p:cNvSpPr/>
            <p:nvPr/>
          </p:nvSpPr>
          <p:spPr>
            <a:xfrm>
              <a:off x="1998775" y="604000"/>
              <a:ext cx="1063550" cy="1063550"/>
            </a:xfrm>
            <a:custGeom>
              <a:avLst/>
              <a:gdLst/>
              <a:ahLst/>
              <a:cxnLst/>
              <a:rect l="l" t="t" r="r" b="b"/>
              <a:pathLst>
                <a:path w="42542" h="42542" extrusionOk="0">
                  <a:moveTo>
                    <a:pt x="42144" y="0"/>
                  </a:moveTo>
                  <a:lnTo>
                    <a:pt x="0" y="42144"/>
                  </a:lnTo>
                  <a:cubicBezTo>
                    <a:pt x="199" y="42286"/>
                    <a:pt x="370" y="42400"/>
                    <a:pt x="541" y="42542"/>
                  </a:cubicBezTo>
                  <a:lnTo>
                    <a:pt x="42542" y="541"/>
                  </a:lnTo>
                  <a:cubicBezTo>
                    <a:pt x="42399" y="370"/>
                    <a:pt x="42286" y="199"/>
                    <a:pt x="4214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65"/>
            <p:cNvSpPr/>
            <p:nvPr/>
          </p:nvSpPr>
          <p:spPr>
            <a:xfrm>
              <a:off x="2051375" y="656600"/>
              <a:ext cx="1044375" cy="1044375"/>
            </a:xfrm>
            <a:custGeom>
              <a:avLst/>
              <a:gdLst/>
              <a:ahLst/>
              <a:cxnLst/>
              <a:rect l="l" t="t" r="r" b="b"/>
              <a:pathLst>
                <a:path w="41775" h="41775" extrusionOk="0">
                  <a:moveTo>
                    <a:pt x="41433" y="1"/>
                  </a:moveTo>
                  <a:lnTo>
                    <a:pt x="1" y="41433"/>
                  </a:lnTo>
                  <a:cubicBezTo>
                    <a:pt x="200" y="41547"/>
                    <a:pt x="399" y="41660"/>
                    <a:pt x="598" y="41774"/>
                  </a:cubicBezTo>
                  <a:lnTo>
                    <a:pt x="41774" y="598"/>
                  </a:lnTo>
                  <a:cubicBezTo>
                    <a:pt x="41660" y="399"/>
                    <a:pt x="41547" y="200"/>
                    <a:pt x="41433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65"/>
            <p:cNvSpPr/>
            <p:nvPr/>
          </p:nvSpPr>
          <p:spPr>
            <a:xfrm>
              <a:off x="2107550" y="712775"/>
              <a:ext cx="1018050" cy="1018050"/>
            </a:xfrm>
            <a:custGeom>
              <a:avLst/>
              <a:gdLst/>
              <a:ahLst/>
              <a:cxnLst/>
              <a:rect l="l" t="t" r="r" b="b"/>
              <a:pathLst>
                <a:path w="40722" h="40722" extrusionOk="0">
                  <a:moveTo>
                    <a:pt x="40437" y="0"/>
                  </a:moveTo>
                  <a:lnTo>
                    <a:pt x="0" y="40437"/>
                  </a:lnTo>
                  <a:cubicBezTo>
                    <a:pt x="199" y="40523"/>
                    <a:pt x="427" y="40636"/>
                    <a:pt x="626" y="40722"/>
                  </a:cubicBezTo>
                  <a:lnTo>
                    <a:pt x="40721" y="626"/>
                  </a:lnTo>
                  <a:cubicBezTo>
                    <a:pt x="40636" y="427"/>
                    <a:pt x="40522" y="199"/>
                    <a:pt x="40437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65"/>
            <p:cNvSpPr/>
            <p:nvPr/>
          </p:nvSpPr>
          <p:spPr>
            <a:xfrm>
              <a:off x="2167975" y="773200"/>
              <a:ext cx="983925" cy="983925"/>
            </a:xfrm>
            <a:custGeom>
              <a:avLst/>
              <a:gdLst/>
              <a:ahLst/>
              <a:cxnLst/>
              <a:rect l="l" t="t" r="r" b="b"/>
              <a:pathLst>
                <a:path w="39357" h="39357" extrusionOk="0">
                  <a:moveTo>
                    <a:pt x="39072" y="0"/>
                  </a:moveTo>
                  <a:lnTo>
                    <a:pt x="0" y="39072"/>
                  </a:lnTo>
                  <a:cubicBezTo>
                    <a:pt x="228" y="39158"/>
                    <a:pt x="455" y="39271"/>
                    <a:pt x="683" y="39357"/>
                  </a:cubicBezTo>
                  <a:lnTo>
                    <a:pt x="39357" y="683"/>
                  </a:lnTo>
                  <a:cubicBezTo>
                    <a:pt x="39271" y="455"/>
                    <a:pt x="39158" y="228"/>
                    <a:pt x="39072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65"/>
            <p:cNvSpPr/>
            <p:nvPr/>
          </p:nvSpPr>
          <p:spPr>
            <a:xfrm>
              <a:off x="2233375" y="838600"/>
              <a:ext cx="939150" cy="939150"/>
            </a:xfrm>
            <a:custGeom>
              <a:avLst/>
              <a:gdLst/>
              <a:ahLst/>
              <a:cxnLst/>
              <a:rect l="l" t="t" r="r" b="b"/>
              <a:pathLst>
                <a:path w="37566" h="37566" extrusionOk="0">
                  <a:moveTo>
                    <a:pt x="37338" y="1"/>
                  </a:moveTo>
                  <a:lnTo>
                    <a:pt x="0" y="37338"/>
                  </a:lnTo>
                  <a:cubicBezTo>
                    <a:pt x="256" y="37423"/>
                    <a:pt x="484" y="37480"/>
                    <a:pt x="740" y="37565"/>
                  </a:cubicBezTo>
                  <a:lnTo>
                    <a:pt x="37565" y="740"/>
                  </a:lnTo>
                  <a:cubicBezTo>
                    <a:pt x="37480" y="484"/>
                    <a:pt x="37423" y="228"/>
                    <a:pt x="3733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65"/>
            <p:cNvSpPr/>
            <p:nvPr/>
          </p:nvSpPr>
          <p:spPr>
            <a:xfrm>
              <a:off x="2303750" y="908975"/>
              <a:ext cx="883700" cy="883700"/>
            </a:xfrm>
            <a:custGeom>
              <a:avLst/>
              <a:gdLst/>
              <a:ahLst/>
              <a:cxnLst/>
              <a:rect l="l" t="t" r="r" b="b"/>
              <a:pathLst>
                <a:path w="35348" h="35348" extrusionOk="0">
                  <a:moveTo>
                    <a:pt x="35205" y="1"/>
                  </a:moveTo>
                  <a:lnTo>
                    <a:pt x="1" y="35205"/>
                  </a:lnTo>
                  <a:cubicBezTo>
                    <a:pt x="257" y="35262"/>
                    <a:pt x="541" y="35291"/>
                    <a:pt x="797" y="35348"/>
                  </a:cubicBezTo>
                  <a:lnTo>
                    <a:pt x="35347" y="797"/>
                  </a:lnTo>
                  <a:cubicBezTo>
                    <a:pt x="35291" y="541"/>
                    <a:pt x="35262" y="285"/>
                    <a:pt x="3520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65"/>
            <p:cNvSpPr/>
            <p:nvPr/>
          </p:nvSpPr>
          <p:spPr>
            <a:xfrm>
              <a:off x="2381250" y="986475"/>
              <a:ext cx="814725" cy="814725"/>
            </a:xfrm>
            <a:custGeom>
              <a:avLst/>
              <a:gdLst/>
              <a:ahLst/>
              <a:cxnLst/>
              <a:rect l="l" t="t" r="r" b="b"/>
              <a:pathLst>
                <a:path w="32589" h="32589" extrusionOk="0">
                  <a:moveTo>
                    <a:pt x="32503" y="0"/>
                  </a:moveTo>
                  <a:lnTo>
                    <a:pt x="0" y="32503"/>
                  </a:lnTo>
                  <a:cubicBezTo>
                    <a:pt x="285" y="32532"/>
                    <a:pt x="569" y="32560"/>
                    <a:pt x="853" y="32589"/>
                  </a:cubicBezTo>
                  <a:lnTo>
                    <a:pt x="32589" y="853"/>
                  </a:lnTo>
                  <a:cubicBezTo>
                    <a:pt x="32560" y="569"/>
                    <a:pt x="32532" y="285"/>
                    <a:pt x="32503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65"/>
            <p:cNvSpPr/>
            <p:nvPr/>
          </p:nvSpPr>
          <p:spPr>
            <a:xfrm>
              <a:off x="2466550" y="1071775"/>
              <a:ext cx="729425" cy="729425"/>
            </a:xfrm>
            <a:custGeom>
              <a:avLst/>
              <a:gdLst/>
              <a:ahLst/>
              <a:cxnLst/>
              <a:rect l="l" t="t" r="r" b="b"/>
              <a:pathLst>
                <a:path w="29177" h="29177" extrusionOk="0">
                  <a:moveTo>
                    <a:pt x="29177" y="1"/>
                  </a:moveTo>
                  <a:lnTo>
                    <a:pt x="1" y="29177"/>
                  </a:lnTo>
                  <a:cubicBezTo>
                    <a:pt x="314" y="29177"/>
                    <a:pt x="655" y="29148"/>
                    <a:pt x="968" y="29148"/>
                  </a:cubicBezTo>
                  <a:lnTo>
                    <a:pt x="29148" y="968"/>
                  </a:lnTo>
                  <a:cubicBezTo>
                    <a:pt x="29148" y="655"/>
                    <a:pt x="29177" y="314"/>
                    <a:pt x="29177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65"/>
            <p:cNvSpPr/>
            <p:nvPr/>
          </p:nvSpPr>
          <p:spPr>
            <a:xfrm>
              <a:off x="2562525" y="1167750"/>
              <a:ext cx="624925" cy="624925"/>
            </a:xfrm>
            <a:custGeom>
              <a:avLst/>
              <a:gdLst/>
              <a:ahLst/>
              <a:cxnLst/>
              <a:rect l="l" t="t" r="r" b="b"/>
              <a:pathLst>
                <a:path w="24997" h="24997" extrusionOk="0">
                  <a:moveTo>
                    <a:pt x="24996" y="1"/>
                  </a:moveTo>
                  <a:lnTo>
                    <a:pt x="1" y="24997"/>
                  </a:lnTo>
                  <a:cubicBezTo>
                    <a:pt x="399" y="24911"/>
                    <a:pt x="768" y="24854"/>
                    <a:pt x="1138" y="24769"/>
                  </a:cubicBezTo>
                  <a:lnTo>
                    <a:pt x="24769" y="1138"/>
                  </a:lnTo>
                  <a:cubicBezTo>
                    <a:pt x="24854" y="768"/>
                    <a:pt x="24911" y="399"/>
                    <a:pt x="2499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65"/>
            <p:cNvSpPr/>
            <p:nvPr/>
          </p:nvSpPr>
          <p:spPr>
            <a:xfrm>
              <a:off x="2678400" y="1283625"/>
              <a:ext cx="480625" cy="480625"/>
            </a:xfrm>
            <a:custGeom>
              <a:avLst/>
              <a:gdLst/>
              <a:ahLst/>
              <a:cxnLst/>
              <a:rect l="l" t="t" r="r" b="b"/>
              <a:pathLst>
                <a:path w="19225" h="19225" extrusionOk="0">
                  <a:moveTo>
                    <a:pt x="19224" y="1"/>
                  </a:moveTo>
                  <a:lnTo>
                    <a:pt x="1" y="19224"/>
                  </a:lnTo>
                  <a:cubicBezTo>
                    <a:pt x="484" y="19053"/>
                    <a:pt x="968" y="18883"/>
                    <a:pt x="1451" y="18712"/>
                  </a:cubicBezTo>
                  <a:lnTo>
                    <a:pt x="18712" y="1451"/>
                  </a:lnTo>
                  <a:cubicBezTo>
                    <a:pt x="18883" y="968"/>
                    <a:pt x="19053" y="484"/>
                    <a:pt x="19224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65"/>
            <p:cNvSpPr/>
            <p:nvPr/>
          </p:nvSpPr>
          <p:spPr>
            <a:xfrm>
              <a:off x="2842625" y="1447850"/>
              <a:ext cx="238900" cy="238900"/>
            </a:xfrm>
            <a:custGeom>
              <a:avLst/>
              <a:gdLst/>
              <a:ahLst/>
              <a:cxnLst/>
              <a:rect l="l" t="t" r="r" b="b"/>
              <a:pathLst>
                <a:path w="9556" h="9556" extrusionOk="0">
                  <a:moveTo>
                    <a:pt x="9555" y="1"/>
                  </a:moveTo>
                  <a:lnTo>
                    <a:pt x="1" y="9555"/>
                  </a:lnTo>
                  <a:cubicBezTo>
                    <a:pt x="1223" y="8816"/>
                    <a:pt x="2389" y="7963"/>
                    <a:pt x="3470" y="7025"/>
                  </a:cubicBezTo>
                  <a:lnTo>
                    <a:pt x="7025" y="3470"/>
                  </a:lnTo>
                  <a:cubicBezTo>
                    <a:pt x="7963" y="2389"/>
                    <a:pt x="8788" y="1224"/>
                    <a:pt x="95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0" name="Google Shape;1780;p65"/>
          <p:cNvSpPr/>
          <p:nvPr/>
        </p:nvSpPr>
        <p:spPr>
          <a:xfrm>
            <a:off x="5858225" y="2206375"/>
            <a:ext cx="2880650" cy="2863600"/>
          </a:xfrm>
          <a:custGeom>
            <a:avLst/>
            <a:gdLst/>
            <a:ahLst/>
            <a:cxnLst/>
            <a:rect l="l" t="t" r="r" b="b"/>
            <a:pathLst>
              <a:path w="115226" h="114544" extrusionOk="0">
                <a:moveTo>
                  <a:pt x="7593" y="114543"/>
                </a:moveTo>
                <a:cubicBezTo>
                  <a:pt x="5802" y="114543"/>
                  <a:pt x="4039" y="113861"/>
                  <a:pt x="2702" y="112524"/>
                </a:cubicBezTo>
                <a:cubicBezTo>
                  <a:pt x="1" y="109823"/>
                  <a:pt x="1" y="105444"/>
                  <a:pt x="2702" y="102742"/>
                </a:cubicBezTo>
                <a:lnTo>
                  <a:pt x="102742" y="2702"/>
                </a:lnTo>
                <a:cubicBezTo>
                  <a:pt x="105444" y="0"/>
                  <a:pt x="109823" y="0"/>
                  <a:pt x="112525" y="2702"/>
                </a:cubicBezTo>
                <a:cubicBezTo>
                  <a:pt x="115226" y="5375"/>
                  <a:pt x="115226" y="9754"/>
                  <a:pt x="112525" y="12456"/>
                </a:cubicBezTo>
                <a:lnTo>
                  <a:pt x="12456" y="112524"/>
                </a:lnTo>
                <a:cubicBezTo>
                  <a:pt x="11119" y="113861"/>
                  <a:pt x="9356" y="114543"/>
                  <a:pt x="7593" y="114543"/>
                </a:cubicBezTo>
                <a:close/>
                <a:moveTo>
                  <a:pt x="107633" y="1735"/>
                </a:moveTo>
                <a:cubicBezTo>
                  <a:pt x="106155" y="1735"/>
                  <a:pt x="104648" y="2304"/>
                  <a:pt x="103510" y="3441"/>
                </a:cubicBezTo>
                <a:lnTo>
                  <a:pt x="3441" y="103510"/>
                </a:lnTo>
                <a:cubicBezTo>
                  <a:pt x="1167" y="105785"/>
                  <a:pt x="1167" y="109482"/>
                  <a:pt x="3441" y="111757"/>
                </a:cubicBezTo>
                <a:cubicBezTo>
                  <a:pt x="5716" y="114060"/>
                  <a:pt x="9442" y="114060"/>
                  <a:pt x="11717" y="111757"/>
                </a:cubicBezTo>
                <a:lnTo>
                  <a:pt x="111757" y="11716"/>
                </a:lnTo>
                <a:cubicBezTo>
                  <a:pt x="114060" y="9441"/>
                  <a:pt x="114060" y="5716"/>
                  <a:pt x="111757" y="3441"/>
                </a:cubicBezTo>
                <a:cubicBezTo>
                  <a:pt x="110619" y="2304"/>
                  <a:pt x="109141" y="1735"/>
                  <a:pt x="107633" y="1735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lt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1" name="Google Shape;1781;p65"/>
          <p:cNvSpPr/>
          <p:nvPr/>
        </p:nvSpPr>
        <p:spPr>
          <a:xfrm>
            <a:off x="3009750" y="2029800"/>
            <a:ext cx="1503625" cy="1503625"/>
          </a:xfrm>
          <a:custGeom>
            <a:avLst/>
            <a:gdLst/>
            <a:ahLst/>
            <a:cxnLst/>
            <a:rect l="l" t="t" r="r" b="b"/>
            <a:pathLst>
              <a:path w="60145" h="60145" extrusionOk="0">
                <a:moveTo>
                  <a:pt x="1138" y="59035"/>
                </a:moveTo>
                <a:lnTo>
                  <a:pt x="1138" y="59035"/>
                </a:lnTo>
                <a:cubicBezTo>
                  <a:pt x="1" y="57898"/>
                  <a:pt x="1" y="56049"/>
                  <a:pt x="1138" y="54940"/>
                </a:cubicBezTo>
                <a:lnTo>
                  <a:pt x="54912" y="1138"/>
                </a:lnTo>
                <a:cubicBezTo>
                  <a:pt x="56050" y="1"/>
                  <a:pt x="57869" y="1"/>
                  <a:pt x="59007" y="1138"/>
                </a:cubicBezTo>
                <a:lnTo>
                  <a:pt x="59007" y="1138"/>
                </a:lnTo>
                <a:cubicBezTo>
                  <a:pt x="60144" y="2276"/>
                  <a:pt x="60144" y="4096"/>
                  <a:pt x="59007" y="5233"/>
                </a:cubicBezTo>
                <a:lnTo>
                  <a:pt x="5233" y="59035"/>
                </a:lnTo>
                <a:cubicBezTo>
                  <a:pt x="4096" y="60144"/>
                  <a:pt x="2276" y="60144"/>
                  <a:pt x="1138" y="59035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lt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2" name="Google Shape;1782;p65"/>
          <p:cNvSpPr/>
          <p:nvPr/>
        </p:nvSpPr>
        <p:spPr>
          <a:xfrm>
            <a:off x="4336850" y="2029800"/>
            <a:ext cx="2851500" cy="2850800"/>
          </a:xfrm>
          <a:custGeom>
            <a:avLst/>
            <a:gdLst/>
            <a:ahLst/>
            <a:cxnLst/>
            <a:rect l="l" t="t" r="r" b="b"/>
            <a:pathLst>
              <a:path w="114060" h="114032" extrusionOk="0">
                <a:moveTo>
                  <a:pt x="2475" y="111558"/>
                </a:moveTo>
                <a:lnTo>
                  <a:pt x="2475" y="111558"/>
                </a:lnTo>
                <a:cubicBezTo>
                  <a:pt x="1" y="109055"/>
                  <a:pt x="1" y="105017"/>
                  <a:pt x="2475" y="102543"/>
                </a:cubicBezTo>
                <a:lnTo>
                  <a:pt x="102543" y="2474"/>
                </a:lnTo>
                <a:cubicBezTo>
                  <a:pt x="105046" y="0"/>
                  <a:pt x="109084" y="0"/>
                  <a:pt x="111558" y="2474"/>
                </a:cubicBezTo>
                <a:lnTo>
                  <a:pt x="111558" y="2474"/>
                </a:lnTo>
                <a:cubicBezTo>
                  <a:pt x="114060" y="4977"/>
                  <a:pt x="114060" y="9015"/>
                  <a:pt x="111558" y="11489"/>
                </a:cubicBezTo>
                <a:lnTo>
                  <a:pt x="11489" y="111558"/>
                </a:lnTo>
                <a:cubicBezTo>
                  <a:pt x="9015" y="114032"/>
                  <a:pt x="4977" y="114032"/>
                  <a:pt x="2475" y="111558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3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83" name="Google Shape;1783;p65"/>
          <p:cNvGrpSpPr/>
          <p:nvPr/>
        </p:nvGrpSpPr>
        <p:grpSpPr>
          <a:xfrm>
            <a:off x="4281050" y="2229925"/>
            <a:ext cx="1008800" cy="1006675"/>
            <a:chOff x="3235775" y="1646925"/>
            <a:chExt cx="1008800" cy="1006675"/>
          </a:xfrm>
        </p:grpSpPr>
        <p:sp>
          <p:nvSpPr>
            <p:cNvPr id="1784" name="Google Shape;1784;p65"/>
            <p:cNvSpPr/>
            <p:nvPr/>
          </p:nvSpPr>
          <p:spPr>
            <a:xfrm>
              <a:off x="3235775" y="1730100"/>
              <a:ext cx="927050" cy="923500"/>
            </a:xfrm>
            <a:custGeom>
              <a:avLst/>
              <a:gdLst/>
              <a:ahLst/>
              <a:cxnLst/>
              <a:rect l="l" t="t" r="r" b="b"/>
              <a:pathLst>
                <a:path w="37082" h="36940" extrusionOk="0">
                  <a:moveTo>
                    <a:pt x="540" y="36541"/>
                  </a:moveTo>
                  <a:cubicBezTo>
                    <a:pt x="0" y="35973"/>
                    <a:pt x="0" y="35063"/>
                    <a:pt x="540" y="34522"/>
                  </a:cubicBezTo>
                  <a:lnTo>
                    <a:pt x="540" y="34522"/>
                  </a:lnTo>
                  <a:cubicBezTo>
                    <a:pt x="1109" y="33954"/>
                    <a:pt x="2019" y="33954"/>
                    <a:pt x="2559" y="34522"/>
                  </a:cubicBezTo>
                  <a:lnTo>
                    <a:pt x="2559" y="34522"/>
                  </a:lnTo>
                  <a:cubicBezTo>
                    <a:pt x="3128" y="35063"/>
                    <a:pt x="3128" y="35973"/>
                    <a:pt x="2559" y="36541"/>
                  </a:cubicBezTo>
                  <a:lnTo>
                    <a:pt x="2559" y="36541"/>
                  </a:lnTo>
                  <a:cubicBezTo>
                    <a:pt x="2275" y="36797"/>
                    <a:pt x="1934" y="36939"/>
                    <a:pt x="1564" y="36939"/>
                  </a:cubicBezTo>
                  <a:lnTo>
                    <a:pt x="1564" y="36939"/>
                  </a:lnTo>
                  <a:cubicBezTo>
                    <a:pt x="1195" y="36939"/>
                    <a:pt x="825" y="36797"/>
                    <a:pt x="540" y="36541"/>
                  </a:cubicBezTo>
                  <a:close/>
                  <a:moveTo>
                    <a:pt x="3953" y="33129"/>
                  </a:moveTo>
                  <a:cubicBezTo>
                    <a:pt x="3384" y="32589"/>
                    <a:pt x="3384" y="31679"/>
                    <a:pt x="3953" y="31110"/>
                  </a:cubicBezTo>
                  <a:lnTo>
                    <a:pt x="3953" y="31110"/>
                  </a:lnTo>
                  <a:cubicBezTo>
                    <a:pt x="4493" y="30570"/>
                    <a:pt x="5403" y="30570"/>
                    <a:pt x="5972" y="31110"/>
                  </a:cubicBezTo>
                  <a:lnTo>
                    <a:pt x="5972" y="31110"/>
                  </a:lnTo>
                  <a:cubicBezTo>
                    <a:pt x="6512" y="31679"/>
                    <a:pt x="6512" y="32589"/>
                    <a:pt x="5972" y="33129"/>
                  </a:cubicBezTo>
                  <a:lnTo>
                    <a:pt x="5972" y="33129"/>
                  </a:lnTo>
                  <a:cubicBezTo>
                    <a:pt x="5688" y="33413"/>
                    <a:pt x="5318" y="33555"/>
                    <a:pt x="4948" y="33555"/>
                  </a:cubicBezTo>
                  <a:lnTo>
                    <a:pt x="4948" y="33555"/>
                  </a:lnTo>
                  <a:cubicBezTo>
                    <a:pt x="4578" y="33555"/>
                    <a:pt x="4237" y="33413"/>
                    <a:pt x="3953" y="33129"/>
                  </a:cubicBezTo>
                  <a:close/>
                  <a:moveTo>
                    <a:pt x="7337" y="29745"/>
                  </a:moveTo>
                  <a:cubicBezTo>
                    <a:pt x="6797" y="29176"/>
                    <a:pt x="6797" y="28295"/>
                    <a:pt x="7337" y="27726"/>
                  </a:cubicBezTo>
                  <a:lnTo>
                    <a:pt x="7337" y="27726"/>
                  </a:lnTo>
                  <a:cubicBezTo>
                    <a:pt x="7906" y="27186"/>
                    <a:pt x="8816" y="27186"/>
                    <a:pt x="9356" y="27726"/>
                  </a:cubicBezTo>
                  <a:lnTo>
                    <a:pt x="9356" y="27726"/>
                  </a:lnTo>
                  <a:cubicBezTo>
                    <a:pt x="9925" y="28295"/>
                    <a:pt x="9925" y="29176"/>
                    <a:pt x="9356" y="29745"/>
                  </a:cubicBezTo>
                  <a:lnTo>
                    <a:pt x="9356" y="29745"/>
                  </a:lnTo>
                  <a:cubicBezTo>
                    <a:pt x="9071" y="30029"/>
                    <a:pt x="8702" y="30143"/>
                    <a:pt x="8361" y="30143"/>
                  </a:cubicBezTo>
                  <a:lnTo>
                    <a:pt x="8361" y="30143"/>
                  </a:lnTo>
                  <a:cubicBezTo>
                    <a:pt x="7991" y="30143"/>
                    <a:pt x="7621" y="30029"/>
                    <a:pt x="7337" y="29745"/>
                  </a:cubicBezTo>
                  <a:close/>
                  <a:moveTo>
                    <a:pt x="10749" y="26333"/>
                  </a:moveTo>
                  <a:cubicBezTo>
                    <a:pt x="10181" y="25792"/>
                    <a:pt x="10181" y="24882"/>
                    <a:pt x="10749" y="24342"/>
                  </a:cubicBezTo>
                  <a:lnTo>
                    <a:pt x="10749" y="24342"/>
                  </a:lnTo>
                  <a:cubicBezTo>
                    <a:pt x="11290" y="23773"/>
                    <a:pt x="12200" y="23773"/>
                    <a:pt x="12740" y="24342"/>
                  </a:cubicBezTo>
                  <a:lnTo>
                    <a:pt x="12740" y="24342"/>
                  </a:lnTo>
                  <a:cubicBezTo>
                    <a:pt x="13309" y="24882"/>
                    <a:pt x="13309" y="25792"/>
                    <a:pt x="12740" y="26333"/>
                  </a:cubicBezTo>
                  <a:lnTo>
                    <a:pt x="12740" y="26333"/>
                  </a:lnTo>
                  <a:cubicBezTo>
                    <a:pt x="12484" y="26617"/>
                    <a:pt x="12114" y="26759"/>
                    <a:pt x="11745" y="26759"/>
                  </a:cubicBezTo>
                  <a:lnTo>
                    <a:pt x="11745" y="26759"/>
                  </a:lnTo>
                  <a:cubicBezTo>
                    <a:pt x="11375" y="26759"/>
                    <a:pt x="11034" y="26617"/>
                    <a:pt x="10749" y="26333"/>
                  </a:cubicBezTo>
                  <a:close/>
                  <a:moveTo>
                    <a:pt x="14133" y="22949"/>
                  </a:moveTo>
                  <a:cubicBezTo>
                    <a:pt x="13593" y="22380"/>
                    <a:pt x="13593" y="21498"/>
                    <a:pt x="14133" y="20930"/>
                  </a:cubicBezTo>
                  <a:lnTo>
                    <a:pt x="14133" y="20930"/>
                  </a:lnTo>
                  <a:cubicBezTo>
                    <a:pt x="14702" y="20389"/>
                    <a:pt x="15583" y="20389"/>
                    <a:pt x="16152" y="20930"/>
                  </a:cubicBezTo>
                  <a:lnTo>
                    <a:pt x="16152" y="20930"/>
                  </a:lnTo>
                  <a:cubicBezTo>
                    <a:pt x="16693" y="21498"/>
                    <a:pt x="16693" y="22380"/>
                    <a:pt x="16152" y="22949"/>
                  </a:cubicBezTo>
                  <a:lnTo>
                    <a:pt x="16152" y="22949"/>
                  </a:lnTo>
                  <a:cubicBezTo>
                    <a:pt x="15868" y="23233"/>
                    <a:pt x="15498" y="23347"/>
                    <a:pt x="15157" y="23347"/>
                  </a:cubicBezTo>
                  <a:lnTo>
                    <a:pt x="15157" y="23347"/>
                  </a:lnTo>
                  <a:cubicBezTo>
                    <a:pt x="14787" y="23347"/>
                    <a:pt x="14418" y="23233"/>
                    <a:pt x="14133" y="22949"/>
                  </a:cubicBezTo>
                  <a:close/>
                  <a:moveTo>
                    <a:pt x="17546" y="19536"/>
                  </a:moveTo>
                  <a:cubicBezTo>
                    <a:pt x="16977" y="18996"/>
                    <a:pt x="16977" y="18086"/>
                    <a:pt x="17546" y="17546"/>
                  </a:cubicBezTo>
                  <a:lnTo>
                    <a:pt x="17546" y="17546"/>
                  </a:lnTo>
                  <a:cubicBezTo>
                    <a:pt x="18086" y="16977"/>
                    <a:pt x="18996" y="16977"/>
                    <a:pt x="19536" y="17546"/>
                  </a:cubicBezTo>
                  <a:lnTo>
                    <a:pt x="19536" y="17546"/>
                  </a:lnTo>
                  <a:cubicBezTo>
                    <a:pt x="20105" y="18086"/>
                    <a:pt x="20105" y="18996"/>
                    <a:pt x="19536" y="19536"/>
                  </a:cubicBezTo>
                  <a:lnTo>
                    <a:pt x="19536" y="19536"/>
                  </a:lnTo>
                  <a:cubicBezTo>
                    <a:pt x="19280" y="19821"/>
                    <a:pt x="18911" y="19963"/>
                    <a:pt x="18541" y="19963"/>
                  </a:cubicBezTo>
                  <a:lnTo>
                    <a:pt x="18541" y="19963"/>
                  </a:lnTo>
                  <a:cubicBezTo>
                    <a:pt x="18171" y="19963"/>
                    <a:pt x="17802" y="19821"/>
                    <a:pt x="17546" y="19536"/>
                  </a:cubicBezTo>
                  <a:close/>
                  <a:moveTo>
                    <a:pt x="20930" y="16152"/>
                  </a:moveTo>
                  <a:cubicBezTo>
                    <a:pt x="20389" y="15583"/>
                    <a:pt x="20389" y="14702"/>
                    <a:pt x="20930" y="14133"/>
                  </a:cubicBezTo>
                  <a:lnTo>
                    <a:pt x="20930" y="14133"/>
                  </a:lnTo>
                  <a:cubicBezTo>
                    <a:pt x="21498" y="13593"/>
                    <a:pt x="22380" y="13593"/>
                    <a:pt x="22949" y="14133"/>
                  </a:cubicBezTo>
                  <a:lnTo>
                    <a:pt x="22949" y="14133"/>
                  </a:lnTo>
                  <a:cubicBezTo>
                    <a:pt x="23489" y="14702"/>
                    <a:pt x="23489" y="15583"/>
                    <a:pt x="22949" y="16152"/>
                  </a:cubicBezTo>
                  <a:lnTo>
                    <a:pt x="22949" y="16152"/>
                  </a:lnTo>
                  <a:cubicBezTo>
                    <a:pt x="22664" y="16437"/>
                    <a:pt x="22295" y="16579"/>
                    <a:pt x="21925" y="16579"/>
                  </a:cubicBezTo>
                  <a:lnTo>
                    <a:pt x="21925" y="16579"/>
                  </a:lnTo>
                  <a:cubicBezTo>
                    <a:pt x="21584" y="16579"/>
                    <a:pt x="21214" y="16437"/>
                    <a:pt x="20930" y="16152"/>
                  </a:cubicBezTo>
                  <a:close/>
                  <a:moveTo>
                    <a:pt x="24342" y="12740"/>
                  </a:moveTo>
                  <a:cubicBezTo>
                    <a:pt x="23773" y="12199"/>
                    <a:pt x="23773" y="11289"/>
                    <a:pt x="24342" y="10749"/>
                  </a:cubicBezTo>
                  <a:lnTo>
                    <a:pt x="24342" y="10749"/>
                  </a:lnTo>
                  <a:cubicBezTo>
                    <a:pt x="24882" y="10180"/>
                    <a:pt x="25792" y="10180"/>
                    <a:pt x="26333" y="10749"/>
                  </a:cubicBezTo>
                  <a:lnTo>
                    <a:pt x="26333" y="10749"/>
                  </a:lnTo>
                  <a:cubicBezTo>
                    <a:pt x="26901" y="11289"/>
                    <a:pt x="26901" y="12199"/>
                    <a:pt x="26333" y="12740"/>
                  </a:cubicBezTo>
                  <a:lnTo>
                    <a:pt x="26333" y="12740"/>
                  </a:lnTo>
                  <a:cubicBezTo>
                    <a:pt x="26048" y="13024"/>
                    <a:pt x="25707" y="13166"/>
                    <a:pt x="25337" y="13166"/>
                  </a:cubicBezTo>
                  <a:lnTo>
                    <a:pt x="25337" y="13166"/>
                  </a:lnTo>
                  <a:cubicBezTo>
                    <a:pt x="24968" y="13166"/>
                    <a:pt x="24598" y="13024"/>
                    <a:pt x="24342" y="12740"/>
                  </a:cubicBezTo>
                  <a:close/>
                  <a:moveTo>
                    <a:pt x="27726" y="9356"/>
                  </a:moveTo>
                  <a:cubicBezTo>
                    <a:pt x="27157" y="8787"/>
                    <a:pt x="27157" y="7906"/>
                    <a:pt x="27726" y="7337"/>
                  </a:cubicBezTo>
                  <a:lnTo>
                    <a:pt x="27726" y="7337"/>
                  </a:lnTo>
                  <a:cubicBezTo>
                    <a:pt x="28295" y="6796"/>
                    <a:pt x="29176" y="6796"/>
                    <a:pt x="29745" y="7337"/>
                  </a:cubicBezTo>
                  <a:lnTo>
                    <a:pt x="29745" y="7337"/>
                  </a:lnTo>
                  <a:cubicBezTo>
                    <a:pt x="30285" y="7906"/>
                    <a:pt x="30285" y="8787"/>
                    <a:pt x="29745" y="9356"/>
                  </a:cubicBezTo>
                  <a:lnTo>
                    <a:pt x="29745" y="9356"/>
                  </a:lnTo>
                  <a:cubicBezTo>
                    <a:pt x="29461" y="9640"/>
                    <a:pt x="29091" y="9782"/>
                    <a:pt x="28721" y="9782"/>
                  </a:cubicBezTo>
                  <a:lnTo>
                    <a:pt x="28721" y="9782"/>
                  </a:lnTo>
                  <a:cubicBezTo>
                    <a:pt x="28380" y="9782"/>
                    <a:pt x="28010" y="9640"/>
                    <a:pt x="27726" y="9356"/>
                  </a:cubicBezTo>
                  <a:close/>
                  <a:moveTo>
                    <a:pt x="31110" y="5972"/>
                  </a:moveTo>
                  <a:cubicBezTo>
                    <a:pt x="30570" y="5403"/>
                    <a:pt x="30570" y="4493"/>
                    <a:pt x="31110" y="3953"/>
                  </a:cubicBezTo>
                  <a:lnTo>
                    <a:pt x="31110" y="3953"/>
                  </a:lnTo>
                  <a:cubicBezTo>
                    <a:pt x="31679" y="3384"/>
                    <a:pt x="32589" y="3384"/>
                    <a:pt x="33129" y="3953"/>
                  </a:cubicBezTo>
                  <a:lnTo>
                    <a:pt x="33129" y="3953"/>
                  </a:lnTo>
                  <a:cubicBezTo>
                    <a:pt x="33698" y="4493"/>
                    <a:pt x="33698" y="5403"/>
                    <a:pt x="33129" y="5972"/>
                  </a:cubicBezTo>
                  <a:lnTo>
                    <a:pt x="33129" y="5972"/>
                  </a:lnTo>
                  <a:cubicBezTo>
                    <a:pt x="32845" y="6228"/>
                    <a:pt x="32503" y="6370"/>
                    <a:pt x="32134" y="6370"/>
                  </a:cubicBezTo>
                  <a:lnTo>
                    <a:pt x="32134" y="6370"/>
                  </a:lnTo>
                  <a:cubicBezTo>
                    <a:pt x="31764" y="6370"/>
                    <a:pt x="31394" y="6228"/>
                    <a:pt x="31110" y="5972"/>
                  </a:cubicBezTo>
                  <a:close/>
                  <a:moveTo>
                    <a:pt x="34522" y="2559"/>
                  </a:moveTo>
                  <a:cubicBezTo>
                    <a:pt x="33954" y="2019"/>
                    <a:pt x="33954" y="1109"/>
                    <a:pt x="34522" y="540"/>
                  </a:cubicBezTo>
                  <a:lnTo>
                    <a:pt x="34522" y="540"/>
                  </a:lnTo>
                  <a:cubicBezTo>
                    <a:pt x="35063" y="0"/>
                    <a:pt x="35973" y="0"/>
                    <a:pt x="36541" y="540"/>
                  </a:cubicBezTo>
                  <a:lnTo>
                    <a:pt x="36541" y="540"/>
                  </a:lnTo>
                  <a:cubicBezTo>
                    <a:pt x="37082" y="1109"/>
                    <a:pt x="37082" y="2019"/>
                    <a:pt x="36541" y="2559"/>
                  </a:cubicBezTo>
                  <a:lnTo>
                    <a:pt x="36541" y="2559"/>
                  </a:lnTo>
                  <a:cubicBezTo>
                    <a:pt x="36257" y="2844"/>
                    <a:pt x="35887" y="2986"/>
                    <a:pt x="35518" y="2986"/>
                  </a:cubicBezTo>
                  <a:lnTo>
                    <a:pt x="35518" y="2986"/>
                  </a:lnTo>
                  <a:cubicBezTo>
                    <a:pt x="35148" y="2986"/>
                    <a:pt x="34807" y="2844"/>
                    <a:pt x="34522" y="25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65"/>
            <p:cNvSpPr/>
            <p:nvPr/>
          </p:nvSpPr>
          <p:spPr>
            <a:xfrm>
              <a:off x="4173475" y="1646925"/>
              <a:ext cx="71100" cy="72525"/>
            </a:xfrm>
            <a:custGeom>
              <a:avLst/>
              <a:gdLst/>
              <a:ahLst/>
              <a:cxnLst/>
              <a:rect l="l" t="t" r="r" b="b"/>
              <a:pathLst>
                <a:path w="2844" h="2901" extrusionOk="0">
                  <a:moveTo>
                    <a:pt x="1422" y="2901"/>
                  </a:moveTo>
                  <a:cubicBezTo>
                    <a:pt x="1052" y="2901"/>
                    <a:pt x="683" y="2758"/>
                    <a:pt x="398" y="2502"/>
                  </a:cubicBezTo>
                  <a:cubicBezTo>
                    <a:pt x="142" y="2218"/>
                    <a:pt x="0" y="1877"/>
                    <a:pt x="0" y="1479"/>
                  </a:cubicBezTo>
                  <a:cubicBezTo>
                    <a:pt x="0" y="1393"/>
                    <a:pt x="0" y="1308"/>
                    <a:pt x="29" y="1223"/>
                  </a:cubicBezTo>
                  <a:cubicBezTo>
                    <a:pt x="29" y="1109"/>
                    <a:pt x="57" y="1024"/>
                    <a:pt x="114" y="938"/>
                  </a:cubicBezTo>
                  <a:cubicBezTo>
                    <a:pt x="142" y="853"/>
                    <a:pt x="171" y="768"/>
                    <a:pt x="228" y="711"/>
                  </a:cubicBezTo>
                  <a:cubicBezTo>
                    <a:pt x="285" y="626"/>
                    <a:pt x="341" y="540"/>
                    <a:pt x="398" y="483"/>
                  </a:cubicBezTo>
                  <a:cubicBezTo>
                    <a:pt x="739" y="142"/>
                    <a:pt x="1223" y="0"/>
                    <a:pt x="1678" y="85"/>
                  </a:cubicBezTo>
                  <a:cubicBezTo>
                    <a:pt x="1792" y="114"/>
                    <a:pt x="1877" y="142"/>
                    <a:pt x="1962" y="171"/>
                  </a:cubicBezTo>
                  <a:cubicBezTo>
                    <a:pt x="2048" y="199"/>
                    <a:pt x="2133" y="256"/>
                    <a:pt x="2190" y="313"/>
                  </a:cubicBezTo>
                  <a:cubicBezTo>
                    <a:pt x="2275" y="370"/>
                    <a:pt x="2360" y="427"/>
                    <a:pt x="2417" y="483"/>
                  </a:cubicBezTo>
                  <a:cubicBezTo>
                    <a:pt x="2474" y="540"/>
                    <a:pt x="2531" y="626"/>
                    <a:pt x="2588" y="711"/>
                  </a:cubicBezTo>
                  <a:cubicBezTo>
                    <a:pt x="2645" y="768"/>
                    <a:pt x="2702" y="853"/>
                    <a:pt x="2730" y="938"/>
                  </a:cubicBezTo>
                  <a:cubicBezTo>
                    <a:pt x="2758" y="1024"/>
                    <a:pt x="2787" y="1109"/>
                    <a:pt x="2815" y="1223"/>
                  </a:cubicBezTo>
                  <a:cubicBezTo>
                    <a:pt x="2815" y="1308"/>
                    <a:pt x="2844" y="1393"/>
                    <a:pt x="2844" y="1479"/>
                  </a:cubicBezTo>
                  <a:cubicBezTo>
                    <a:pt x="2844" y="1877"/>
                    <a:pt x="2673" y="2218"/>
                    <a:pt x="2417" y="2502"/>
                  </a:cubicBezTo>
                  <a:cubicBezTo>
                    <a:pt x="2360" y="2559"/>
                    <a:pt x="2275" y="2616"/>
                    <a:pt x="2190" y="2673"/>
                  </a:cubicBezTo>
                  <a:cubicBezTo>
                    <a:pt x="2133" y="2730"/>
                    <a:pt x="2048" y="2758"/>
                    <a:pt x="1962" y="2815"/>
                  </a:cubicBezTo>
                  <a:cubicBezTo>
                    <a:pt x="1877" y="2844"/>
                    <a:pt x="1792" y="2872"/>
                    <a:pt x="1678" y="2872"/>
                  </a:cubicBezTo>
                  <a:cubicBezTo>
                    <a:pt x="1593" y="2901"/>
                    <a:pt x="1507" y="2901"/>
                    <a:pt x="1422" y="290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6" name="Google Shape;1786;p65"/>
          <p:cNvGrpSpPr/>
          <p:nvPr/>
        </p:nvGrpSpPr>
        <p:grpSpPr>
          <a:xfrm>
            <a:off x="4037300" y="3024000"/>
            <a:ext cx="1008800" cy="1006675"/>
            <a:chOff x="3235775" y="1646925"/>
            <a:chExt cx="1008800" cy="1006675"/>
          </a:xfrm>
        </p:grpSpPr>
        <p:sp>
          <p:nvSpPr>
            <p:cNvPr id="1787" name="Google Shape;1787;p65"/>
            <p:cNvSpPr/>
            <p:nvPr/>
          </p:nvSpPr>
          <p:spPr>
            <a:xfrm>
              <a:off x="3235775" y="1730100"/>
              <a:ext cx="927050" cy="923500"/>
            </a:xfrm>
            <a:custGeom>
              <a:avLst/>
              <a:gdLst/>
              <a:ahLst/>
              <a:cxnLst/>
              <a:rect l="l" t="t" r="r" b="b"/>
              <a:pathLst>
                <a:path w="37082" h="36940" extrusionOk="0">
                  <a:moveTo>
                    <a:pt x="540" y="36541"/>
                  </a:moveTo>
                  <a:cubicBezTo>
                    <a:pt x="0" y="35973"/>
                    <a:pt x="0" y="35063"/>
                    <a:pt x="540" y="34522"/>
                  </a:cubicBezTo>
                  <a:lnTo>
                    <a:pt x="540" y="34522"/>
                  </a:lnTo>
                  <a:cubicBezTo>
                    <a:pt x="1109" y="33954"/>
                    <a:pt x="2019" y="33954"/>
                    <a:pt x="2559" y="34522"/>
                  </a:cubicBezTo>
                  <a:lnTo>
                    <a:pt x="2559" y="34522"/>
                  </a:lnTo>
                  <a:cubicBezTo>
                    <a:pt x="3128" y="35063"/>
                    <a:pt x="3128" y="35973"/>
                    <a:pt x="2559" y="36541"/>
                  </a:cubicBezTo>
                  <a:lnTo>
                    <a:pt x="2559" y="36541"/>
                  </a:lnTo>
                  <a:cubicBezTo>
                    <a:pt x="2275" y="36797"/>
                    <a:pt x="1934" y="36939"/>
                    <a:pt x="1564" y="36939"/>
                  </a:cubicBezTo>
                  <a:lnTo>
                    <a:pt x="1564" y="36939"/>
                  </a:lnTo>
                  <a:cubicBezTo>
                    <a:pt x="1195" y="36939"/>
                    <a:pt x="825" y="36797"/>
                    <a:pt x="540" y="36541"/>
                  </a:cubicBezTo>
                  <a:close/>
                  <a:moveTo>
                    <a:pt x="3953" y="33129"/>
                  </a:moveTo>
                  <a:cubicBezTo>
                    <a:pt x="3384" y="32589"/>
                    <a:pt x="3384" y="31679"/>
                    <a:pt x="3953" y="31110"/>
                  </a:cubicBezTo>
                  <a:lnTo>
                    <a:pt x="3953" y="31110"/>
                  </a:lnTo>
                  <a:cubicBezTo>
                    <a:pt x="4493" y="30570"/>
                    <a:pt x="5403" y="30570"/>
                    <a:pt x="5972" y="31110"/>
                  </a:cubicBezTo>
                  <a:lnTo>
                    <a:pt x="5972" y="31110"/>
                  </a:lnTo>
                  <a:cubicBezTo>
                    <a:pt x="6512" y="31679"/>
                    <a:pt x="6512" y="32589"/>
                    <a:pt x="5972" y="33129"/>
                  </a:cubicBezTo>
                  <a:lnTo>
                    <a:pt x="5972" y="33129"/>
                  </a:lnTo>
                  <a:cubicBezTo>
                    <a:pt x="5688" y="33413"/>
                    <a:pt x="5318" y="33555"/>
                    <a:pt x="4948" y="33555"/>
                  </a:cubicBezTo>
                  <a:lnTo>
                    <a:pt x="4948" y="33555"/>
                  </a:lnTo>
                  <a:cubicBezTo>
                    <a:pt x="4578" y="33555"/>
                    <a:pt x="4237" y="33413"/>
                    <a:pt x="3953" y="33129"/>
                  </a:cubicBezTo>
                  <a:close/>
                  <a:moveTo>
                    <a:pt x="7337" y="29745"/>
                  </a:moveTo>
                  <a:cubicBezTo>
                    <a:pt x="6797" y="29176"/>
                    <a:pt x="6797" y="28295"/>
                    <a:pt x="7337" y="27726"/>
                  </a:cubicBezTo>
                  <a:lnTo>
                    <a:pt x="7337" y="27726"/>
                  </a:lnTo>
                  <a:cubicBezTo>
                    <a:pt x="7906" y="27186"/>
                    <a:pt x="8816" y="27186"/>
                    <a:pt x="9356" y="27726"/>
                  </a:cubicBezTo>
                  <a:lnTo>
                    <a:pt x="9356" y="27726"/>
                  </a:lnTo>
                  <a:cubicBezTo>
                    <a:pt x="9925" y="28295"/>
                    <a:pt x="9925" y="29176"/>
                    <a:pt x="9356" y="29745"/>
                  </a:cubicBezTo>
                  <a:lnTo>
                    <a:pt x="9356" y="29745"/>
                  </a:lnTo>
                  <a:cubicBezTo>
                    <a:pt x="9071" y="30029"/>
                    <a:pt x="8702" y="30143"/>
                    <a:pt x="8361" y="30143"/>
                  </a:cubicBezTo>
                  <a:lnTo>
                    <a:pt x="8361" y="30143"/>
                  </a:lnTo>
                  <a:cubicBezTo>
                    <a:pt x="7991" y="30143"/>
                    <a:pt x="7621" y="30029"/>
                    <a:pt x="7337" y="29745"/>
                  </a:cubicBezTo>
                  <a:close/>
                  <a:moveTo>
                    <a:pt x="10749" y="26333"/>
                  </a:moveTo>
                  <a:cubicBezTo>
                    <a:pt x="10181" y="25792"/>
                    <a:pt x="10181" y="24882"/>
                    <a:pt x="10749" y="24342"/>
                  </a:cubicBezTo>
                  <a:lnTo>
                    <a:pt x="10749" y="24342"/>
                  </a:lnTo>
                  <a:cubicBezTo>
                    <a:pt x="11290" y="23773"/>
                    <a:pt x="12200" y="23773"/>
                    <a:pt x="12740" y="24342"/>
                  </a:cubicBezTo>
                  <a:lnTo>
                    <a:pt x="12740" y="24342"/>
                  </a:lnTo>
                  <a:cubicBezTo>
                    <a:pt x="13309" y="24882"/>
                    <a:pt x="13309" y="25792"/>
                    <a:pt x="12740" y="26333"/>
                  </a:cubicBezTo>
                  <a:lnTo>
                    <a:pt x="12740" y="26333"/>
                  </a:lnTo>
                  <a:cubicBezTo>
                    <a:pt x="12484" y="26617"/>
                    <a:pt x="12114" y="26759"/>
                    <a:pt x="11745" y="26759"/>
                  </a:cubicBezTo>
                  <a:lnTo>
                    <a:pt x="11745" y="26759"/>
                  </a:lnTo>
                  <a:cubicBezTo>
                    <a:pt x="11375" y="26759"/>
                    <a:pt x="11034" y="26617"/>
                    <a:pt x="10749" y="26333"/>
                  </a:cubicBezTo>
                  <a:close/>
                  <a:moveTo>
                    <a:pt x="14133" y="22949"/>
                  </a:moveTo>
                  <a:cubicBezTo>
                    <a:pt x="13593" y="22380"/>
                    <a:pt x="13593" y="21498"/>
                    <a:pt x="14133" y="20930"/>
                  </a:cubicBezTo>
                  <a:lnTo>
                    <a:pt x="14133" y="20930"/>
                  </a:lnTo>
                  <a:cubicBezTo>
                    <a:pt x="14702" y="20389"/>
                    <a:pt x="15583" y="20389"/>
                    <a:pt x="16152" y="20930"/>
                  </a:cubicBezTo>
                  <a:lnTo>
                    <a:pt x="16152" y="20930"/>
                  </a:lnTo>
                  <a:cubicBezTo>
                    <a:pt x="16693" y="21498"/>
                    <a:pt x="16693" y="22380"/>
                    <a:pt x="16152" y="22949"/>
                  </a:cubicBezTo>
                  <a:lnTo>
                    <a:pt x="16152" y="22949"/>
                  </a:lnTo>
                  <a:cubicBezTo>
                    <a:pt x="15868" y="23233"/>
                    <a:pt x="15498" y="23347"/>
                    <a:pt x="15157" y="23347"/>
                  </a:cubicBezTo>
                  <a:lnTo>
                    <a:pt x="15157" y="23347"/>
                  </a:lnTo>
                  <a:cubicBezTo>
                    <a:pt x="14787" y="23347"/>
                    <a:pt x="14418" y="23233"/>
                    <a:pt x="14133" y="22949"/>
                  </a:cubicBezTo>
                  <a:close/>
                  <a:moveTo>
                    <a:pt x="17546" y="19536"/>
                  </a:moveTo>
                  <a:cubicBezTo>
                    <a:pt x="16977" y="18996"/>
                    <a:pt x="16977" y="18086"/>
                    <a:pt x="17546" y="17546"/>
                  </a:cubicBezTo>
                  <a:lnTo>
                    <a:pt x="17546" y="17546"/>
                  </a:lnTo>
                  <a:cubicBezTo>
                    <a:pt x="18086" y="16977"/>
                    <a:pt x="18996" y="16977"/>
                    <a:pt x="19536" y="17546"/>
                  </a:cubicBezTo>
                  <a:lnTo>
                    <a:pt x="19536" y="17546"/>
                  </a:lnTo>
                  <a:cubicBezTo>
                    <a:pt x="20105" y="18086"/>
                    <a:pt x="20105" y="18996"/>
                    <a:pt x="19536" y="19536"/>
                  </a:cubicBezTo>
                  <a:lnTo>
                    <a:pt x="19536" y="19536"/>
                  </a:lnTo>
                  <a:cubicBezTo>
                    <a:pt x="19280" y="19821"/>
                    <a:pt x="18911" y="19963"/>
                    <a:pt x="18541" y="19963"/>
                  </a:cubicBezTo>
                  <a:lnTo>
                    <a:pt x="18541" y="19963"/>
                  </a:lnTo>
                  <a:cubicBezTo>
                    <a:pt x="18171" y="19963"/>
                    <a:pt x="17802" y="19821"/>
                    <a:pt x="17546" y="19536"/>
                  </a:cubicBezTo>
                  <a:close/>
                  <a:moveTo>
                    <a:pt x="20930" y="16152"/>
                  </a:moveTo>
                  <a:cubicBezTo>
                    <a:pt x="20389" y="15583"/>
                    <a:pt x="20389" y="14702"/>
                    <a:pt x="20930" y="14133"/>
                  </a:cubicBezTo>
                  <a:lnTo>
                    <a:pt x="20930" y="14133"/>
                  </a:lnTo>
                  <a:cubicBezTo>
                    <a:pt x="21498" y="13593"/>
                    <a:pt x="22380" y="13593"/>
                    <a:pt x="22949" y="14133"/>
                  </a:cubicBezTo>
                  <a:lnTo>
                    <a:pt x="22949" y="14133"/>
                  </a:lnTo>
                  <a:cubicBezTo>
                    <a:pt x="23489" y="14702"/>
                    <a:pt x="23489" y="15583"/>
                    <a:pt x="22949" y="16152"/>
                  </a:cubicBezTo>
                  <a:lnTo>
                    <a:pt x="22949" y="16152"/>
                  </a:lnTo>
                  <a:cubicBezTo>
                    <a:pt x="22664" y="16437"/>
                    <a:pt x="22295" y="16579"/>
                    <a:pt x="21925" y="16579"/>
                  </a:cubicBezTo>
                  <a:lnTo>
                    <a:pt x="21925" y="16579"/>
                  </a:lnTo>
                  <a:cubicBezTo>
                    <a:pt x="21584" y="16579"/>
                    <a:pt x="21214" y="16437"/>
                    <a:pt x="20930" y="16152"/>
                  </a:cubicBezTo>
                  <a:close/>
                  <a:moveTo>
                    <a:pt x="24342" y="12740"/>
                  </a:moveTo>
                  <a:cubicBezTo>
                    <a:pt x="23773" y="12199"/>
                    <a:pt x="23773" y="11289"/>
                    <a:pt x="24342" y="10749"/>
                  </a:cubicBezTo>
                  <a:lnTo>
                    <a:pt x="24342" y="10749"/>
                  </a:lnTo>
                  <a:cubicBezTo>
                    <a:pt x="24882" y="10180"/>
                    <a:pt x="25792" y="10180"/>
                    <a:pt x="26333" y="10749"/>
                  </a:cubicBezTo>
                  <a:lnTo>
                    <a:pt x="26333" y="10749"/>
                  </a:lnTo>
                  <a:cubicBezTo>
                    <a:pt x="26901" y="11289"/>
                    <a:pt x="26901" y="12199"/>
                    <a:pt x="26333" y="12740"/>
                  </a:cubicBezTo>
                  <a:lnTo>
                    <a:pt x="26333" y="12740"/>
                  </a:lnTo>
                  <a:cubicBezTo>
                    <a:pt x="26048" y="13024"/>
                    <a:pt x="25707" y="13166"/>
                    <a:pt x="25337" y="13166"/>
                  </a:cubicBezTo>
                  <a:lnTo>
                    <a:pt x="25337" y="13166"/>
                  </a:lnTo>
                  <a:cubicBezTo>
                    <a:pt x="24968" y="13166"/>
                    <a:pt x="24598" y="13024"/>
                    <a:pt x="24342" y="12740"/>
                  </a:cubicBezTo>
                  <a:close/>
                  <a:moveTo>
                    <a:pt x="27726" y="9356"/>
                  </a:moveTo>
                  <a:cubicBezTo>
                    <a:pt x="27157" y="8787"/>
                    <a:pt x="27157" y="7906"/>
                    <a:pt x="27726" y="7337"/>
                  </a:cubicBezTo>
                  <a:lnTo>
                    <a:pt x="27726" y="7337"/>
                  </a:lnTo>
                  <a:cubicBezTo>
                    <a:pt x="28295" y="6796"/>
                    <a:pt x="29176" y="6796"/>
                    <a:pt x="29745" y="7337"/>
                  </a:cubicBezTo>
                  <a:lnTo>
                    <a:pt x="29745" y="7337"/>
                  </a:lnTo>
                  <a:cubicBezTo>
                    <a:pt x="30285" y="7906"/>
                    <a:pt x="30285" y="8787"/>
                    <a:pt x="29745" y="9356"/>
                  </a:cubicBezTo>
                  <a:lnTo>
                    <a:pt x="29745" y="9356"/>
                  </a:lnTo>
                  <a:cubicBezTo>
                    <a:pt x="29461" y="9640"/>
                    <a:pt x="29091" y="9782"/>
                    <a:pt x="28721" y="9782"/>
                  </a:cubicBezTo>
                  <a:lnTo>
                    <a:pt x="28721" y="9782"/>
                  </a:lnTo>
                  <a:cubicBezTo>
                    <a:pt x="28380" y="9782"/>
                    <a:pt x="28010" y="9640"/>
                    <a:pt x="27726" y="9356"/>
                  </a:cubicBezTo>
                  <a:close/>
                  <a:moveTo>
                    <a:pt x="31110" y="5972"/>
                  </a:moveTo>
                  <a:cubicBezTo>
                    <a:pt x="30570" y="5403"/>
                    <a:pt x="30570" y="4493"/>
                    <a:pt x="31110" y="3953"/>
                  </a:cubicBezTo>
                  <a:lnTo>
                    <a:pt x="31110" y="3953"/>
                  </a:lnTo>
                  <a:cubicBezTo>
                    <a:pt x="31679" y="3384"/>
                    <a:pt x="32589" y="3384"/>
                    <a:pt x="33129" y="3953"/>
                  </a:cubicBezTo>
                  <a:lnTo>
                    <a:pt x="33129" y="3953"/>
                  </a:lnTo>
                  <a:cubicBezTo>
                    <a:pt x="33698" y="4493"/>
                    <a:pt x="33698" y="5403"/>
                    <a:pt x="33129" y="5972"/>
                  </a:cubicBezTo>
                  <a:lnTo>
                    <a:pt x="33129" y="5972"/>
                  </a:lnTo>
                  <a:cubicBezTo>
                    <a:pt x="32845" y="6228"/>
                    <a:pt x="32503" y="6370"/>
                    <a:pt x="32134" y="6370"/>
                  </a:cubicBezTo>
                  <a:lnTo>
                    <a:pt x="32134" y="6370"/>
                  </a:lnTo>
                  <a:cubicBezTo>
                    <a:pt x="31764" y="6370"/>
                    <a:pt x="31394" y="6228"/>
                    <a:pt x="31110" y="5972"/>
                  </a:cubicBezTo>
                  <a:close/>
                  <a:moveTo>
                    <a:pt x="34522" y="2559"/>
                  </a:moveTo>
                  <a:cubicBezTo>
                    <a:pt x="33954" y="2019"/>
                    <a:pt x="33954" y="1109"/>
                    <a:pt x="34522" y="540"/>
                  </a:cubicBezTo>
                  <a:lnTo>
                    <a:pt x="34522" y="540"/>
                  </a:lnTo>
                  <a:cubicBezTo>
                    <a:pt x="35063" y="0"/>
                    <a:pt x="35973" y="0"/>
                    <a:pt x="36541" y="540"/>
                  </a:cubicBezTo>
                  <a:lnTo>
                    <a:pt x="36541" y="540"/>
                  </a:lnTo>
                  <a:cubicBezTo>
                    <a:pt x="37082" y="1109"/>
                    <a:pt x="37082" y="2019"/>
                    <a:pt x="36541" y="2559"/>
                  </a:cubicBezTo>
                  <a:lnTo>
                    <a:pt x="36541" y="2559"/>
                  </a:lnTo>
                  <a:cubicBezTo>
                    <a:pt x="36257" y="2844"/>
                    <a:pt x="35887" y="2986"/>
                    <a:pt x="35518" y="2986"/>
                  </a:cubicBezTo>
                  <a:lnTo>
                    <a:pt x="35518" y="2986"/>
                  </a:lnTo>
                  <a:cubicBezTo>
                    <a:pt x="35148" y="2986"/>
                    <a:pt x="34807" y="2844"/>
                    <a:pt x="34522" y="2559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5"/>
            <p:cNvSpPr/>
            <p:nvPr/>
          </p:nvSpPr>
          <p:spPr>
            <a:xfrm>
              <a:off x="4173475" y="1646925"/>
              <a:ext cx="71100" cy="72525"/>
            </a:xfrm>
            <a:custGeom>
              <a:avLst/>
              <a:gdLst/>
              <a:ahLst/>
              <a:cxnLst/>
              <a:rect l="l" t="t" r="r" b="b"/>
              <a:pathLst>
                <a:path w="2844" h="2901" extrusionOk="0">
                  <a:moveTo>
                    <a:pt x="1422" y="2901"/>
                  </a:moveTo>
                  <a:cubicBezTo>
                    <a:pt x="1052" y="2901"/>
                    <a:pt x="683" y="2758"/>
                    <a:pt x="398" y="2502"/>
                  </a:cubicBezTo>
                  <a:cubicBezTo>
                    <a:pt x="142" y="2218"/>
                    <a:pt x="0" y="1877"/>
                    <a:pt x="0" y="1479"/>
                  </a:cubicBezTo>
                  <a:cubicBezTo>
                    <a:pt x="0" y="1393"/>
                    <a:pt x="0" y="1308"/>
                    <a:pt x="29" y="1223"/>
                  </a:cubicBezTo>
                  <a:cubicBezTo>
                    <a:pt x="29" y="1109"/>
                    <a:pt x="57" y="1024"/>
                    <a:pt x="114" y="938"/>
                  </a:cubicBezTo>
                  <a:cubicBezTo>
                    <a:pt x="142" y="853"/>
                    <a:pt x="171" y="768"/>
                    <a:pt x="228" y="711"/>
                  </a:cubicBezTo>
                  <a:cubicBezTo>
                    <a:pt x="285" y="626"/>
                    <a:pt x="341" y="540"/>
                    <a:pt x="398" y="483"/>
                  </a:cubicBezTo>
                  <a:cubicBezTo>
                    <a:pt x="739" y="142"/>
                    <a:pt x="1223" y="0"/>
                    <a:pt x="1678" y="85"/>
                  </a:cubicBezTo>
                  <a:cubicBezTo>
                    <a:pt x="1792" y="114"/>
                    <a:pt x="1877" y="142"/>
                    <a:pt x="1962" y="171"/>
                  </a:cubicBezTo>
                  <a:cubicBezTo>
                    <a:pt x="2048" y="199"/>
                    <a:pt x="2133" y="256"/>
                    <a:pt x="2190" y="313"/>
                  </a:cubicBezTo>
                  <a:cubicBezTo>
                    <a:pt x="2275" y="370"/>
                    <a:pt x="2360" y="427"/>
                    <a:pt x="2417" y="483"/>
                  </a:cubicBezTo>
                  <a:cubicBezTo>
                    <a:pt x="2474" y="540"/>
                    <a:pt x="2531" y="626"/>
                    <a:pt x="2588" y="711"/>
                  </a:cubicBezTo>
                  <a:cubicBezTo>
                    <a:pt x="2645" y="768"/>
                    <a:pt x="2702" y="853"/>
                    <a:pt x="2730" y="938"/>
                  </a:cubicBezTo>
                  <a:cubicBezTo>
                    <a:pt x="2758" y="1024"/>
                    <a:pt x="2787" y="1109"/>
                    <a:pt x="2815" y="1223"/>
                  </a:cubicBezTo>
                  <a:cubicBezTo>
                    <a:pt x="2815" y="1308"/>
                    <a:pt x="2844" y="1393"/>
                    <a:pt x="2844" y="1479"/>
                  </a:cubicBezTo>
                  <a:cubicBezTo>
                    <a:pt x="2844" y="1877"/>
                    <a:pt x="2673" y="2218"/>
                    <a:pt x="2417" y="2502"/>
                  </a:cubicBezTo>
                  <a:cubicBezTo>
                    <a:pt x="2360" y="2559"/>
                    <a:pt x="2275" y="2616"/>
                    <a:pt x="2190" y="2673"/>
                  </a:cubicBezTo>
                  <a:cubicBezTo>
                    <a:pt x="2133" y="2730"/>
                    <a:pt x="2048" y="2758"/>
                    <a:pt x="1962" y="2815"/>
                  </a:cubicBezTo>
                  <a:cubicBezTo>
                    <a:pt x="1877" y="2844"/>
                    <a:pt x="1792" y="2872"/>
                    <a:pt x="1678" y="2872"/>
                  </a:cubicBezTo>
                  <a:cubicBezTo>
                    <a:pt x="1593" y="2901"/>
                    <a:pt x="1507" y="2901"/>
                    <a:pt x="1422" y="290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26" name="Google Shape;1726;p65"/>
          <p:cNvSpPr txBox="1">
            <a:spLocks noGrp="1"/>
          </p:cNvSpPr>
          <p:nvPr>
            <p:ph type="body" idx="4294967295"/>
          </p:nvPr>
        </p:nvSpPr>
        <p:spPr>
          <a:xfrm>
            <a:off x="720000" y="1152499"/>
            <a:ext cx="7704000" cy="29747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endParaRPr sz="1200" dirty="0"/>
          </a:p>
        </p:txBody>
      </p:sp>
      <p:sp>
        <p:nvSpPr>
          <p:cNvPr id="1790" name="Google Shape;1790;p65"/>
          <p:cNvSpPr/>
          <p:nvPr/>
        </p:nvSpPr>
        <p:spPr>
          <a:xfrm flipH="1">
            <a:off x="-2504821" y="445025"/>
            <a:ext cx="5828566" cy="707494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7" name="Google Shape;1727;p6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Thanks!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unch Product Crowdfunding Pitch Deck by Slidesgo">
  <a:themeElements>
    <a:clrScheme name="Simple Light">
      <a:dk1>
        <a:srgbClr val="191919"/>
      </a:dk1>
      <a:lt1>
        <a:srgbClr val="FFFFFF"/>
      </a:lt1>
      <a:dk2>
        <a:srgbClr val="002080"/>
      </a:dk2>
      <a:lt2>
        <a:srgbClr val="0336D0"/>
      </a:lt2>
      <a:accent1>
        <a:srgbClr val="1382DB"/>
      </a:accent1>
      <a:accent2>
        <a:srgbClr val="1FC2E1"/>
      </a:accent2>
      <a:accent3>
        <a:srgbClr val="08E0DB"/>
      </a:accent3>
      <a:accent4>
        <a:srgbClr val="03FCD5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14</Words>
  <Application>Microsoft Office PowerPoint</Application>
  <PresentationFormat>Экран (16:9)</PresentationFormat>
  <Paragraphs>4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Anaheim</vt:lpstr>
      <vt:lpstr>Arial</vt:lpstr>
      <vt:lpstr>Albert Sans</vt:lpstr>
      <vt:lpstr>Bebas Neue</vt:lpstr>
      <vt:lpstr>Launch Product Crowdfunding Pitch Deck by Slidesgo</vt:lpstr>
      <vt:lpstr>Launch Product Crowdfunding Pitch Deck</vt:lpstr>
      <vt:lpstr>REJA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Nodir Qarshiyev</dc:creator>
  <cp:lastModifiedBy>Nodir Qarshiyev</cp:lastModifiedBy>
  <cp:revision>3</cp:revision>
  <dcterms:modified xsi:type="dcterms:W3CDTF">2026-03-24T08:50:38Z</dcterms:modified>
</cp:coreProperties>
</file>