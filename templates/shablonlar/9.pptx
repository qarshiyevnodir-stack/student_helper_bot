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3" r:id="rId1"/>
  </p:sldMasterIdLst>
  <p:notesMasterIdLst>
    <p:notesMasterId r:id="rId10"/>
  </p:notesMasterIdLst>
  <p:sldIdLst>
    <p:sldId id="256" r:id="rId2"/>
    <p:sldId id="257" r:id="rId3"/>
    <p:sldId id="258" r:id="rId4"/>
    <p:sldId id="273" r:id="rId5"/>
    <p:sldId id="284" r:id="rId6"/>
    <p:sldId id="283" r:id="rId7"/>
    <p:sldId id="282" r:id="rId8"/>
    <p:sldId id="260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E90062-3718-48A9-A519-416C8DF518A8}">
  <a:tblStyle styleId="{39E90062-3718-48A9-A519-416C8DF518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78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7f9262ee2f_0_26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7f9262ee2f_0_26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1196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g7f9262ee2f_0_26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9" name="Google Shape;2139;g7f9262ee2f_0_26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4035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g7f9262ee2f_0_26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6" name="Google Shape;2126;g7f9262ee2f_0_26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618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g7f9262ee2f_0_26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1" name="Google Shape;2111;g7f9262ee2f_0_26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3179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29023341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729023341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72" name="Google Shape;172;p3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187" name="Google Shape;187;p40"/>
          <p:cNvCxnSpPr/>
          <p:nvPr/>
        </p:nvCxnSpPr>
        <p:spPr>
          <a:xfrm>
            <a:off x="1883350" y="1608712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4373400" y="1608712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/>
          <p:cNvCxnSpPr/>
          <p:nvPr/>
        </p:nvCxnSpPr>
        <p:spPr>
          <a:xfrm>
            <a:off x="6863450" y="1608712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ubTitle" idx="1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980" name="Google Shape;1980;p5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1"/>
          <p:cNvSpPr txBox="1">
            <a:spLocks noGrp="1"/>
          </p:cNvSpPr>
          <p:nvPr>
            <p:ph type="subTitle" idx="1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4" name="Google Shape;2144;p66"/>
          <p:cNvSpPr/>
          <p:nvPr/>
        </p:nvSpPr>
        <p:spPr>
          <a:xfrm>
            <a:off x="2770776" y="888877"/>
            <a:ext cx="2275841" cy="4254624"/>
          </a:xfrm>
          <a:custGeom>
            <a:avLst/>
            <a:gdLst/>
            <a:ahLst/>
            <a:cxnLst/>
            <a:rect l="l" t="t" r="r" b="b"/>
            <a:pathLst>
              <a:path w="43370" h="85981" extrusionOk="0">
                <a:moveTo>
                  <a:pt x="25827" y="3794"/>
                </a:moveTo>
                <a:lnTo>
                  <a:pt x="25827" y="4045"/>
                </a:lnTo>
                <a:lnTo>
                  <a:pt x="25845" y="4047"/>
                </a:lnTo>
                <a:cubicBezTo>
                  <a:pt x="25856" y="4066"/>
                  <a:pt x="25857" y="4090"/>
                  <a:pt x="25850" y="4111"/>
                </a:cubicBezTo>
                <a:lnTo>
                  <a:pt x="17205" y="4129"/>
                </a:lnTo>
                <a:lnTo>
                  <a:pt x="17193" y="4382"/>
                </a:lnTo>
                <a:lnTo>
                  <a:pt x="17156" y="4111"/>
                </a:lnTo>
                <a:cubicBezTo>
                  <a:pt x="17147" y="4092"/>
                  <a:pt x="17148" y="4068"/>
                  <a:pt x="17159" y="4048"/>
                </a:cubicBezTo>
                <a:lnTo>
                  <a:pt x="17226" y="4048"/>
                </a:lnTo>
                <a:lnTo>
                  <a:pt x="25807" y="4047"/>
                </a:lnTo>
                <a:lnTo>
                  <a:pt x="25827" y="3794"/>
                </a:lnTo>
                <a:close/>
                <a:moveTo>
                  <a:pt x="17178" y="3543"/>
                </a:moveTo>
                <a:cubicBezTo>
                  <a:pt x="16876" y="3543"/>
                  <a:pt x="16647" y="3775"/>
                  <a:pt x="16647" y="4083"/>
                </a:cubicBezTo>
                <a:cubicBezTo>
                  <a:pt x="16647" y="4395"/>
                  <a:pt x="16881" y="4631"/>
                  <a:pt x="17223" y="4631"/>
                </a:cubicBezTo>
                <a:lnTo>
                  <a:pt x="17227" y="4631"/>
                </a:lnTo>
                <a:lnTo>
                  <a:pt x="25757" y="4630"/>
                </a:lnTo>
                <a:cubicBezTo>
                  <a:pt x="25765" y="4631"/>
                  <a:pt x="25805" y="4633"/>
                  <a:pt x="25812" y="4633"/>
                </a:cubicBezTo>
                <a:cubicBezTo>
                  <a:pt x="26122" y="4633"/>
                  <a:pt x="26357" y="4397"/>
                  <a:pt x="26357" y="4083"/>
                </a:cubicBezTo>
                <a:cubicBezTo>
                  <a:pt x="26357" y="3775"/>
                  <a:pt x="26129" y="3543"/>
                  <a:pt x="25827" y="3543"/>
                </a:cubicBezTo>
                <a:lnTo>
                  <a:pt x="17256" y="3549"/>
                </a:lnTo>
                <a:cubicBezTo>
                  <a:pt x="17245" y="3547"/>
                  <a:pt x="17187" y="3543"/>
                  <a:pt x="17178" y="3543"/>
                </a:cubicBezTo>
                <a:close/>
                <a:moveTo>
                  <a:pt x="41722" y="7196"/>
                </a:moveTo>
                <a:lnTo>
                  <a:pt x="41722" y="78527"/>
                </a:lnTo>
                <a:lnTo>
                  <a:pt x="1739" y="78527"/>
                </a:lnTo>
                <a:lnTo>
                  <a:pt x="1739" y="7196"/>
                </a:lnTo>
                <a:close/>
                <a:moveTo>
                  <a:pt x="1488" y="6694"/>
                </a:moveTo>
                <a:cubicBezTo>
                  <a:pt x="1349" y="6694"/>
                  <a:pt x="1237" y="6806"/>
                  <a:pt x="1237" y="6945"/>
                </a:cubicBezTo>
                <a:lnTo>
                  <a:pt x="1237" y="78778"/>
                </a:lnTo>
                <a:cubicBezTo>
                  <a:pt x="1237" y="78917"/>
                  <a:pt x="1349" y="79029"/>
                  <a:pt x="1488" y="79029"/>
                </a:cubicBezTo>
                <a:lnTo>
                  <a:pt x="41972" y="79029"/>
                </a:lnTo>
                <a:cubicBezTo>
                  <a:pt x="42111" y="79029"/>
                  <a:pt x="42223" y="78917"/>
                  <a:pt x="42223" y="78778"/>
                </a:cubicBezTo>
                <a:lnTo>
                  <a:pt x="42223" y="6945"/>
                </a:lnTo>
                <a:cubicBezTo>
                  <a:pt x="42223" y="6806"/>
                  <a:pt x="42111" y="6694"/>
                  <a:pt x="41972" y="6694"/>
                </a:cubicBezTo>
                <a:close/>
                <a:moveTo>
                  <a:pt x="7894" y="81457"/>
                </a:moveTo>
                <a:cubicBezTo>
                  <a:pt x="7754" y="81457"/>
                  <a:pt x="7642" y="81569"/>
                  <a:pt x="7642" y="81708"/>
                </a:cubicBezTo>
                <a:lnTo>
                  <a:pt x="7642" y="81926"/>
                </a:lnTo>
                <a:cubicBezTo>
                  <a:pt x="7642" y="82065"/>
                  <a:pt x="7754" y="82177"/>
                  <a:pt x="7894" y="82177"/>
                </a:cubicBezTo>
                <a:lnTo>
                  <a:pt x="9495" y="82177"/>
                </a:lnTo>
                <a:cubicBezTo>
                  <a:pt x="9625" y="82177"/>
                  <a:pt x="9734" y="82077"/>
                  <a:pt x="9744" y="81947"/>
                </a:cubicBezTo>
                <a:lnTo>
                  <a:pt x="9764" y="81729"/>
                </a:lnTo>
                <a:cubicBezTo>
                  <a:pt x="9776" y="81582"/>
                  <a:pt x="9660" y="81457"/>
                  <a:pt x="9512" y="81457"/>
                </a:cubicBezTo>
                <a:close/>
                <a:moveTo>
                  <a:pt x="22144" y="81995"/>
                </a:moveTo>
                <a:lnTo>
                  <a:pt x="22144" y="82911"/>
                </a:lnTo>
                <a:lnTo>
                  <a:pt x="21208" y="82911"/>
                </a:lnTo>
                <a:lnTo>
                  <a:pt x="21208" y="81995"/>
                </a:lnTo>
                <a:close/>
                <a:moveTo>
                  <a:pt x="33797" y="83129"/>
                </a:moveTo>
                <a:cubicBezTo>
                  <a:pt x="33798" y="83130"/>
                  <a:pt x="33798" y="83130"/>
                  <a:pt x="33798" y="83131"/>
                </a:cubicBezTo>
                <a:lnTo>
                  <a:pt x="33797" y="83129"/>
                </a:lnTo>
                <a:close/>
                <a:moveTo>
                  <a:pt x="21046" y="81493"/>
                </a:moveTo>
                <a:cubicBezTo>
                  <a:pt x="20857" y="81493"/>
                  <a:pt x="20705" y="81646"/>
                  <a:pt x="20706" y="81835"/>
                </a:cubicBezTo>
                <a:lnTo>
                  <a:pt x="20706" y="83091"/>
                </a:lnTo>
                <a:cubicBezTo>
                  <a:pt x="20706" y="83268"/>
                  <a:pt x="20860" y="83413"/>
                  <a:pt x="21048" y="83413"/>
                </a:cubicBezTo>
                <a:lnTo>
                  <a:pt x="22304" y="83413"/>
                </a:lnTo>
                <a:lnTo>
                  <a:pt x="22304" y="83415"/>
                </a:lnTo>
                <a:cubicBezTo>
                  <a:pt x="22492" y="83415"/>
                  <a:pt x="22645" y="83268"/>
                  <a:pt x="22646" y="83091"/>
                </a:cubicBezTo>
                <a:lnTo>
                  <a:pt x="22646" y="81835"/>
                </a:lnTo>
                <a:cubicBezTo>
                  <a:pt x="22646" y="81647"/>
                  <a:pt x="22500" y="81493"/>
                  <a:pt x="22322" y="81493"/>
                </a:cubicBezTo>
                <a:lnTo>
                  <a:pt x="21048" y="81493"/>
                </a:lnTo>
                <a:cubicBezTo>
                  <a:pt x="21047" y="81493"/>
                  <a:pt x="21047" y="81493"/>
                  <a:pt x="21046" y="81493"/>
                </a:cubicBezTo>
                <a:close/>
                <a:moveTo>
                  <a:pt x="33684" y="81407"/>
                </a:moveTo>
                <a:cubicBezTo>
                  <a:pt x="33624" y="81407"/>
                  <a:pt x="33563" y="81420"/>
                  <a:pt x="33508" y="81446"/>
                </a:cubicBezTo>
                <a:cubicBezTo>
                  <a:pt x="33483" y="81458"/>
                  <a:pt x="33460" y="81476"/>
                  <a:pt x="33441" y="81496"/>
                </a:cubicBezTo>
                <a:lnTo>
                  <a:pt x="32861" y="82093"/>
                </a:lnTo>
                <a:cubicBezTo>
                  <a:pt x="32755" y="82198"/>
                  <a:pt x="32695" y="82342"/>
                  <a:pt x="32696" y="82490"/>
                </a:cubicBezTo>
                <a:cubicBezTo>
                  <a:pt x="32696" y="82668"/>
                  <a:pt x="32777" y="82796"/>
                  <a:pt x="32861" y="82904"/>
                </a:cubicBezTo>
                <a:lnTo>
                  <a:pt x="33442" y="83485"/>
                </a:lnTo>
                <a:cubicBezTo>
                  <a:pt x="33505" y="83551"/>
                  <a:pt x="33593" y="83587"/>
                  <a:pt x="33683" y="83587"/>
                </a:cubicBezTo>
                <a:lnTo>
                  <a:pt x="33683" y="83587"/>
                </a:lnTo>
                <a:cubicBezTo>
                  <a:pt x="33987" y="83585"/>
                  <a:pt x="34139" y="83219"/>
                  <a:pt x="33924" y="83004"/>
                </a:cubicBezTo>
                <a:lnTo>
                  <a:pt x="33411" y="82490"/>
                </a:lnTo>
                <a:lnTo>
                  <a:pt x="33925" y="81975"/>
                </a:lnTo>
                <a:cubicBezTo>
                  <a:pt x="34060" y="81842"/>
                  <a:pt x="34060" y="81626"/>
                  <a:pt x="33925" y="81493"/>
                </a:cubicBezTo>
                <a:cubicBezTo>
                  <a:pt x="33906" y="81475"/>
                  <a:pt x="33883" y="81458"/>
                  <a:pt x="33859" y="81446"/>
                </a:cubicBezTo>
                <a:cubicBezTo>
                  <a:pt x="33804" y="81420"/>
                  <a:pt x="33744" y="81407"/>
                  <a:pt x="33684" y="81407"/>
                </a:cubicBezTo>
                <a:close/>
                <a:moveTo>
                  <a:pt x="33683" y="83587"/>
                </a:moveTo>
                <a:cubicBezTo>
                  <a:pt x="33683" y="83587"/>
                  <a:pt x="33683" y="83587"/>
                  <a:pt x="33683" y="83587"/>
                </a:cubicBezTo>
                <a:lnTo>
                  <a:pt x="33684" y="83587"/>
                </a:lnTo>
                <a:cubicBezTo>
                  <a:pt x="33684" y="83587"/>
                  <a:pt x="33684" y="83587"/>
                  <a:pt x="33683" y="83587"/>
                </a:cubicBezTo>
                <a:close/>
                <a:moveTo>
                  <a:pt x="36715" y="501"/>
                </a:moveTo>
                <a:cubicBezTo>
                  <a:pt x="40106" y="501"/>
                  <a:pt x="42867" y="3262"/>
                  <a:pt x="42867" y="6654"/>
                </a:cubicBezTo>
                <a:lnTo>
                  <a:pt x="42867" y="79324"/>
                </a:lnTo>
                <a:cubicBezTo>
                  <a:pt x="42867" y="82717"/>
                  <a:pt x="40106" y="85476"/>
                  <a:pt x="36715" y="85476"/>
                </a:cubicBezTo>
                <a:lnTo>
                  <a:pt x="6656" y="85476"/>
                </a:lnTo>
                <a:cubicBezTo>
                  <a:pt x="3262" y="85476"/>
                  <a:pt x="503" y="82717"/>
                  <a:pt x="503" y="79324"/>
                </a:cubicBezTo>
                <a:lnTo>
                  <a:pt x="503" y="6654"/>
                </a:lnTo>
                <a:cubicBezTo>
                  <a:pt x="503" y="3262"/>
                  <a:pt x="3262" y="501"/>
                  <a:pt x="6656" y="501"/>
                </a:cubicBezTo>
                <a:close/>
                <a:moveTo>
                  <a:pt x="6656" y="0"/>
                </a:moveTo>
                <a:cubicBezTo>
                  <a:pt x="2986" y="0"/>
                  <a:pt x="1" y="2985"/>
                  <a:pt x="1" y="6655"/>
                </a:cubicBezTo>
                <a:lnTo>
                  <a:pt x="1" y="79324"/>
                </a:lnTo>
                <a:cubicBezTo>
                  <a:pt x="1" y="82995"/>
                  <a:pt x="2986" y="85980"/>
                  <a:pt x="6656" y="85980"/>
                </a:cubicBezTo>
                <a:lnTo>
                  <a:pt x="36715" y="85980"/>
                </a:lnTo>
                <a:cubicBezTo>
                  <a:pt x="40383" y="85980"/>
                  <a:pt x="43370" y="82993"/>
                  <a:pt x="43370" y="79324"/>
                </a:cubicBezTo>
                <a:lnTo>
                  <a:pt x="43370" y="6655"/>
                </a:lnTo>
                <a:cubicBezTo>
                  <a:pt x="43370" y="2985"/>
                  <a:pt x="40384" y="0"/>
                  <a:pt x="367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6" name="Google Shape;2146;p66"/>
          <p:cNvSpPr/>
          <p:nvPr/>
        </p:nvSpPr>
        <p:spPr>
          <a:xfrm>
            <a:off x="1184225" y="2280138"/>
            <a:ext cx="1190290" cy="2359963"/>
          </a:xfrm>
          <a:custGeom>
            <a:avLst/>
            <a:gdLst/>
            <a:ahLst/>
            <a:cxnLst/>
            <a:rect l="l" t="t" r="r" b="b"/>
            <a:pathLst>
              <a:path w="43370" h="85981" extrusionOk="0">
                <a:moveTo>
                  <a:pt x="25827" y="3794"/>
                </a:moveTo>
                <a:lnTo>
                  <a:pt x="25827" y="4045"/>
                </a:lnTo>
                <a:lnTo>
                  <a:pt x="25845" y="4047"/>
                </a:lnTo>
                <a:cubicBezTo>
                  <a:pt x="25856" y="4066"/>
                  <a:pt x="25857" y="4090"/>
                  <a:pt x="25850" y="4111"/>
                </a:cubicBezTo>
                <a:lnTo>
                  <a:pt x="17205" y="4129"/>
                </a:lnTo>
                <a:lnTo>
                  <a:pt x="17193" y="4382"/>
                </a:lnTo>
                <a:lnTo>
                  <a:pt x="17156" y="4111"/>
                </a:lnTo>
                <a:cubicBezTo>
                  <a:pt x="17147" y="4092"/>
                  <a:pt x="17148" y="4068"/>
                  <a:pt x="17159" y="4048"/>
                </a:cubicBezTo>
                <a:lnTo>
                  <a:pt x="17226" y="4048"/>
                </a:lnTo>
                <a:lnTo>
                  <a:pt x="25807" y="4047"/>
                </a:lnTo>
                <a:lnTo>
                  <a:pt x="25827" y="3794"/>
                </a:lnTo>
                <a:close/>
                <a:moveTo>
                  <a:pt x="17178" y="3543"/>
                </a:moveTo>
                <a:cubicBezTo>
                  <a:pt x="16876" y="3543"/>
                  <a:pt x="16647" y="3775"/>
                  <a:pt x="16647" y="4083"/>
                </a:cubicBezTo>
                <a:cubicBezTo>
                  <a:pt x="16647" y="4395"/>
                  <a:pt x="16881" y="4631"/>
                  <a:pt x="17223" y="4631"/>
                </a:cubicBezTo>
                <a:lnTo>
                  <a:pt x="17227" y="4631"/>
                </a:lnTo>
                <a:lnTo>
                  <a:pt x="25757" y="4630"/>
                </a:lnTo>
                <a:cubicBezTo>
                  <a:pt x="25765" y="4631"/>
                  <a:pt x="25805" y="4633"/>
                  <a:pt x="25812" y="4633"/>
                </a:cubicBezTo>
                <a:cubicBezTo>
                  <a:pt x="26122" y="4633"/>
                  <a:pt x="26357" y="4397"/>
                  <a:pt x="26357" y="4083"/>
                </a:cubicBezTo>
                <a:cubicBezTo>
                  <a:pt x="26357" y="3775"/>
                  <a:pt x="26129" y="3543"/>
                  <a:pt x="25827" y="3543"/>
                </a:cubicBezTo>
                <a:lnTo>
                  <a:pt x="17256" y="3549"/>
                </a:lnTo>
                <a:cubicBezTo>
                  <a:pt x="17245" y="3547"/>
                  <a:pt x="17187" y="3543"/>
                  <a:pt x="17178" y="3543"/>
                </a:cubicBezTo>
                <a:close/>
                <a:moveTo>
                  <a:pt x="41722" y="7196"/>
                </a:moveTo>
                <a:lnTo>
                  <a:pt x="41722" y="78527"/>
                </a:lnTo>
                <a:lnTo>
                  <a:pt x="1739" y="78527"/>
                </a:lnTo>
                <a:lnTo>
                  <a:pt x="1739" y="7196"/>
                </a:lnTo>
                <a:close/>
                <a:moveTo>
                  <a:pt x="1488" y="6694"/>
                </a:moveTo>
                <a:cubicBezTo>
                  <a:pt x="1349" y="6694"/>
                  <a:pt x="1237" y="6806"/>
                  <a:pt x="1237" y="6945"/>
                </a:cubicBezTo>
                <a:lnTo>
                  <a:pt x="1237" y="78778"/>
                </a:lnTo>
                <a:cubicBezTo>
                  <a:pt x="1237" y="78917"/>
                  <a:pt x="1349" y="79029"/>
                  <a:pt x="1488" y="79029"/>
                </a:cubicBezTo>
                <a:lnTo>
                  <a:pt x="41972" y="79029"/>
                </a:lnTo>
                <a:cubicBezTo>
                  <a:pt x="42111" y="79029"/>
                  <a:pt x="42223" y="78917"/>
                  <a:pt x="42223" y="78778"/>
                </a:cubicBezTo>
                <a:lnTo>
                  <a:pt x="42223" y="6945"/>
                </a:lnTo>
                <a:cubicBezTo>
                  <a:pt x="42223" y="6806"/>
                  <a:pt x="42111" y="6694"/>
                  <a:pt x="41972" y="6694"/>
                </a:cubicBezTo>
                <a:close/>
                <a:moveTo>
                  <a:pt x="7894" y="81457"/>
                </a:moveTo>
                <a:cubicBezTo>
                  <a:pt x="7754" y="81457"/>
                  <a:pt x="7642" y="81569"/>
                  <a:pt x="7642" y="81708"/>
                </a:cubicBezTo>
                <a:lnTo>
                  <a:pt x="7642" y="81926"/>
                </a:lnTo>
                <a:cubicBezTo>
                  <a:pt x="7642" y="82065"/>
                  <a:pt x="7754" y="82177"/>
                  <a:pt x="7894" y="82177"/>
                </a:cubicBezTo>
                <a:lnTo>
                  <a:pt x="9495" y="82177"/>
                </a:lnTo>
                <a:cubicBezTo>
                  <a:pt x="9625" y="82177"/>
                  <a:pt x="9734" y="82077"/>
                  <a:pt x="9744" y="81947"/>
                </a:cubicBezTo>
                <a:lnTo>
                  <a:pt x="9764" y="81729"/>
                </a:lnTo>
                <a:cubicBezTo>
                  <a:pt x="9776" y="81582"/>
                  <a:pt x="9660" y="81457"/>
                  <a:pt x="9512" y="81457"/>
                </a:cubicBezTo>
                <a:close/>
                <a:moveTo>
                  <a:pt x="22144" y="81995"/>
                </a:moveTo>
                <a:lnTo>
                  <a:pt x="22144" y="82911"/>
                </a:lnTo>
                <a:lnTo>
                  <a:pt x="21208" y="82911"/>
                </a:lnTo>
                <a:lnTo>
                  <a:pt x="21208" y="81995"/>
                </a:lnTo>
                <a:close/>
                <a:moveTo>
                  <a:pt x="33797" y="83129"/>
                </a:moveTo>
                <a:cubicBezTo>
                  <a:pt x="33798" y="83130"/>
                  <a:pt x="33798" y="83130"/>
                  <a:pt x="33798" y="83131"/>
                </a:cubicBezTo>
                <a:lnTo>
                  <a:pt x="33797" y="83129"/>
                </a:lnTo>
                <a:close/>
                <a:moveTo>
                  <a:pt x="21046" y="81493"/>
                </a:moveTo>
                <a:cubicBezTo>
                  <a:pt x="20857" y="81493"/>
                  <a:pt x="20705" y="81646"/>
                  <a:pt x="20706" y="81835"/>
                </a:cubicBezTo>
                <a:lnTo>
                  <a:pt x="20706" y="83091"/>
                </a:lnTo>
                <a:cubicBezTo>
                  <a:pt x="20706" y="83268"/>
                  <a:pt x="20860" y="83413"/>
                  <a:pt x="21048" y="83413"/>
                </a:cubicBezTo>
                <a:lnTo>
                  <a:pt x="22304" y="83413"/>
                </a:lnTo>
                <a:lnTo>
                  <a:pt x="22304" y="83415"/>
                </a:lnTo>
                <a:cubicBezTo>
                  <a:pt x="22492" y="83415"/>
                  <a:pt x="22645" y="83268"/>
                  <a:pt x="22646" y="83091"/>
                </a:cubicBezTo>
                <a:lnTo>
                  <a:pt x="22646" y="81835"/>
                </a:lnTo>
                <a:cubicBezTo>
                  <a:pt x="22646" y="81647"/>
                  <a:pt x="22500" y="81493"/>
                  <a:pt x="22322" y="81493"/>
                </a:cubicBezTo>
                <a:lnTo>
                  <a:pt x="21048" y="81493"/>
                </a:lnTo>
                <a:cubicBezTo>
                  <a:pt x="21047" y="81493"/>
                  <a:pt x="21047" y="81493"/>
                  <a:pt x="21046" y="81493"/>
                </a:cubicBezTo>
                <a:close/>
                <a:moveTo>
                  <a:pt x="33684" y="81407"/>
                </a:moveTo>
                <a:cubicBezTo>
                  <a:pt x="33624" y="81407"/>
                  <a:pt x="33563" y="81420"/>
                  <a:pt x="33508" y="81446"/>
                </a:cubicBezTo>
                <a:cubicBezTo>
                  <a:pt x="33483" y="81458"/>
                  <a:pt x="33460" y="81476"/>
                  <a:pt x="33441" y="81496"/>
                </a:cubicBezTo>
                <a:lnTo>
                  <a:pt x="32861" y="82093"/>
                </a:lnTo>
                <a:cubicBezTo>
                  <a:pt x="32755" y="82198"/>
                  <a:pt x="32695" y="82342"/>
                  <a:pt x="32696" y="82490"/>
                </a:cubicBezTo>
                <a:cubicBezTo>
                  <a:pt x="32696" y="82668"/>
                  <a:pt x="32777" y="82796"/>
                  <a:pt x="32861" y="82904"/>
                </a:cubicBezTo>
                <a:lnTo>
                  <a:pt x="33442" y="83485"/>
                </a:lnTo>
                <a:cubicBezTo>
                  <a:pt x="33505" y="83551"/>
                  <a:pt x="33593" y="83587"/>
                  <a:pt x="33683" y="83587"/>
                </a:cubicBezTo>
                <a:lnTo>
                  <a:pt x="33683" y="83587"/>
                </a:lnTo>
                <a:cubicBezTo>
                  <a:pt x="33987" y="83585"/>
                  <a:pt x="34139" y="83219"/>
                  <a:pt x="33924" y="83004"/>
                </a:cubicBezTo>
                <a:lnTo>
                  <a:pt x="33411" y="82490"/>
                </a:lnTo>
                <a:lnTo>
                  <a:pt x="33925" y="81975"/>
                </a:lnTo>
                <a:cubicBezTo>
                  <a:pt x="34060" y="81842"/>
                  <a:pt x="34060" y="81626"/>
                  <a:pt x="33925" y="81493"/>
                </a:cubicBezTo>
                <a:cubicBezTo>
                  <a:pt x="33906" y="81475"/>
                  <a:pt x="33883" y="81458"/>
                  <a:pt x="33859" y="81446"/>
                </a:cubicBezTo>
                <a:cubicBezTo>
                  <a:pt x="33804" y="81420"/>
                  <a:pt x="33744" y="81407"/>
                  <a:pt x="33684" y="81407"/>
                </a:cubicBezTo>
                <a:close/>
                <a:moveTo>
                  <a:pt x="33683" y="83587"/>
                </a:moveTo>
                <a:cubicBezTo>
                  <a:pt x="33683" y="83587"/>
                  <a:pt x="33683" y="83587"/>
                  <a:pt x="33683" y="83587"/>
                </a:cubicBezTo>
                <a:lnTo>
                  <a:pt x="33684" y="83587"/>
                </a:lnTo>
                <a:cubicBezTo>
                  <a:pt x="33684" y="83587"/>
                  <a:pt x="33684" y="83587"/>
                  <a:pt x="33683" y="83587"/>
                </a:cubicBezTo>
                <a:close/>
                <a:moveTo>
                  <a:pt x="36715" y="501"/>
                </a:moveTo>
                <a:cubicBezTo>
                  <a:pt x="40106" y="501"/>
                  <a:pt x="42867" y="3262"/>
                  <a:pt x="42867" y="6654"/>
                </a:cubicBezTo>
                <a:lnTo>
                  <a:pt x="42867" y="79324"/>
                </a:lnTo>
                <a:cubicBezTo>
                  <a:pt x="42867" y="82717"/>
                  <a:pt x="40106" y="85476"/>
                  <a:pt x="36715" y="85476"/>
                </a:cubicBezTo>
                <a:lnTo>
                  <a:pt x="6656" y="85476"/>
                </a:lnTo>
                <a:cubicBezTo>
                  <a:pt x="3262" y="85476"/>
                  <a:pt x="503" y="82717"/>
                  <a:pt x="503" y="79324"/>
                </a:cubicBezTo>
                <a:lnTo>
                  <a:pt x="503" y="6654"/>
                </a:lnTo>
                <a:cubicBezTo>
                  <a:pt x="503" y="3262"/>
                  <a:pt x="3262" y="501"/>
                  <a:pt x="6656" y="501"/>
                </a:cubicBezTo>
                <a:close/>
                <a:moveTo>
                  <a:pt x="6656" y="0"/>
                </a:moveTo>
                <a:cubicBezTo>
                  <a:pt x="2986" y="0"/>
                  <a:pt x="1" y="2985"/>
                  <a:pt x="1" y="6655"/>
                </a:cubicBezTo>
                <a:lnTo>
                  <a:pt x="1" y="79324"/>
                </a:lnTo>
                <a:cubicBezTo>
                  <a:pt x="1" y="82995"/>
                  <a:pt x="2986" y="85980"/>
                  <a:pt x="6656" y="85980"/>
                </a:cubicBezTo>
                <a:lnTo>
                  <a:pt x="36715" y="85980"/>
                </a:lnTo>
                <a:cubicBezTo>
                  <a:pt x="40383" y="85980"/>
                  <a:pt x="43370" y="82993"/>
                  <a:pt x="43370" y="79324"/>
                </a:cubicBezTo>
                <a:lnTo>
                  <a:pt x="43370" y="6655"/>
                </a:lnTo>
                <a:cubicBezTo>
                  <a:pt x="43370" y="2985"/>
                  <a:pt x="40384" y="0"/>
                  <a:pt x="367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47" name="Google Shape;2147;p66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907169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 + Text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131" name="Google Shape;2131;p65"/>
          <p:cNvGrpSpPr/>
          <p:nvPr/>
        </p:nvGrpSpPr>
        <p:grpSpPr>
          <a:xfrm>
            <a:off x="4861696" y="1020996"/>
            <a:ext cx="2335101" cy="3203872"/>
            <a:chOff x="3779900" y="1733725"/>
            <a:chExt cx="1636950" cy="2245975"/>
          </a:xfrm>
        </p:grpSpPr>
        <p:sp>
          <p:nvSpPr>
            <p:cNvPr id="2132" name="Google Shape;2132;p65"/>
            <p:cNvSpPr/>
            <p:nvPr/>
          </p:nvSpPr>
          <p:spPr>
            <a:xfrm>
              <a:off x="3779900" y="1733725"/>
              <a:ext cx="1636950" cy="2245975"/>
            </a:xfrm>
            <a:custGeom>
              <a:avLst/>
              <a:gdLst/>
              <a:ahLst/>
              <a:cxnLst/>
              <a:rect l="l" t="t" r="r" b="b"/>
              <a:pathLst>
                <a:path w="65478" h="89839" extrusionOk="0">
                  <a:moveTo>
                    <a:pt x="62073" y="519"/>
                  </a:moveTo>
                  <a:cubicBezTo>
                    <a:pt x="63667" y="519"/>
                    <a:pt x="64960" y="1813"/>
                    <a:pt x="64960" y="3407"/>
                  </a:cubicBezTo>
                  <a:lnTo>
                    <a:pt x="64960" y="86431"/>
                  </a:lnTo>
                  <a:cubicBezTo>
                    <a:pt x="64960" y="88023"/>
                    <a:pt x="63664" y="89320"/>
                    <a:pt x="62071" y="89320"/>
                  </a:cubicBezTo>
                  <a:lnTo>
                    <a:pt x="3407" y="89320"/>
                  </a:lnTo>
                  <a:cubicBezTo>
                    <a:pt x="1814" y="89320"/>
                    <a:pt x="518" y="88023"/>
                    <a:pt x="518" y="86431"/>
                  </a:cubicBezTo>
                  <a:lnTo>
                    <a:pt x="518" y="3407"/>
                  </a:lnTo>
                  <a:cubicBezTo>
                    <a:pt x="518" y="1815"/>
                    <a:pt x="1814" y="519"/>
                    <a:pt x="3407" y="519"/>
                  </a:cubicBezTo>
                  <a:lnTo>
                    <a:pt x="62071" y="519"/>
                  </a:lnTo>
                  <a:cubicBezTo>
                    <a:pt x="62071" y="519"/>
                    <a:pt x="62072" y="519"/>
                    <a:pt x="62073" y="519"/>
                  </a:cubicBezTo>
                  <a:close/>
                  <a:moveTo>
                    <a:pt x="3407" y="0"/>
                  </a:moveTo>
                  <a:cubicBezTo>
                    <a:pt x="1528" y="0"/>
                    <a:pt x="1" y="1528"/>
                    <a:pt x="1" y="3407"/>
                  </a:cubicBezTo>
                  <a:lnTo>
                    <a:pt x="1" y="86431"/>
                  </a:lnTo>
                  <a:cubicBezTo>
                    <a:pt x="1" y="88309"/>
                    <a:pt x="1528" y="89838"/>
                    <a:pt x="3407" y="89838"/>
                  </a:cubicBezTo>
                  <a:lnTo>
                    <a:pt x="62071" y="89838"/>
                  </a:lnTo>
                  <a:cubicBezTo>
                    <a:pt x="63950" y="89838"/>
                    <a:pt x="65477" y="88309"/>
                    <a:pt x="65477" y="86431"/>
                  </a:cubicBezTo>
                  <a:lnTo>
                    <a:pt x="65477" y="3407"/>
                  </a:lnTo>
                  <a:cubicBezTo>
                    <a:pt x="65477" y="1525"/>
                    <a:pt x="63953" y="0"/>
                    <a:pt x="620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65"/>
            <p:cNvSpPr/>
            <p:nvPr/>
          </p:nvSpPr>
          <p:spPr>
            <a:xfrm>
              <a:off x="4579775" y="1823025"/>
              <a:ext cx="38700" cy="38650"/>
            </a:xfrm>
            <a:custGeom>
              <a:avLst/>
              <a:gdLst/>
              <a:ahLst/>
              <a:cxnLst/>
              <a:rect l="l" t="t" r="r" b="b"/>
              <a:pathLst>
                <a:path w="1548" h="1546" extrusionOk="0">
                  <a:moveTo>
                    <a:pt x="0" y="803"/>
                  </a:moveTo>
                  <a:lnTo>
                    <a:pt x="0" y="803"/>
                  </a:lnTo>
                  <a:cubicBezTo>
                    <a:pt x="0" y="501"/>
                    <a:pt x="181" y="230"/>
                    <a:pt x="459" y="115"/>
                  </a:cubicBezTo>
                  <a:cubicBezTo>
                    <a:pt x="737" y="0"/>
                    <a:pt x="1057" y="63"/>
                    <a:pt x="1271" y="277"/>
                  </a:cubicBezTo>
                  <a:cubicBezTo>
                    <a:pt x="1483" y="489"/>
                    <a:pt x="1547" y="809"/>
                    <a:pt x="1432" y="1087"/>
                  </a:cubicBezTo>
                  <a:cubicBezTo>
                    <a:pt x="1317" y="1365"/>
                    <a:pt x="1045" y="1546"/>
                    <a:pt x="745" y="1546"/>
                  </a:cubicBezTo>
                  <a:cubicBezTo>
                    <a:pt x="334" y="1546"/>
                    <a:pt x="0" y="1214"/>
                    <a:pt x="0" y="8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65"/>
            <p:cNvSpPr/>
            <p:nvPr/>
          </p:nvSpPr>
          <p:spPr>
            <a:xfrm>
              <a:off x="3902182" y="1945972"/>
              <a:ext cx="1392400" cy="1821397"/>
            </a:xfrm>
            <a:custGeom>
              <a:avLst/>
              <a:gdLst/>
              <a:ahLst/>
              <a:cxnLst/>
              <a:rect l="l" t="t" r="r" b="b"/>
              <a:pathLst>
                <a:path w="55696" h="79381" extrusionOk="0">
                  <a:moveTo>
                    <a:pt x="55437" y="260"/>
                  </a:moveTo>
                  <a:lnTo>
                    <a:pt x="55437" y="79122"/>
                  </a:lnTo>
                  <a:lnTo>
                    <a:pt x="259" y="79122"/>
                  </a:lnTo>
                  <a:lnTo>
                    <a:pt x="259" y="260"/>
                  </a:lnTo>
                  <a:close/>
                  <a:moveTo>
                    <a:pt x="129" y="0"/>
                  </a:moveTo>
                  <a:cubicBezTo>
                    <a:pt x="59" y="0"/>
                    <a:pt x="1" y="59"/>
                    <a:pt x="1" y="130"/>
                  </a:cubicBezTo>
                  <a:lnTo>
                    <a:pt x="1" y="79252"/>
                  </a:lnTo>
                  <a:cubicBezTo>
                    <a:pt x="1" y="79322"/>
                    <a:pt x="59" y="79380"/>
                    <a:pt x="129" y="79380"/>
                  </a:cubicBezTo>
                  <a:lnTo>
                    <a:pt x="55567" y="79380"/>
                  </a:lnTo>
                  <a:cubicBezTo>
                    <a:pt x="55637" y="79380"/>
                    <a:pt x="55695" y="79324"/>
                    <a:pt x="55695" y="79252"/>
                  </a:cubicBezTo>
                  <a:lnTo>
                    <a:pt x="55695" y="130"/>
                  </a:lnTo>
                  <a:cubicBezTo>
                    <a:pt x="55695" y="59"/>
                    <a:pt x="55637" y="0"/>
                    <a:pt x="55567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65"/>
            <p:cNvSpPr/>
            <p:nvPr/>
          </p:nvSpPr>
          <p:spPr>
            <a:xfrm>
              <a:off x="4536425" y="3828600"/>
              <a:ext cx="124775" cy="79200"/>
            </a:xfrm>
            <a:custGeom>
              <a:avLst/>
              <a:gdLst/>
              <a:ahLst/>
              <a:cxnLst/>
              <a:rect l="l" t="t" r="r" b="b"/>
              <a:pathLst>
                <a:path w="4991" h="3168" extrusionOk="0">
                  <a:moveTo>
                    <a:pt x="3389" y="519"/>
                  </a:moveTo>
                  <a:cubicBezTo>
                    <a:pt x="3977" y="519"/>
                    <a:pt x="4455" y="996"/>
                    <a:pt x="4455" y="1583"/>
                  </a:cubicBezTo>
                  <a:cubicBezTo>
                    <a:pt x="4455" y="2172"/>
                    <a:pt x="3977" y="2649"/>
                    <a:pt x="3389" y="2649"/>
                  </a:cubicBezTo>
                  <a:lnTo>
                    <a:pt x="1567" y="2649"/>
                  </a:lnTo>
                  <a:cubicBezTo>
                    <a:pt x="978" y="2649"/>
                    <a:pt x="501" y="2172"/>
                    <a:pt x="501" y="1583"/>
                  </a:cubicBezTo>
                  <a:cubicBezTo>
                    <a:pt x="501" y="996"/>
                    <a:pt x="978" y="519"/>
                    <a:pt x="1567" y="519"/>
                  </a:cubicBezTo>
                  <a:close/>
                  <a:moveTo>
                    <a:pt x="3406" y="0"/>
                  </a:moveTo>
                  <a:cubicBezTo>
                    <a:pt x="3400" y="0"/>
                    <a:pt x="3395" y="0"/>
                    <a:pt x="3389" y="0"/>
                  </a:cubicBezTo>
                  <a:lnTo>
                    <a:pt x="1567" y="0"/>
                  </a:lnTo>
                  <a:cubicBezTo>
                    <a:pt x="700" y="11"/>
                    <a:pt x="0" y="716"/>
                    <a:pt x="0" y="1585"/>
                  </a:cubicBezTo>
                  <a:cubicBezTo>
                    <a:pt x="0" y="2452"/>
                    <a:pt x="700" y="3159"/>
                    <a:pt x="1567" y="3168"/>
                  </a:cubicBezTo>
                  <a:lnTo>
                    <a:pt x="3389" y="3168"/>
                  </a:lnTo>
                  <a:cubicBezTo>
                    <a:pt x="3396" y="3168"/>
                    <a:pt x="3402" y="3168"/>
                    <a:pt x="3408" y="3168"/>
                  </a:cubicBezTo>
                  <a:cubicBezTo>
                    <a:pt x="4280" y="3168"/>
                    <a:pt x="4990" y="2459"/>
                    <a:pt x="4990" y="1585"/>
                  </a:cubicBezTo>
                  <a:cubicBezTo>
                    <a:pt x="4990" y="708"/>
                    <a:pt x="4279" y="0"/>
                    <a:pt x="34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36" name="Google Shape;2136;p65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673794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Title + 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>
            <a:spLocks noGrp="1"/>
          </p:cNvSpPr>
          <p:nvPr>
            <p:ph type="subTitle" idx="1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2115" name="Google Shape;2115;p6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pSp>
        <p:nvGrpSpPr>
          <p:cNvPr id="2117" name="Google Shape;2117;p64"/>
          <p:cNvGrpSpPr/>
          <p:nvPr/>
        </p:nvGrpSpPr>
        <p:grpSpPr>
          <a:xfrm>
            <a:off x="1092354" y="1558185"/>
            <a:ext cx="3576272" cy="2727969"/>
            <a:chOff x="238125" y="1973675"/>
            <a:chExt cx="2558775" cy="1951825"/>
          </a:xfrm>
        </p:grpSpPr>
        <p:sp>
          <p:nvSpPr>
            <p:cNvPr id="2118" name="Google Shape;2118;p64"/>
            <p:cNvSpPr/>
            <p:nvPr/>
          </p:nvSpPr>
          <p:spPr>
            <a:xfrm>
              <a:off x="325550" y="2055000"/>
              <a:ext cx="2386075" cy="1459975"/>
            </a:xfrm>
            <a:custGeom>
              <a:avLst/>
              <a:gdLst/>
              <a:ahLst/>
              <a:cxnLst/>
              <a:rect l="l" t="t" r="r" b="b"/>
              <a:pathLst>
                <a:path w="95443" h="58399" extrusionOk="0">
                  <a:moveTo>
                    <a:pt x="94925" y="516"/>
                  </a:moveTo>
                  <a:lnTo>
                    <a:pt x="94925" y="57881"/>
                  </a:lnTo>
                  <a:lnTo>
                    <a:pt x="518" y="57881"/>
                  </a:lnTo>
                  <a:lnTo>
                    <a:pt x="518" y="516"/>
                  </a:lnTo>
                  <a:close/>
                  <a:moveTo>
                    <a:pt x="260" y="0"/>
                  </a:moveTo>
                  <a:cubicBezTo>
                    <a:pt x="118" y="0"/>
                    <a:pt x="1" y="115"/>
                    <a:pt x="1" y="259"/>
                  </a:cubicBezTo>
                  <a:lnTo>
                    <a:pt x="1" y="58140"/>
                  </a:lnTo>
                  <a:cubicBezTo>
                    <a:pt x="1" y="58282"/>
                    <a:pt x="118" y="58399"/>
                    <a:pt x="260" y="58399"/>
                  </a:cubicBezTo>
                  <a:lnTo>
                    <a:pt x="95184" y="58399"/>
                  </a:lnTo>
                  <a:cubicBezTo>
                    <a:pt x="95326" y="58399"/>
                    <a:pt x="95441" y="58282"/>
                    <a:pt x="95441" y="58140"/>
                  </a:cubicBezTo>
                  <a:lnTo>
                    <a:pt x="95441" y="259"/>
                  </a:lnTo>
                  <a:cubicBezTo>
                    <a:pt x="95442" y="115"/>
                    <a:pt x="95326" y="0"/>
                    <a:pt x="95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64"/>
            <p:cNvSpPr/>
            <p:nvPr/>
          </p:nvSpPr>
          <p:spPr>
            <a:xfrm>
              <a:off x="1075325" y="3589700"/>
              <a:ext cx="884075" cy="335800"/>
            </a:xfrm>
            <a:custGeom>
              <a:avLst/>
              <a:gdLst/>
              <a:ahLst/>
              <a:cxnLst/>
              <a:rect l="l" t="t" r="r" b="b"/>
              <a:pathLst>
                <a:path w="35363" h="13432" extrusionOk="0">
                  <a:moveTo>
                    <a:pt x="28176" y="0"/>
                  </a:moveTo>
                  <a:cubicBezTo>
                    <a:pt x="28078" y="0"/>
                    <a:pt x="27996" y="34"/>
                    <a:pt x="27932" y="102"/>
                  </a:cubicBezTo>
                  <a:cubicBezTo>
                    <a:pt x="27790" y="253"/>
                    <a:pt x="27790" y="509"/>
                    <a:pt x="27932" y="1118"/>
                  </a:cubicBezTo>
                  <a:cubicBezTo>
                    <a:pt x="27985" y="1344"/>
                    <a:pt x="28047" y="1651"/>
                    <a:pt x="28119" y="2009"/>
                  </a:cubicBezTo>
                  <a:cubicBezTo>
                    <a:pt x="28420" y="3516"/>
                    <a:pt x="28876" y="5791"/>
                    <a:pt x="29651" y="7179"/>
                  </a:cubicBezTo>
                  <a:cubicBezTo>
                    <a:pt x="30394" y="8514"/>
                    <a:pt x="31835" y="9775"/>
                    <a:pt x="32886" y="10698"/>
                  </a:cubicBezTo>
                  <a:cubicBezTo>
                    <a:pt x="33194" y="10968"/>
                    <a:pt x="33463" y="11203"/>
                    <a:pt x="33660" y="11396"/>
                  </a:cubicBezTo>
                  <a:cubicBezTo>
                    <a:pt x="34197" y="11917"/>
                    <a:pt x="34530" y="12027"/>
                    <a:pt x="34711" y="12085"/>
                  </a:cubicBezTo>
                  <a:cubicBezTo>
                    <a:pt x="34724" y="12089"/>
                    <a:pt x="34738" y="12094"/>
                    <a:pt x="34750" y="12098"/>
                  </a:cubicBezTo>
                  <a:cubicBezTo>
                    <a:pt x="34781" y="12255"/>
                    <a:pt x="34798" y="12433"/>
                    <a:pt x="34708" y="12569"/>
                  </a:cubicBezTo>
                  <a:cubicBezTo>
                    <a:pt x="34621" y="12698"/>
                    <a:pt x="34443" y="12789"/>
                    <a:pt x="34176" y="12841"/>
                  </a:cubicBezTo>
                  <a:cubicBezTo>
                    <a:pt x="33894" y="12897"/>
                    <a:pt x="33576" y="12915"/>
                    <a:pt x="33188" y="12915"/>
                  </a:cubicBezTo>
                  <a:cubicBezTo>
                    <a:pt x="32866" y="12915"/>
                    <a:pt x="32496" y="12902"/>
                    <a:pt x="32057" y="12888"/>
                  </a:cubicBezTo>
                  <a:cubicBezTo>
                    <a:pt x="31412" y="12865"/>
                    <a:pt x="30607" y="12837"/>
                    <a:pt x="29586" y="12837"/>
                  </a:cubicBezTo>
                  <a:lnTo>
                    <a:pt x="8800" y="12837"/>
                  </a:lnTo>
                  <a:cubicBezTo>
                    <a:pt x="7800" y="12837"/>
                    <a:pt x="6833" y="12841"/>
                    <a:pt x="5939" y="12847"/>
                  </a:cubicBezTo>
                  <a:cubicBezTo>
                    <a:pt x="5199" y="12851"/>
                    <a:pt x="4507" y="12855"/>
                    <a:pt x="3887" y="12855"/>
                  </a:cubicBezTo>
                  <a:cubicBezTo>
                    <a:pt x="3179" y="12855"/>
                    <a:pt x="2567" y="12850"/>
                    <a:pt x="2090" y="12837"/>
                  </a:cubicBezTo>
                  <a:lnTo>
                    <a:pt x="1783" y="12828"/>
                  </a:lnTo>
                  <a:cubicBezTo>
                    <a:pt x="706" y="12798"/>
                    <a:pt x="700" y="12793"/>
                    <a:pt x="570" y="12668"/>
                  </a:cubicBezTo>
                  <a:cubicBezTo>
                    <a:pt x="526" y="12627"/>
                    <a:pt x="520" y="12598"/>
                    <a:pt x="520" y="12571"/>
                  </a:cubicBezTo>
                  <a:cubicBezTo>
                    <a:pt x="520" y="12511"/>
                    <a:pt x="556" y="12333"/>
                    <a:pt x="912" y="11971"/>
                  </a:cubicBezTo>
                  <a:cubicBezTo>
                    <a:pt x="1108" y="11772"/>
                    <a:pt x="1452" y="11550"/>
                    <a:pt x="1848" y="11293"/>
                  </a:cubicBezTo>
                  <a:cubicBezTo>
                    <a:pt x="2410" y="10928"/>
                    <a:pt x="3111" y="10473"/>
                    <a:pt x="3670" y="9890"/>
                  </a:cubicBezTo>
                  <a:lnTo>
                    <a:pt x="4006" y="9544"/>
                  </a:lnTo>
                  <a:cubicBezTo>
                    <a:pt x="4870" y="8657"/>
                    <a:pt x="5947" y="7555"/>
                    <a:pt x="6528" y="6084"/>
                  </a:cubicBezTo>
                  <a:cubicBezTo>
                    <a:pt x="7009" y="4866"/>
                    <a:pt x="7250" y="2705"/>
                    <a:pt x="7410" y="1274"/>
                  </a:cubicBezTo>
                  <a:cubicBezTo>
                    <a:pt x="7465" y="775"/>
                    <a:pt x="7515" y="343"/>
                    <a:pt x="7558" y="87"/>
                  </a:cubicBezTo>
                  <a:lnTo>
                    <a:pt x="7048" y="0"/>
                  </a:lnTo>
                  <a:cubicBezTo>
                    <a:pt x="7002" y="269"/>
                    <a:pt x="6956" y="688"/>
                    <a:pt x="6896" y="1217"/>
                  </a:cubicBezTo>
                  <a:cubicBezTo>
                    <a:pt x="6739" y="2621"/>
                    <a:pt x="6503" y="4741"/>
                    <a:pt x="6047" y="5895"/>
                  </a:cubicBezTo>
                  <a:cubicBezTo>
                    <a:pt x="5506" y="7268"/>
                    <a:pt x="4512" y="8286"/>
                    <a:pt x="3637" y="9183"/>
                  </a:cubicBezTo>
                  <a:lnTo>
                    <a:pt x="3298" y="9533"/>
                  </a:lnTo>
                  <a:cubicBezTo>
                    <a:pt x="2779" y="10073"/>
                    <a:pt x="2136" y="10490"/>
                    <a:pt x="1568" y="10859"/>
                  </a:cubicBezTo>
                  <a:cubicBezTo>
                    <a:pt x="1145" y="11133"/>
                    <a:pt x="780" y="11369"/>
                    <a:pt x="546" y="11608"/>
                  </a:cubicBezTo>
                  <a:cubicBezTo>
                    <a:pt x="172" y="11988"/>
                    <a:pt x="0" y="12296"/>
                    <a:pt x="5" y="12578"/>
                  </a:cubicBezTo>
                  <a:cubicBezTo>
                    <a:pt x="6" y="12752"/>
                    <a:pt x="78" y="12911"/>
                    <a:pt x="211" y="13040"/>
                  </a:cubicBezTo>
                  <a:cubicBezTo>
                    <a:pt x="492" y="13309"/>
                    <a:pt x="611" y="13312"/>
                    <a:pt x="1770" y="13345"/>
                  </a:cubicBezTo>
                  <a:lnTo>
                    <a:pt x="2075" y="13354"/>
                  </a:lnTo>
                  <a:cubicBezTo>
                    <a:pt x="2547" y="13367"/>
                    <a:pt x="3149" y="13372"/>
                    <a:pt x="3843" y="13372"/>
                  </a:cubicBezTo>
                  <a:cubicBezTo>
                    <a:pt x="4476" y="13372"/>
                    <a:pt x="5185" y="13368"/>
                    <a:pt x="5944" y="13364"/>
                  </a:cubicBezTo>
                  <a:cubicBezTo>
                    <a:pt x="6836" y="13358"/>
                    <a:pt x="7802" y="13354"/>
                    <a:pt x="8802" y="13354"/>
                  </a:cubicBezTo>
                  <a:lnTo>
                    <a:pt x="29586" y="13354"/>
                  </a:lnTo>
                  <a:cubicBezTo>
                    <a:pt x="30598" y="13354"/>
                    <a:pt x="31397" y="13381"/>
                    <a:pt x="32040" y="13403"/>
                  </a:cubicBezTo>
                  <a:cubicBezTo>
                    <a:pt x="32484" y="13420"/>
                    <a:pt x="32860" y="13432"/>
                    <a:pt x="33192" y="13432"/>
                  </a:cubicBezTo>
                  <a:cubicBezTo>
                    <a:pt x="33609" y="13432"/>
                    <a:pt x="33956" y="13412"/>
                    <a:pt x="34274" y="13348"/>
                  </a:cubicBezTo>
                  <a:cubicBezTo>
                    <a:pt x="34682" y="13269"/>
                    <a:pt x="34972" y="13103"/>
                    <a:pt x="35137" y="12856"/>
                  </a:cubicBezTo>
                  <a:cubicBezTo>
                    <a:pt x="35363" y="12517"/>
                    <a:pt x="35282" y="12127"/>
                    <a:pt x="35252" y="11980"/>
                  </a:cubicBezTo>
                  <a:cubicBezTo>
                    <a:pt x="35195" y="11701"/>
                    <a:pt x="35007" y="11639"/>
                    <a:pt x="34871" y="11593"/>
                  </a:cubicBezTo>
                  <a:cubicBezTo>
                    <a:pt x="34721" y="11545"/>
                    <a:pt x="34470" y="11463"/>
                    <a:pt x="34019" y="11025"/>
                  </a:cubicBezTo>
                  <a:cubicBezTo>
                    <a:pt x="33815" y="10828"/>
                    <a:pt x="33540" y="10585"/>
                    <a:pt x="33225" y="10309"/>
                  </a:cubicBezTo>
                  <a:cubicBezTo>
                    <a:pt x="32202" y="9412"/>
                    <a:pt x="30800" y="8183"/>
                    <a:pt x="30101" y="6928"/>
                  </a:cubicBezTo>
                  <a:cubicBezTo>
                    <a:pt x="29367" y="5611"/>
                    <a:pt x="28902" y="3294"/>
                    <a:pt x="28625" y="1909"/>
                  </a:cubicBezTo>
                  <a:cubicBezTo>
                    <a:pt x="28552" y="1542"/>
                    <a:pt x="28489" y="1231"/>
                    <a:pt x="28435" y="1000"/>
                  </a:cubicBezTo>
                  <a:cubicBezTo>
                    <a:pt x="28376" y="749"/>
                    <a:pt x="28353" y="598"/>
                    <a:pt x="28346" y="510"/>
                  </a:cubicBezTo>
                  <a:cubicBezTo>
                    <a:pt x="28373" y="500"/>
                    <a:pt x="28400" y="486"/>
                    <a:pt x="28422" y="468"/>
                  </a:cubicBezTo>
                  <a:lnTo>
                    <a:pt x="28537" y="268"/>
                  </a:lnTo>
                  <a:lnTo>
                    <a:pt x="28247" y="234"/>
                  </a:lnTo>
                  <a:lnTo>
                    <a:pt x="28111" y="56"/>
                  </a:lnTo>
                  <a:cubicBezTo>
                    <a:pt x="28153" y="24"/>
                    <a:pt x="28202" y="8"/>
                    <a:pt x="28254" y="8"/>
                  </a:cubicBezTo>
                  <a:cubicBezTo>
                    <a:pt x="28256" y="8"/>
                    <a:pt x="28258" y="8"/>
                    <a:pt x="28261" y="8"/>
                  </a:cubicBezTo>
                  <a:cubicBezTo>
                    <a:pt x="28231" y="3"/>
                    <a:pt x="28203" y="0"/>
                    <a:pt x="281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64"/>
            <p:cNvSpPr/>
            <p:nvPr/>
          </p:nvSpPr>
          <p:spPr>
            <a:xfrm>
              <a:off x="238125" y="1973675"/>
              <a:ext cx="2558775" cy="1623600"/>
            </a:xfrm>
            <a:custGeom>
              <a:avLst/>
              <a:gdLst/>
              <a:ahLst/>
              <a:cxnLst/>
              <a:rect l="l" t="t" r="r" b="b"/>
              <a:pathLst>
                <a:path w="102351" h="64944" extrusionOk="0">
                  <a:moveTo>
                    <a:pt x="99608" y="516"/>
                  </a:moveTo>
                  <a:cubicBezTo>
                    <a:pt x="100838" y="516"/>
                    <a:pt x="101835" y="1513"/>
                    <a:pt x="101835" y="2744"/>
                  </a:cubicBezTo>
                  <a:lnTo>
                    <a:pt x="101835" y="62200"/>
                  </a:lnTo>
                  <a:cubicBezTo>
                    <a:pt x="101833" y="63429"/>
                    <a:pt x="100836" y="64425"/>
                    <a:pt x="99608" y="64426"/>
                  </a:cubicBezTo>
                  <a:lnTo>
                    <a:pt x="2743" y="64426"/>
                  </a:lnTo>
                  <a:cubicBezTo>
                    <a:pt x="1514" y="64425"/>
                    <a:pt x="519" y="63429"/>
                    <a:pt x="517" y="62200"/>
                  </a:cubicBezTo>
                  <a:lnTo>
                    <a:pt x="517" y="2744"/>
                  </a:lnTo>
                  <a:cubicBezTo>
                    <a:pt x="519" y="1515"/>
                    <a:pt x="1514" y="518"/>
                    <a:pt x="2743" y="516"/>
                  </a:cubicBezTo>
                  <a:close/>
                  <a:moveTo>
                    <a:pt x="2743" y="1"/>
                  </a:moveTo>
                  <a:cubicBezTo>
                    <a:pt x="1230" y="1"/>
                    <a:pt x="0" y="1229"/>
                    <a:pt x="0" y="2744"/>
                  </a:cubicBezTo>
                  <a:lnTo>
                    <a:pt x="0" y="62200"/>
                  </a:lnTo>
                  <a:cubicBezTo>
                    <a:pt x="0" y="63713"/>
                    <a:pt x="1230" y="64943"/>
                    <a:pt x="2743" y="64943"/>
                  </a:cubicBezTo>
                  <a:lnTo>
                    <a:pt x="99608" y="64943"/>
                  </a:lnTo>
                  <a:cubicBezTo>
                    <a:pt x="101120" y="64943"/>
                    <a:pt x="102351" y="63713"/>
                    <a:pt x="102351" y="62200"/>
                  </a:cubicBezTo>
                  <a:lnTo>
                    <a:pt x="102351" y="2744"/>
                  </a:lnTo>
                  <a:cubicBezTo>
                    <a:pt x="102351" y="1228"/>
                    <a:pt x="101123" y="1"/>
                    <a:pt x="99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64"/>
            <p:cNvSpPr/>
            <p:nvPr/>
          </p:nvSpPr>
          <p:spPr>
            <a:xfrm>
              <a:off x="255425" y="1991200"/>
              <a:ext cx="2524175" cy="1588500"/>
            </a:xfrm>
            <a:custGeom>
              <a:avLst/>
              <a:gdLst/>
              <a:ahLst/>
              <a:cxnLst/>
              <a:rect l="l" t="t" r="r" b="b"/>
              <a:pathLst>
                <a:path w="100967" h="63540" extrusionOk="0">
                  <a:moveTo>
                    <a:pt x="98640" y="518"/>
                  </a:moveTo>
                  <a:cubicBezTo>
                    <a:pt x="99639" y="518"/>
                    <a:pt x="100449" y="1328"/>
                    <a:pt x="100449" y="2328"/>
                  </a:cubicBezTo>
                  <a:lnTo>
                    <a:pt x="100449" y="61214"/>
                  </a:lnTo>
                  <a:cubicBezTo>
                    <a:pt x="100448" y="62212"/>
                    <a:pt x="99639" y="63022"/>
                    <a:pt x="98640" y="63024"/>
                  </a:cubicBezTo>
                  <a:lnTo>
                    <a:pt x="2328" y="63024"/>
                  </a:lnTo>
                  <a:cubicBezTo>
                    <a:pt x="1328" y="63022"/>
                    <a:pt x="519" y="62212"/>
                    <a:pt x="517" y="61214"/>
                  </a:cubicBezTo>
                  <a:lnTo>
                    <a:pt x="517" y="2328"/>
                  </a:lnTo>
                  <a:cubicBezTo>
                    <a:pt x="519" y="1328"/>
                    <a:pt x="1328" y="519"/>
                    <a:pt x="2328" y="518"/>
                  </a:cubicBezTo>
                  <a:close/>
                  <a:moveTo>
                    <a:pt x="2328" y="1"/>
                  </a:moveTo>
                  <a:cubicBezTo>
                    <a:pt x="1042" y="2"/>
                    <a:pt x="2" y="1043"/>
                    <a:pt x="0" y="2328"/>
                  </a:cubicBezTo>
                  <a:lnTo>
                    <a:pt x="0" y="61214"/>
                  </a:lnTo>
                  <a:cubicBezTo>
                    <a:pt x="2" y="62498"/>
                    <a:pt x="1042" y="63538"/>
                    <a:pt x="2328" y="63540"/>
                  </a:cubicBezTo>
                  <a:lnTo>
                    <a:pt x="98640" y="63540"/>
                  </a:lnTo>
                  <a:cubicBezTo>
                    <a:pt x="99925" y="63538"/>
                    <a:pt x="100965" y="62498"/>
                    <a:pt x="100967" y="61214"/>
                  </a:cubicBezTo>
                  <a:lnTo>
                    <a:pt x="100967" y="2328"/>
                  </a:lnTo>
                  <a:cubicBezTo>
                    <a:pt x="100967" y="1043"/>
                    <a:pt x="99925" y="1"/>
                    <a:pt x="986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64"/>
            <p:cNvSpPr/>
            <p:nvPr/>
          </p:nvSpPr>
          <p:spPr>
            <a:xfrm>
              <a:off x="1091150" y="3888075"/>
              <a:ext cx="856825" cy="25"/>
            </a:xfrm>
            <a:custGeom>
              <a:avLst/>
              <a:gdLst/>
              <a:ahLst/>
              <a:cxnLst/>
              <a:rect l="l" t="t" r="r" b="b"/>
              <a:pathLst>
                <a:path w="34273" h="1" extrusionOk="0">
                  <a:moveTo>
                    <a:pt x="1" y="0"/>
                  </a:moveTo>
                  <a:lnTo>
                    <a:pt x="3427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64"/>
            <p:cNvSpPr/>
            <p:nvPr/>
          </p:nvSpPr>
          <p:spPr>
            <a:xfrm>
              <a:off x="1091125" y="3881600"/>
              <a:ext cx="856850" cy="12925"/>
            </a:xfrm>
            <a:custGeom>
              <a:avLst/>
              <a:gdLst/>
              <a:ahLst/>
              <a:cxnLst/>
              <a:rect l="l" t="t" r="r" b="b"/>
              <a:pathLst>
                <a:path w="34274" h="517" extrusionOk="0">
                  <a:moveTo>
                    <a:pt x="0" y="1"/>
                  </a:moveTo>
                  <a:lnTo>
                    <a:pt x="0" y="516"/>
                  </a:lnTo>
                  <a:lnTo>
                    <a:pt x="34273" y="516"/>
                  </a:lnTo>
                  <a:lnTo>
                    <a:pt x="342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0875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59" r:id="rId4"/>
    <p:sldLayoutId id="2147483660" r:id="rId5"/>
    <p:sldLayoutId id="2147483662" r:id="rId6"/>
    <p:sldLayoutId id="2147483669" r:id="rId7"/>
    <p:sldLayoutId id="2147483684" r:id="rId8"/>
    <p:sldLayoutId id="2147483685" r:id="rId9"/>
    <p:sldLayoutId id="2147483686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30B07Gq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bit.ly/33VAFh3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hx5gh0Hff0O5fDTp9xrQKfEQOFIRj9Xw4HpzoTh9n8A/cop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1174594" y="3010365"/>
            <a:ext cx="6564351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FUTURISTIC</a:t>
            </a:r>
            <a:endParaRPr sz="3200"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1839759" y="4120962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 starts your presentation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REJA</a:t>
            </a:r>
            <a:endParaRPr dirty="0"/>
          </a:p>
        </p:txBody>
      </p:sp>
      <p:sp>
        <p:nvSpPr>
          <p:cNvPr id="171" name="Google Shape;171;p39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" sz="1400" b="1" dirty="0"/>
              <a:t>A slide structure based on a multi-purpose presentation, which you can easily adapt to your needs. For more info on how to edit the template, please visit </a:t>
            </a:r>
            <a:r>
              <a:rPr lang="en" sz="1400" b="1" dirty="0">
                <a:uFill>
                  <a:noFill/>
                </a:uFill>
                <a:hlinkClick r:id="rId3"/>
              </a:rPr>
              <a:t>Slidesgo School</a:t>
            </a:r>
            <a:r>
              <a:rPr lang="en" sz="1400" b="1" dirty="0"/>
              <a:t> or read our </a:t>
            </a:r>
            <a:r>
              <a:rPr lang="en" sz="1400" b="1" dirty="0">
                <a:uFill>
                  <a:noFill/>
                </a:uFill>
                <a:hlinkClick r:id="rId4"/>
              </a:rPr>
              <a:t>FAQs</a:t>
            </a:r>
            <a:r>
              <a:rPr lang="en" sz="1400" b="1" dirty="0"/>
              <a:t>.</a:t>
            </a:r>
            <a:endParaRPr sz="1400" b="1" dirty="0"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" sz="1400" b="1" dirty="0"/>
              <a:t>An assortment of illustrations and pictures that are suitable for use in the presentation can be found in the </a:t>
            </a:r>
            <a:r>
              <a:rPr lang="en" sz="1400" b="1" dirty="0">
                <a:uFill>
                  <a:noFill/>
                </a:uFill>
                <a:hlinkClick r:id="" action="ppaction://noaction"/>
              </a:rPr>
              <a:t>alternative resources slide</a:t>
            </a:r>
            <a:r>
              <a:rPr lang="en" sz="1400" b="1" dirty="0"/>
              <a:t>.</a:t>
            </a:r>
            <a:endParaRPr sz="1400" b="1" dirty="0"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" sz="1400" b="1" dirty="0"/>
              <a:t>A </a:t>
            </a:r>
            <a:r>
              <a:rPr lang="en" sz="1400" b="1" dirty="0">
                <a:uFill>
                  <a:noFill/>
                </a:uFill>
                <a:hlinkClick r:id="" action="ppaction://noaction"/>
              </a:rPr>
              <a:t>thanks slide</a:t>
            </a:r>
            <a:r>
              <a:rPr lang="en" sz="1400" b="1" dirty="0"/>
              <a:t>, which you must keep so that proper credits for our design are given.</a:t>
            </a:r>
            <a:endParaRPr sz="1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0"/>
          <p:cNvSpPr txBox="1">
            <a:spLocks noGrp="1"/>
          </p:cNvSpPr>
          <p:nvPr>
            <p:ph type="subTitle" idx="1"/>
          </p:nvPr>
        </p:nvSpPr>
        <p:spPr>
          <a:xfrm>
            <a:off x="3538497" y="1608712"/>
            <a:ext cx="2067000" cy="27744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/>
            <a:r>
              <a:rPr lang="en" dirty="0"/>
              <a:t>Here you can describe the topic of the section </a:t>
            </a:r>
            <a:r>
              <a:rPr lang="en-US" dirty="0"/>
              <a:t>Here you can describe the topic of the section</a:t>
            </a:r>
          </a:p>
          <a:p>
            <a:pPr marL="0" indent="0" algn="just"/>
            <a:r>
              <a:rPr lang="en-US" dirty="0"/>
              <a:t>Here you can describe the topic of the section</a:t>
            </a:r>
          </a:p>
          <a:p>
            <a:pPr marL="0" indent="0" algn="just"/>
            <a:r>
              <a:rPr lang="en-US" dirty="0"/>
              <a:t>Here you can describe the topic of the section</a:t>
            </a:r>
          </a:p>
          <a:p>
            <a:pPr marL="0" indent="0" algn="just"/>
            <a:r>
              <a:rPr lang="en-US" dirty="0"/>
              <a:t>Here you can describe the topic of the section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2" name="Google Shape;182;p40"/>
          <p:cNvSpPr txBox="1">
            <a:spLocks noGrp="1"/>
          </p:cNvSpPr>
          <p:nvPr>
            <p:ph type="subTitle" idx="3"/>
          </p:nvPr>
        </p:nvSpPr>
        <p:spPr>
          <a:xfrm>
            <a:off x="6028553" y="1608712"/>
            <a:ext cx="2067000" cy="27744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/>
            <a:r>
              <a:rPr lang="en" dirty="0"/>
              <a:t>Here you can describe the topic of the section </a:t>
            </a:r>
            <a:r>
              <a:rPr lang="en-US" dirty="0"/>
              <a:t>Here you can describe the topic of the section</a:t>
            </a:r>
          </a:p>
          <a:p>
            <a:pPr marL="0" indent="0" algn="just"/>
            <a:r>
              <a:rPr lang="en-US" dirty="0"/>
              <a:t>Here you can describe the topic of the section</a:t>
            </a:r>
          </a:p>
          <a:p>
            <a:pPr marL="0" indent="0" algn="just"/>
            <a:r>
              <a:rPr lang="en-US" dirty="0"/>
              <a:t>Here you can describe the topic of the section</a:t>
            </a:r>
          </a:p>
          <a:p>
            <a:pPr marL="0" indent="0" algn="just"/>
            <a:r>
              <a:rPr lang="en-US" dirty="0"/>
              <a:t>Here you can describe the topic of the section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40"/>
          <p:cNvSpPr txBox="1">
            <a:spLocks noGrp="1"/>
          </p:cNvSpPr>
          <p:nvPr>
            <p:ph type="subTitle" idx="5"/>
          </p:nvPr>
        </p:nvSpPr>
        <p:spPr>
          <a:xfrm>
            <a:off x="1048447" y="1608712"/>
            <a:ext cx="2067000" cy="27744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/>
            <a:r>
              <a:rPr lang="en" dirty="0"/>
              <a:t>Here you can describe the topic of the section </a:t>
            </a:r>
            <a:r>
              <a:rPr lang="en-US" dirty="0"/>
              <a:t>Here you can describe the topic of the section</a:t>
            </a:r>
          </a:p>
          <a:p>
            <a:pPr marL="0" indent="0" algn="just"/>
            <a:r>
              <a:rPr lang="en-US" dirty="0"/>
              <a:t>Here you can describe the topic of the section</a:t>
            </a:r>
          </a:p>
          <a:p>
            <a:pPr marL="0" indent="0" algn="just"/>
            <a:r>
              <a:rPr lang="en-US" dirty="0"/>
              <a:t>Here you can describe the topic of the section</a:t>
            </a:r>
          </a:p>
          <a:p>
            <a:pPr marL="0" indent="0" algn="just"/>
            <a:r>
              <a:rPr lang="en-US" dirty="0"/>
              <a:t>Here you can describe the topic of the section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5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PREFER THIS GRAPH?</a:t>
            </a:r>
            <a:endParaRPr dirty="0"/>
          </a:p>
        </p:txBody>
      </p:sp>
      <p:sp>
        <p:nvSpPr>
          <p:cNvPr id="1975" name="Google Shape;1975;p55"/>
          <p:cNvSpPr txBox="1">
            <a:spLocks noGrp="1"/>
          </p:cNvSpPr>
          <p:nvPr>
            <p:ph type="body" idx="4294967295"/>
          </p:nvPr>
        </p:nvSpPr>
        <p:spPr>
          <a:xfrm>
            <a:off x="5896947" y="1035698"/>
            <a:ext cx="2808514" cy="35375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en" sz="1400" dirty="0">
                <a:solidFill>
                  <a:schemeClr val="bg1"/>
                </a:solidFill>
              </a:rPr>
              <a:t>To modify this graph, click on it, follow the link, change the data and replace it. </a:t>
            </a:r>
            <a:r>
              <a:rPr lang="en-US" sz="1400" dirty="0">
                <a:solidFill>
                  <a:schemeClr val="bg1"/>
                </a:solidFill>
              </a:rPr>
              <a:t>Here you can describe the topic of the section Here you can describe the topic of the section can describe the topic of the section Here you can </a:t>
            </a:r>
            <a:r>
              <a:rPr lang="en-US" sz="1400" dirty="0" err="1">
                <a:solidFill>
                  <a:schemeClr val="bg1"/>
                </a:solidFill>
              </a:rPr>
              <a:t>can</a:t>
            </a:r>
            <a:r>
              <a:rPr lang="en-US" sz="1400" dirty="0">
                <a:solidFill>
                  <a:schemeClr val="bg1"/>
                </a:solidFill>
              </a:rPr>
              <a:t> describe the topic of the section Here you can </a:t>
            </a:r>
            <a:r>
              <a:rPr lang="en-US" sz="1400" dirty="0" err="1">
                <a:solidFill>
                  <a:schemeClr val="bg1"/>
                </a:solidFill>
              </a:rPr>
              <a:t>can</a:t>
            </a:r>
            <a:r>
              <a:rPr lang="en-US" sz="1400" dirty="0">
                <a:solidFill>
                  <a:schemeClr val="bg1"/>
                </a:solidFill>
              </a:rPr>
              <a:t> describe the topic of the section Here you can </a:t>
            </a:r>
            <a:r>
              <a:rPr lang="en-US" sz="1400" dirty="0" err="1">
                <a:solidFill>
                  <a:schemeClr val="bg1"/>
                </a:solidFill>
              </a:rPr>
              <a:t>can</a:t>
            </a:r>
            <a:r>
              <a:rPr lang="en-US" sz="1400" dirty="0">
                <a:solidFill>
                  <a:schemeClr val="bg1"/>
                </a:solidFill>
              </a:rPr>
              <a:t> describe the topic of the section Here you can </a:t>
            </a:r>
            <a:r>
              <a:rPr lang="en-US" sz="1400" dirty="0" err="1">
                <a:solidFill>
                  <a:schemeClr val="bg1"/>
                </a:solidFill>
              </a:rPr>
              <a:t>can</a:t>
            </a:r>
            <a:r>
              <a:rPr lang="en-US" sz="1400" dirty="0">
                <a:solidFill>
                  <a:schemeClr val="bg1"/>
                </a:solidFill>
              </a:rPr>
              <a:t> describe the topic of the section Here you can GDFGDF GFDG</a:t>
            </a:r>
          </a:p>
          <a:p>
            <a:pPr marL="0" indent="0">
              <a:spcAft>
                <a:spcPts val="1600"/>
              </a:spcAft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981" name="Google Shape;1981;p55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1738" y="1656775"/>
            <a:ext cx="4795725" cy="2965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4659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66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WEB</a:t>
            </a:r>
            <a:endParaRPr/>
          </a:p>
        </p:txBody>
      </p:sp>
      <p:sp>
        <p:nvSpPr>
          <p:cNvPr id="2142" name="Google Shape;2142;p66"/>
          <p:cNvSpPr txBox="1">
            <a:spLocks noGrp="1"/>
          </p:cNvSpPr>
          <p:nvPr>
            <p:ph type="subTitle" idx="1"/>
          </p:nvPr>
        </p:nvSpPr>
        <p:spPr>
          <a:xfrm>
            <a:off x="5817050" y="637775"/>
            <a:ext cx="2556300" cy="3846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You can replace the image on the screen with your own work. Just delete this one, add yours and center it properly</a:t>
            </a:r>
            <a:endParaRPr sz="1400" dirty="0"/>
          </a:p>
        </p:txBody>
      </p:sp>
      <p:pic>
        <p:nvPicPr>
          <p:cNvPr id="2143" name="Google Shape;2143;p66"/>
          <p:cNvPicPr preferRelativeResize="0"/>
          <p:nvPr/>
        </p:nvPicPr>
        <p:blipFill rotWithShape="1">
          <a:blip r:embed="rId3">
            <a:alphaModFix/>
          </a:blip>
          <a:srcRect t="639" b="5331"/>
          <a:stretch/>
        </p:blipFill>
        <p:spPr>
          <a:xfrm>
            <a:off x="2848108" y="1227230"/>
            <a:ext cx="2115135" cy="3502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5" name="Google Shape;2145;p66"/>
          <p:cNvPicPr preferRelativeResize="0"/>
          <p:nvPr/>
        </p:nvPicPr>
        <p:blipFill rotWithShape="1">
          <a:blip r:embed="rId3">
            <a:alphaModFix/>
          </a:blip>
          <a:srcRect t="639" b="5331"/>
          <a:stretch/>
        </p:blipFill>
        <p:spPr>
          <a:xfrm>
            <a:off x="1224672" y="2472050"/>
            <a:ext cx="1106269" cy="1968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420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8" name="Google Shape;2128;p65"/>
          <p:cNvPicPr preferRelativeResize="0"/>
          <p:nvPr/>
        </p:nvPicPr>
        <p:blipFill rotWithShape="1">
          <a:blip r:embed="rId3">
            <a:alphaModFix/>
          </a:blip>
          <a:srcRect b="2828"/>
          <a:stretch/>
        </p:blipFill>
        <p:spPr>
          <a:xfrm rot="-12">
            <a:off x="5043100" y="1323778"/>
            <a:ext cx="1972350" cy="2598342"/>
          </a:xfrm>
          <a:prstGeom prst="rect">
            <a:avLst/>
          </a:prstGeom>
          <a:noFill/>
          <a:ln>
            <a:noFill/>
          </a:ln>
        </p:spPr>
      </p:pic>
      <p:sp>
        <p:nvSpPr>
          <p:cNvPr id="2129" name="Google Shape;2129;p6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 APP</a:t>
            </a:r>
            <a:endParaRPr/>
          </a:p>
        </p:txBody>
      </p:sp>
      <p:sp>
        <p:nvSpPr>
          <p:cNvPr id="2130" name="Google Shape;2130;p65"/>
          <p:cNvSpPr txBox="1">
            <a:spLocks noGrp="1"/>
          </p:cNvSpPr>
          <p:nvPr>
            <p:ph type="subTitle" idx="1"/>
          </p:nvPr>
        </p:nvSpPr>
        <p:spPr>
          <a:xfrm>
            <a:off x="938500" y="914400"/>
            <a:ext cx="2556300" cy="3569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You can replace the image on the screen with your own work. Just delete this one, add yours and center it properly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10956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64"/>
          <p:cNvSpPr txBox="1">
            <a:spLocks noGrp="1"/>
          </p:cNvSpPr>
          <p:nvPr>
            <p:ph type="subTitle" idx="1"/>
          </p:nvPr>
        </p:nvSpPr>
        <p:spPr>
          <a:xfrm>
            <a:off x="5817050" y="342900"/>
            <a:ext cx="2556300" cy="4141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You can replace the image on the screen with your own work. Just delete this one, add yours and center it properly</a:t>
            </a:r>
            <a:endParaRPr sz="1400" dirty="0"/>
          </a:p>
        </p:txBody>
      </p:sp>
      <p:sp>
        <p:nvSpPr>
          <p:cNvPr id="2114" name="Google Shape;2114;p6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DESKTOP SOFTWARE</a:t>
            </a:r>
            <a:endParaRPr dirty="0"/>
          </a:p>
        </p:txBody>
      </p:sp>
      <p:pic>
        <p:nvPicPr>
          <p:cNvPr id="2116" name="Google Shape;2116;p64"/>
          <p:cNvPicPr preferRelativeResize="0"/>
          <p:nvPr/>
        </p:nvPicPr>
        <p:blipFill rotWithShape="1">
          <a:blip r:embed="rId3">
            <a:alphaModFix/>
          </a:blip>
          <a:srcRect b="15832"/>
          <a:stretch/>
        </p:blipFill>
        <p:spPr>
          <a:xfrm>
            <a:off x="1221395" y="1688835"/>
            <a:ext cx="3320651" cy="20125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020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01;p42">
            <a:extLst>
              <a:ext uri="{FF2B5EF4-FFF2-40B4-BE49-F238E27FC236}">
                <a16:creationId xmlns:a16="http://schemas.microsoft.com/office/drawing/2014/main" id="{E5C4B886-BC01-4925-9EBC-E198B205799B}"/>
              </a:ext>
            </a:extLst>
          </p:cNvPr>
          <p:cNvSpPr txBox="1">
            <a:spLocks/>
          </p:cNvSpPr>
          <p:nvPr/>
        </p:nvSpPr>
        <p:spPr>
          <a:xfrm>
            <a:off x="1759191" y="1547857"/>
            <a:ext cx="5442900" cy="109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 ExtraBold"/>
              <a:buNone/>
              <a:defRPr sz="3000" b="1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dirty="0">
                <a:sym typeface="Lumberjack"/>
              </a:rPr>
              <a:t>E’TIBORINGIZ </a:t>
            </a:r>
            <a:r>
              <a:rPr lang="en-US">
                <a:sym typeface="Lumberjack"/>
              </a:rPr>
              <a:t>UCHUN RAHMAT!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397</Words>
  <Application>Microsoft Office PowerPoint</Application>
  <PresentationFormat>Экран (16:9)</PresentationFormat>
  <Paragraphs>27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Lumberjack</vt:lpstr>
      <vt:lpstr>Montserrat</vt:lpstr>
      <vt:lpstr>Montserrat ExtraBold</vt:lpstr>
      <vt:lpstr>Futuristic Background by Slidesgo</vt:lpstr>
      <vt:lpstr>FUTURISTIC</vt:lpstr>
      <vt:lpstr>REJA</vt:lpstr>
      <vt:lpstr>Презентация PowerPoint</vt:lpstr>
      <vt:lpstr>DO YOU PREFER THIS GRAPH?</vt:lpstr>
      <vt:lpstr>MOBILE WEB</vt:lpstr>
      <vt:lpstr>TABLET APP</vt:lpstr>
      <vt:lpstr>DESKTOP SOFTWARE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FUTURISTICFUTURISTIC FUTURISTICFUTURISTICFUTURISTICFUTURISTIC FUTURISTIC FUTURISTIC FUTURISTIC FUTURISTICFUTURISTICFUTURISTIC</dc:title>
  <cp:lastModifiedBy>Nodir Qarshiyev</cp:lastModifiedBy>
  <cp:revision>5</cp:revision>
  <dcterms:modified xsi:type="dcterms:W3CDTF">2026-07-24T07:51:33Z</dcterms:modified>
</cp:coreProperties>
</file>