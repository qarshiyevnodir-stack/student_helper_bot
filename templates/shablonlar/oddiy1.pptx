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Montserrat" panose="00000500000000000000" pitchFamily="2" charset="-52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7" d="100"/>
          <a:sy n="67" d="100"/>
        </p:scale>
        <p:origin x="54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G_S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G_S1"/>
          <p:cNvPicPr preferRelativeResize="0">
            <a:picLocks noGrp="1" noRot="1" noChangeAspect="1" noMove="1" noResize="1" noEditPoints="1" noAdjustHandles="1" noChangeArrowheads="1" noChangeShapeType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G_S2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G_S2"/>
          <p:cNvPicPr preferRelativeResize="0">
            <a:picLocks noGrp="1" noRot="1" noChangeAspect="1" noMove="1" noResize="1" noEditPoints="1" noAdjustHandles="1" noChangeArrowheads="1" noChangeShapeType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G_S3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G_S3"/>
          <p:cNvPicPr preferRelativeResize="0">
            <a:picLocks noGrp="1" noRot="1" noChangeAspect="1" noMove="1" noResize="1" noEditPoints="1" noAdjustHandles="1" noChangeArrowheads="1" noChangeShapeType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G_S4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G_S4"/>
          <p:cNvPicPr preferRelativeResize="0">
            <a:picLocks noGrp="1" noRot="1" noChangeAspect="1" noMove="1" noResize="1" noEditPoints="1" noAdjustHandles="1" noChangeArrowheads="1" noChangeShapeType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G_S5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G_S5"/>
          <p:cNvPicPr preferRelativeResize="0">
            <a:picLocks noGrp="1" noRot="1" noChangeAspect="1" noMove="1" noResize="1" noEditPoints="1" noAdjustHandles="1" noChangeArrowheads="1" noChangeShapeType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G_S6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G_S6"/>
          <p:cNvPicPr preferRelativeResize="0">
            <a:picLocks noGrp="1" noRot="1" noChangeAspect="1" noMove="1" noResize="1" noEditPoints="1" noAdjustHandles="1" noChangeArrowheads="1" noChangeShapeType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BG_S7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G_S7"/>
          <p:cNvPicPr preferRelativeResize="0">
            <a:picLocks noGrp="1" noRot="1" noChangeAspect="1" noMove="1" noResize="1" noEditPoints="1" noAdjustHandles="1" noChangeArrowheads="1" noChangeShapeType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G_S8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G_S8"/>
          <p:cNvPicPr preferRelativeResize="0">
            <a:picLocks noGrp="1" noRot="1" noChangeAspect="1" noMove="1" noResize="1" noEditPoints="1" noAdjustHandles="1" noChangeArrowheads="1" noChangeShapeType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1471612" y="747713"/>
            <a:ext cx="9001125" cy="226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Korporativ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Samaradorlikni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Oshirish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Strategiyasi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881187" y="5877052"/>
            <a:ext cx="85725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fish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1809511" y="852488"/>
            <a:ext cx="7810976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Reja: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1376362" y="1962150"/>
            <a:ext cx="824412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Global </a:t>
            </a:r>
            <a:r>
              <a:rPr lang="en-US" sz="2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trendlar</a:t>
            </a:r>
            <a:r>
              <a:rPr lang="en-US" sz="2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va</a:t>
            </a:r>
            <a:r>
              <a:rPr lang="en-US" sz="2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makroiqtisodiy</a:t>
            </a:r>
            <a:r>
              <a:rPr lang="en-US" sz="2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ta'sir</a:t>
            </a:r>
            <a:r>
              <a:rPr lang="en-US" sz="2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ko'rsatkichlari</a:t>
            </a:r>
            <a:endParaRPr lang="en-US" sz="2800" b="0" i="0" u="none" strike="noStrike" cap="none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Kmlnk</a:t>
            </a:r>
            <a:endParaRPr lang="en-US" sz="2800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Dsdcv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666750" y="47625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IJROCHI XULOSA (EXECUTIVE SUMMARY)</a:t>
            </a:r>
            <a:endParaRPr sz="1800"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666750" y="1685924"/>
            <a:ext cx="914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Bozordagi </a:t>
            </a: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yetakchilik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Joriy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yilda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kompaniyamiz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asosiy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segmentlarda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12%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o'sishga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erishdi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bozor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ulushini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mustahkamladi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1981200" y="4629152"/>
            <a:ext cx="914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Strategik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ustuvorlik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2025-yilda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asosiy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e'tibor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global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ekspansiya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mijozlarga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yo'naltirilgan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innovatsiyalarga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qaratiladi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666750" y="47625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GLOBAL BOZOR ANALIZI</a:t>
            </a:r>
            <a:endParaRPr sz="3200"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676275" y="1985962"/>
            <a:ext cx="108274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Hamkorlik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aloqalarini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mustahkamlash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orqali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ta'minot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zanjiri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barqarorligi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98% ga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Jfhalsk</a:t>
            </a:r>
            <a:r>
              <a:rPr lang="en-US" sz="18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asjdfhakjf</a:t>
            </a:r>
            <a:r>
              <a:rPr lang="en-US" sz="18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askjfhasdkfjasmhfansd</a:t>
            </a:r>
            <a:r>
              <a:rPr lang="en-US" sz="18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fkjadshlk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yetkazildi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666750" y="47625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STRATEGIK QIYMAT USTUNLARI</a:t>
            </a:r>
            <a:endParaRPr sz="1800" dirty="0"/>
          </a:p>
        </p:txBody>
      </p:sp>
      <p:sp>
        <p:nvSpPr>
          <p:cNvPr id="133" name="Google Shape;133;p17"/>
          <p:cNvSpPr txBox="1"/>
          <p:nvPr/>
        </p:nvSpPr>
        <p:spPr>
          <a:xfrm>
            <a:off x="952500" y="2883693"/>
            <a:ext cx="28892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Yangi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bozor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segmentlariga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kirish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daromad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manbalarini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diversifikatsiya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qilish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4651325" y="2883693"/>
            <a:ext cx="2889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R&amp;D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investitsiyalarini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oshirish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sun'iy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intellekt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yechimlarini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joriy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etish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8350300" y="2883693"/>
            <a:ext cx="2889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Ekologik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ijtimoiy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mas'uliyat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standartlariga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to'liq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rioya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qilish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666750" y="47625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MOLIYAVIY KO'RSATKICHLAR (MLN USD)</a:t>
            </a:r>
            <a:endParaRPr sz="1800" dirty="0"/>
          </a:p>
        </p:txBody>
      </p:sp>
      <p:sp>
        <p:nvSpPr>
          <p:cNvPr id="152" name="Google Shape;152;p18"/>
          <p:cNvSpPr txBox="1"/>
          <p:nvPr/>
        </p:nvSpPr>
        <p:spPr>
          <a:xfrm>
            <a:off x="866773" y="1834811"/>
            <a:ext cx="4320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Sotuv </a:t>
            </a:r>
            <a:r>
              <a:rPr lang="en-US" sz="1800" b="1" i="0" u="none" strike="noStrike" cap="none" dirty="0" err="1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hajmi</a:t>
            </a:r>
            <a:endParaRPr sz="1800"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6562725" y="1834811"/>
            <a:ext cx="4320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Sof </a:t>
            </a:r>
            <a:r>
              <a:rPr lang="en-US" sz="1800" b="1" i="0" u="none" strike="noStrike" cap="none" dirty="0" err="1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foyda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BD404-0A9C-E114-586A-ADF9D83C3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525250" cy="1143000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3366"/>
                </a:solidFill>
                <a:latin typeface="Montserrat" panose="00000500000000000000" pitchFamily="2" charset="-52"/>
                <a:ea typeface="Lato"/>
                <a:cs typeface="Lato"/>
                <a:sym typeface="Lato"/>
              </a:rPr>
              <a:t>Sotuv</a:t>
            </a:r>
            <a:r>
              <a:rPr lang="en-US" sz="3200" b="1" dirty="0">
                <a:solidFill>
                  <a:srgbClr val="003366"/>
                </a:solidFill>
                <a:latin typeface="Montserrat" panose="00000500000000000000" pitchFamily="2" charset="-52"/>
                <a:ea typeface="Lato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rgbClr val="003366"/>
                </a:solidFill>
                <a:latin typeface="Montserrat" panose="00000500000000000000" pitchFamily="2" charset="-52"/>
                <a:ea typeface="Lato"/>
                <a:cs typeface="Lato"/>
                <a:sym typeface="Lato"/>
              </a:rPr>
              <a:t>hajmi</a:t>
            </a:r>
            <a:endParaRPr lang="ru-RU" sz="3200" dirty="0">
              <a:latin typeface="Montserrat" panose="00000500000000000000" pitchFamily="2" charset="-52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184DE1-B091-D6F7-1E06-E4B9D0282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600200"/>
            <a:ext cx="10448925" cy="45259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https://static.vecteezy.com/system/resources/thumbnails/076/883/043/small/handshake-meeting-and-business-women-in-office-for-partnership-financial-advisor-and-agreement-corporate-professional-and-people-shaking-hands-for-investment-deal-negotiation-and-teamwork-photo.jpg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14300" indent="0">
              <a:buNone/>
            </a:pPr>
            <a:endParaRPr lang="ru-RU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878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/>
        </p:nvSpPr>
        <p:spPr>
          <a:xfrm>
            <a:off x="395287" y="2187063"/>
            <a:ext cx="1140142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E’tiboringiz</a:t>
            </a:r>
            <a:endParaRPr lang="en-US" sz="4000" b="1" dirty="0">
              <a:solidFill>
                <a:srgbClr val="003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Uchun</a:t>
            </a:r>
            <a:endParaRPr lang="en-US" sz="4000" b="1" dirty="0">
              <a:solidFill>
                <a:srgbClr val="003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rahmat</a:t>
            </a:r>
            <a:r>
              <a:rPr lang="en-US" sz="4000" b="1" i="0" u="none" strike="noStrike" cap="none" dirty="0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141</Words>
  <Application>Microsoft Office PowerPoint</Application>
  <PresentationFormat>Широкоэкранный</PresentationFormat>
  <Paragraphs>24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Calibri</vt:lpstr>
      <vt:lpstr>Montserrat</vt:lpstr>
      <vt:lpstr>Lato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Sotuv hajmi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Nodir Qarshiyev</cp:lastModifiedBy>
  <cp:revision>13</cp:revision>
  <dcterms:modified xsi:type="dcterms:W3CDTF">2026-07-29T15:28:57Z</dcterms:modified>
</cp:coreProperties>
</file>