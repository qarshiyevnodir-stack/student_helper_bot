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7" r:id="rId4"/>
    <p:sldId id="259" r:id="rId5"/>
    <p:sldId id="260" r:id="rId6"/>
    <p:sldId id="261" r:id="rId7"/>
    <p:sldId id="263" r:id="rId8"/>
    <p:sldId id="275" r:id="rId9"/>
  </p:sldIdLst>
  <p:sldSz cx="18288000" cy="10287000"/>
  <p:notesSz cx="6858000" cy="9144000"/>
  <p:embeddedFontLst>
    <p:embeddedFont>
      <p:font typeface="Anton" pitchFamily="2" charset="0"/>
      <p:regular r:id="rId10"/>
    </p:embeddedFont>
    <p:embeddedFont>
      <p:font typeface="Montaser Arabic" panose="020B0604020202020204" charset="-78"/>
      <p:regular r:id="rId11"/>
    </p:embeddedFont>
    <p:embeddedFont>
      <p:font typeface="Questrial" pitchFamily="2"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2" d="100"/>
          <a:sy n="42" d="100"/>
        </p:scale>
        <p:origin x="76" y="1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882368" y="-38100"/>
            <a:ext cx="7405632" cy="10287000"/>
          </a:xfrm>
          <a:custGeom>
            <a:avLst/>
            <a:gdLst/>
            <a:ahLst/>
            <a:cxnLst/>
            <a:rect l="l" t="t" r="r" b="b"/>
            <a:pathLst>
              <a:path w="1147326" h="1593725">
                <a:moveTo>
                  <a:pt x="0" y="0"/>
                </a:moveTo>
                <a:lnTo>
                  <a:pt x="1147326" y="0"/>
                </a:lnTo>
                <a:lnTo>
                  <a:pt x="1147326" y="1593725"/>
                </a:lnTo>
                <a:lnTo>
                  <a:pt x="0" y="1593725"/>
                </a:lnTo>
                <a:close/>
              </a:path>
            </a:pathLst>
          </a:custGeom>
          <a:blipFill>
            <a:blip r:embed="rId2"/>
            <a:stretch>
              <a:fillRect l="-94405" r="-14086"/>
            </a:stretch>
          </a:blipFill>
        </p:spPr>
        <p:txBody>
          <a:bodyPr/>
          <a:lstStyle/>
          <a:p>
            <a:endParaRPr lang="ru-RU"/>
          </a:p>
        </p:txBody>
      </p:sp>
      <p:sp>
        <p:nvSpPr>
          <p:cNvPr id="4" name="TextBox 4"/>
          <p:cNvSpPr txBox="1"/>
          <p:nvPr/>
        </p:nvSpPr>
        <p:spPr>
          <a:xfrm>
            <a:off x="1311447" y="2295319"/>
            <a:ext cx="8353629" cy="830997"/>
          </a:xfrm>
          <a:prstGeom prst="rect">
            <a:avLst/>
          </a:prstGeom>
        </p:spPr>
        <p:txBody>
          <a:bodyPr lIns="0" tIns="0" rIns="0" bIns="0" rtlCol="0" anchor="t">
            <a:spAutoFit/>
          </a:bodyPr>
          <a:lstStyle/>
          <a:p>
            <a:pPr marL="0" lvl="0" indent="0" algn="l"/>
            <a:r>
              <a:rPr lang="en-US" sz="5400" dirty="0">
                <a:solidFill>
                  <a:srgbClr val="202020"/>
                </a:solidFill>
                <a:latin typeface="Anton"/>
                <a:ea typeface="Anton"/>
                <a:cs typeface="Anton"/>
                <a:sym typeface="Anton"/>
              </a:rPr>
              <a:t>WORLD OF SPORTS</a:t>
            </a:r>
          </a:p>
        </p:txBody>
      </p:sp>
      <p:sp>
        <p:nvSpPr>
          <p:cNvPr id="7" name="TextBox 7"/>
          <p:cNvSpPr txBox="1"/>
          <p:nvPr/>
        </p:nvSpPr>
        <p:spPr>
          <a:xfrm>
            <a:off x="1066800" y="8877300"/>
            <a:ext cx="6218161" cy="399981"/>
          </a:xfrm>
          <a:prstGeom prst="rect">
            <a:avLst/>
          </a:prstGeom>
        </p:spPr>
        <p:txBody>
          <a:bodyPr lIns="0" tIns="0" rIns="0" bIns="0" rtlCol="0" anchor="t">
            <a:spAutoFit/>
          </a:bodyPr>
          <a:lstStyle/>
          <a:p>
            <a:pPr algn="l"/>
            <a:r>
              <a:rPr lang="en-US" sz="2599" dirty="0">
                <a:solidFill>
                  <a:srgbClr val="919191"/>
                </a:solidFill>
                <a:latin typeface="Montaser Arabic"/>
                <a:ea typeface="Montaser Arabic"/>
                <a:cs typeface="Montaser Arabic"/>
                <a:sym typeface="Montaser Arabic"/>
              </a:rPr>
              <a:t>Building Strength, Skill, and Spirit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16200000">
            <a:off x="-1916172" y="1916172"/>
            <a:ext cx="10287000" cy="6454656"/>
          </a:xfrm>
          <a:custGeom>
            <a:avLst/>
            <a:gdLst/>
            <a:ahLst/>
            <a:cxnLst/>
            <a:rect l="l" t="t" r="r" b="b"/>
            <a:pathLst>
              <a:path w="1593725" h="999995">
                <a:moveTo>
                  <a:pt x="1593725" y="0"/>
                </a:moveTo>
                <a:lnTo>
                  <a:pt x="1593725" y="999995"/>
                </a:lnTo>
                <a:lnTo>
                  <a:pt x="0" y="999995"/>
                </a:lnTo>
                <a:lnTo>
                  <a:pt x="0" y="0"/>
                </a:lnTo>
                <a:close/>
              </a:path>
            </a:pathLst>
          </a:custGeom>
          <a:blipFill>
            <a:blip r:embed="rId2"/>
            <a:stretch>
              <a:fillRect t="-44042" b="-15331"/>
            </a:stretch>
          </a:blipFill>
        </p:spPr>
        <p:txBody>
          <a:bodyPr/>
          <a:lstStyle/>
          <a:p>
            <a:endParaRPr lang="ru-RU"/>
          </a:p>
        </p:txBody>
      </p:sp>
      <p:sp>
        <p:nvSpPr>
          <p:cNvPr id="4" name="TextBox 4"/>
          <p:cNvSpPr txBox="1"/>
          <p:nvPr/>
        </p:nvSpPr>
        <p:spPr>
          <a:xfrm>
            <a:off x="7988733" y="1181100"/>
            <a:ext cx="7689219" cy="1282082"/>
          </a:xfrm>
          <a:prstGeom prst="rect">
            <a:avLst/>
          </a:prstGeom>
        </p:spPr>
        <p:txBody>
          <a:bodyPr lIns="0" tIns="0" rIns="0" bIns="0" rtlCol="0" anchor="t">
            <a:spAutoFit/>
          </a:bodyPr>
          <a:lstStyle/>
          <a:p>
            <a:pPr marL="0" lvl="0" indent="0" algn="ctr">
              <a:lnSpc>
                <a:spcPts val="9904"/>
              </a:lnSpc>
            </a:pPr>
            <a:r>
              <a:rPr lang="en-US" sz="9806" dirty="0">
                <a:solidFill>
                  <a:srgbClr val="202020"/>
                </a:solidFill>
                <a:latin typeface="Anton"/>
                <a:ea typeface="Anton"/>
                <a:cs typeface="Anton"/>
                <a:sym typeface="Anton"/>
              </a:rPr>
              <a:t>REJA</a:t>
            </a:r>
          </a:p>
        </p:txBody>
      </p:sp>
      <p:sp>
        <p:nvSpPr>
          <p:cNvPr id="7" name="TextBox 7"/>
          <p:cNvSpPr txBox="1"/>
          <p:nvPr/>
        </p:nvSpPr>
        <p:spPr>
          <a:xfrm>
            <a:off x="8229600" y="3924300"/>
            <a:ext cx="6713859" cy="3116238"/>
          </a:xfrm>
          <a:prstGeom prst="rect">
            <a:avLst/>
          </a:prstGeom>
        </p:spPr>
        <p:txBody>
          <a:bodyPr lIns="0" tIns="0" rIns="0" bIns="0" rtlCol="0" anchor="t">
            <a:spAutoFit/>
          </a:bodyPr>
          <a:lstStyle/>
          <a:p>
            <a:pPr marL="457200" indent="-457200" algn="just">
              <a:lnSpc>
                <a:spcPts val="2659"/>
              </a:lnSpc>
              <a:buFont typeface="+mj-lt"/>
              <a:buAutoNum type="arabicPeriod"/>
            </a:pPr>
            <a:r>
              <a:rPr lang="en-US" sz="2400" dirty="0">
                <a:solidFill>
                  <a:srgbClr val="202020"/>
                </a:solidFill>
                <a:latin typeface="Questrial"/>
                <a:ea typeface="Questrial"/>
                <a:cs typeface="Questrial"/>
                <a:sym typeface="Questrial"/>
              </a:rPr>
              <a:t>Lorem ipsum dolor sit </a:t>
            </a:r>
            <a:r>
              <a:rPr lang="en-US" sz="2400" dirty="0" err="1">
                <a:solidFill>
                  <a:srgbClr val="202020"/>
                </a:solidFill>
                <a:latin typeface="Questrial"/>
                <a:ea typeface="Questrial"/>
                <a:cs typeface="Questrial"/>
                <a:sym typeface="Questrial"/>
              </a:rPr>
              <a:t>amet</a:t>
            </a:r>
            <a:r>
              <a:rPr lang="en-US" sz="2400" dirty="0">
                <a:solidFill>
                  <a:srgbClr val="202020"/>
                </a:solidFill>
                <a:latin typeface="Questrial"/>
                <a:ea typeface="Questrial"/>
                <a:cs typeface="Questrial"/>
                <a:sym typeface="Questrial"/>
              </a:rPr>
              <a:t>, </a:t>
            </a:r>
            <a:r>
              <a:rPr lang="en-US" sz="2400" dirty="0" err="1">
                <a:solidFill>
                  <a:srgbClr val="202020"/>
                </a:solidFill>
                <a:latin typeface="Questrial"/>
                <a:ea typeface="Questrial"/>
                <a:cs typeface="Questrial"/>
                <a:sym typeface="Questrial"/>
              </a:rPr>
              <a:t>consectetur</a:t>
            </a:r>
            <a:r>
              <a:rPr lang="en-US" sz="2400" dirty="0">
                <a:solidFill>
                  <a:srgbClr val="202020"/>
                </a:solidFill>
                <a:latin typeface="Questrial"/>
                <a:ea typeface="Questrial"/>
                <a:cs typeface="Questrial"/>
                <a:sym typeface="Questrial"/>
              </a:rPr>
              <a:t> </a:t>
            </a:r>
            <a:r>
              <a:rPr lang="en-US" sz="2400" dirty="0" err="1">
                <a:solidFill>
                  <a:srgbClr val="202020"/>
                </a:solidFill>
                <a:latin typeface="Questrial"/>
                <a:ea typeface="Questrial"/>
                <a:cs typeface="Questrial"/>
                <a:sym typeface="Questrial"/>
              </a:rPr>
              <a:t>adipiscing</a:t>
            </a:r>
            <a:r>
              <a:rPr lang="en-US" sz="2400" dirty="0">
                <a:solidFill>
                  <a:srgbClr val="202020"/>
                </a:solidFill>
                <a:latin typeface="Questrial"/>
                <a:ea typeface="Questrial"/>
                <a:cs typeface="Questrial"/>
                <a:sym typeface="Questrial"/>
              </a:rPr>
              <a:t> </a:t>
            </a:r>
            <a:r>
              <a:rPr lang="en-US" sz="2400" dirty="0" err="1">
                <a:solidFill>
                  <a:srgbClr val="202020"/>
                </a:solidFill>
                <a:latin typeface="Questrial"/>
                <a:ea typeface="Questrial"/>
                <a:cs typeface="Questrial"/>
                <a:sym typeface="Questrial"/>
              </a:rPr>
              <a:t>elit</a:t>
            </a:r>
            <a:r>
              <a:rPr lang="en-US" sz="2400" dirty="0">
                <a:solidFill>
                  <a:srgbClr val="202020"/>
                </a:solidFill>
                <a:latin typeface="Questrial"/>
                <a:ea typeface="Questrial"/>
                <a:cs typeface="Questrial"/>
                <a:sym typeface="Questrial"/>
              </a:rPr>
              <a:t>, sed do </a:t>
            </a:r>
            <a:r>
              <a:rPr lang="en-US" sz="2400" dirty="0" err="1">
                <a:solidFill>
                  <a:srgbClr val="202020"/>
                </a:solidFill>
                <a:latin typeface="Questrial"/>
                <a:ea typeface="Questrial"/>
                <a:cs typeface="Questrial"/>
                <a:sym typeface="Questrial"/>
              </a:rPr>
              <a:t>eiusmod</a:t>
            </a:r>
            <a:r>
              <a:rPr lang="en-US" sz="2400" dirty="0">
                <a:solidFill>
                  <a:srgbClr val="202020"/>
                </a:solidFill>
                <a:latin typeface="Questrial"/>
                <a:ea typeface="Questrial"/>
                <a:cs typeface="Questrial"/>
                <a:sym typeface="Questrial"/>
              </a:rPr>
              <a:t> </a:t>
            </a:r>
            <a:r>
              <a:rPr lang="en-US" sz="2400" dirty="0" err="1">
                <a:solidFill>
                  <a:srgbClr val="202020"/>
                </a:solidFill>
                <a:latin typeface="Questrial"/>
                <a:ea typeface="Questrial"/>
                <a:cs typeface="Questrial"/>
                <a:sym typeface="Questrial"/>
              </a:rPr>
              <a:t>tempor</a:t>
            </a:r>
            <a:r>
              <a:rPr lang="en-US" sz="2400" dirty="0">
                <a:solidFill>
                  <a:srgbClr val="202020"/>
                </a:solidFill>
                <a:latin typeface="Questrial"/>
                <a:ea typeface="Questrial"/>
                <a:cs typeface="Questrial"/>
                <a:sym typeface="Questrial"/>
              </a:rPr>
              <a:t> </a:t>
            </a:r>
            <a:r>
              <a:rPr lang="en-US" sz="2400" dirty="0" err="1">
                <a:solidFill>
                  <a:srgbClr val="202020"/>
                </a:solidFill>
                <a:latin typeface="Questrial"/>
                <a:ea typeface="Questrial"/>
                <a:cs typeface="Questrial"/>
                <a:sym typeface="Questrial"/>
              </a:rPr>
              <a:t>incididunt</a:t>
            </a:r>
            <a:r>
              <a:rPr lang="en-US" sz="2400" dirty="0">
                <a:solidFill>
                  <a:srgbClr val="202020"/>
                </a:solidFill>
                <a:latin typeface="Questrial"/>
                <a:ea typeface="Questrial"/>
                <a:cs typeface="Questrial"/>
                <a:sym typeface="Questrial"/>
              </a:rPr>
              <a:t> </a:t>
            </a:r>
            <a:r>
              <a:rPr lang="en-US" sz="2400" dirty="0" err="1">
                <a:solidFill>
                  <a:srgbClr val="202020"/>
                </a:solidFill>
                <a:latin typeface="Questrial"/>
                <a:ea typeface="Questrial"/>
                <a:cs typeface="Questrial"/>
                <a:sym typeface="Questrial"/>
              </a:rPr>
              <a:t>ut</a:t>
            </a:r>
            <a:r>
              <a:rPr lang="en-US" sz="2400" dirty="0">
                <a:solidFill>
                  <a:srgbClr val="202020"/>
                </a:solidFill>
                <a:latin typeface="Questrial"/>
                <a:ea typeface="Questrial"/>
                <a:cs typeface="Questrial"/>
                <a:sym typeface="Questrial"/>
              </a:rPr>
              <a:t> labore et dolore magna </a:t>
            </a:r>
            <a:r>
              <a:rPr lang="en-US" sz="2400" dirty="0" err="1">
                <a:solidFill>
                  <a:srgbClr val="202020"/>
                </a:solidFill>
                <a:latin typeface="Questrial"/>
                <a:ea typeface="Questrial"/>
                <a:cs typeface="Questrial"/>
                <a:sym typeface="Questrial"/>
              </a:rPr>
              <a:t>aliqua</a:t>
            </a:r>
            <a:r>
              <a:rPr lang="en-US" sz="2400" dirty="0">
                <a:solidFill>
                  <a:srgbClr val="202020"/>
                </a:solidFill>
                <a:latin typeface="Questrial"/>
                <a:ea typeface="Questrial"/>
                <a:cs typeface="Questrial"/>
                <a:sym typeface="Questrial"/>
              </a:rPr>
              <a:t>. </a:t>
            </a:r>
          </a:p>
          <a:p>
            <a:pPr marL="457200" indent="-457200" algn="just">
              <a:lnSpc>
                <a:spcPts val="2659"/>
              </a:lnSpc>
              <a:buFont typeface="+mj-lt"/>
              <a:buAutoNum type="arabicPeriod"/>
            </a:pPr>
            <a:r>
              <a:rPr lang="en-US" sz="2400" dirty="0">
                <a:solidFill>
                  <a:srgbClr val="202020"/>
                </a:solidFill>
                <a:latin typeface="Questrial"/>
                <a:ea typeface="Questrial"/>
                <a:cs typeface="Questrial"/>
                <a:sym typeface="Questrial"/>
              </a:rPr>
              <a:t>Ut </a:t>
            </a:r>
            <a:r>
              <a:rPr lang="en-US" sz="2400" dirty="0" err="1">
                <a:solidFill>
                  <a:srgbClr val="202020"/>
                </a:solidFill>
                <a:latin typeface="Questrial"/>
                <a:ea typeface="Questrial"/>
                <a:cs typeface="Questrial"/>
                <a:sym typeface="Questrial"/>
              </a:rPr>
              <a:t>enim</a:t>
            </a:r>
            <a:r>
              <a:rPr lang="en-US" sz="2400" dirty="0">
                <a:solidFill>
                  <a:srgbClr val="202020"/>
                </a:solidFill>
                <a:latin typeface="Questrial"/>
                <a:ea typeface="Questrial"/>
                <a:cs typeface="Questrial"/>
                <a:sym typeface="Questrial"/>
              </a:rPr>
              <a:t> ad minim </a:t>
            </a:r>
            <a:r>
              <a:rPr lang="en-US" sz="2400" dirty="0" err="1">
                <a:solidFill>
                  <a:srgbClr val="202020"/>
                </a:solidFill>
                <a:latin typeface="Questrial"/>
                <a:ea typeface="Questrial"/>
                <a:cs typeface="Questrial"/>
                <a:sym typeface="Questrial"/>
              </a:rPr>
              <a:t>veniam</a:t>
            </a:r>
            <a:r>
              <a:rPr lang="en-US" sz="2400" dirty="0">
                <a:solidFill>
                  <a:srgbClr val="202020"/>
                </a:solidFill>
                <a:latin typeface="Questrial"/>
                <a:ea typeface="Questrial"/>
                <a:cs typeface="Questrial"/>
                <a:sym typeface="Questrial"/>
              </a:rPr>
              <a:t>, quis </a:t>
            </a:r>
            <a:r>
              <a:rPr lang="en-US" sz="2400" dirty="0" err="1">
                <a:solidFill>
                  <a:srgbClr val="202020"/>
                </a:solidFill>
                <a:latin typeface="Questrial"/>
                <a:ea typeface="Questrial"/>
                <a:cs typeface="Questrial"/>
                <a:sym typeface="Questrial"/>
              </a:rPr>
              <a:t>nostrud</a:t>
            </a:r>
            <a:r>
              <a:rPr lang="en-US" sz="2400" dirty="0">
                <a:solidFill>
                  <a:srgbClr val="202020"/>
                </a:solidFill>
                <a:latin typeface="Questrial"/>
                <a:ea typeface="Questrial"/>
                <a:cs typeface="Questrial"/>
                <a:sym typeface="Questrial"/>
              </a:rPr>
              <a:t> exercitation </a:t>
            </a:r>
            <a:r>
              <a:rPr lang="en-US" sz="2400" dirty="0" err="1">
                <a:solidFill>
                  <a:srgbClr val="202020"/>
                </a:solidFill>
                <a:latin typeface="Questrial"/>
                <a:ea typeface="Questrial"/>
                <a:cs typeface="Questrial"/>
                <a:sym typeface="Questrial"/>
              </a:rPr>
              <a:t>ullamco</a:t>
            </a:r>
            <a:r>
              <a:rPr lang="en-US" sz="2400" dirty="0">
                <a:solidFill>
                  <a:srgbClr val="202020"/>
                </a:solidFill>
                <a:latin typeface="Questrial"/>
                <a:ea typeface="Questrial"/>
                <a:cs typeface="Questrial"/>
                <a:sym typeface="Questrial"/>
              </a:rPr>
              <a:t> </a:t>
            </a:r>
            <a:r>
              <a:rPr lang="en-US" sz="2400" dirty="0" err="1">
                <a:solidFill>
                  <a:srgbClr val="202020"/>
                </a:solidFill>
                <a:latin typeface="Questrial"/>
                <a:ea typeface="Questrial"/>
                <a:cs typeface="Questrial"/>
                <a:sym typeface="Questrial"/>
              </a:rPr>
              <a:t>laboris</a:t>
            </a:r>
            <a:r>
              <a:rPr lang="en-US" sz="2400" dirty="0">
                <a:solidFill>
                  <a:srgbClr val="202020"/>
                </a:solidFill>
                <a:latin typeface="Questrial"/>
                <a:ea typeface="Questrial"/>
                <a:cs typeface="Questrial"/>
                <a:sym typeface="Questrial"/>
              </a:rPr>
              <a:t> nisi </a:t>
            </a:r>
            <a:r>
              <a:rPr lang="en-US" sz="2400" dirty="0" err="1">
                <a:solidFill>
                  <a:srgbClr val="202020"/>
                </a:solidFill>
                <a:latin typeface="Questrial"/>
                <a:ea typeface="Questrial"/>
                <a:cs typeface="Questrial"/>
                <a:sym typeface="Questrial"/>
              </a:rPr>
              <a:t>ut</a:t>
            </a:r>
            <a:r>
              <a:rPr lang="en-US" sz="2400" dirty="0">
                <a:solidFill>
                  <a:srgbClr val="202020"/>
                </a:solidFill>
                <a:latin typeface="Questrial"/>
                <a:ea typeface="Questrial"/>
                <a:cs typeface="Questrial"/>
                <a:sym typeface="Questrial"/>
              </a:rPr>
              <a:t> </a:t>
            </a:r>
            <a:r>
              <a:rPr lang="en-US" sz="2400" dirty="0" err="1">
                <a:solidFill>
                  <a:srgbClr val="202020"/>
                </a:solidFill>
                <a:latin typeface="Questrial"/>
                <a:ea typeface="Questrial"/>
                <a:cs typeface="Questrial"/>
                <a:sym typeface="Questrial"/>
              </a:rPr>
              <a:t>aliquip</a:t>
            </a:r>
            <a:r>
              <a:rPr lang="en-US" sz="2400" dirty="0">
                <a:solidFill>
                  <a:srgbClr val="202020"/>
                </a:solidFill>
                <a:latin typeface="Questrial"/>
                <a:ea typeface="Questrial"/>
                <a:cs typeface="Questrial"/>
                <a:sym typeface="Questrial"/>
              </a:rPr>
              <a:t> ex </a:t>
            </a:r>
            <a:r>
              <a:rPr lang="en-US" sz="2400" dirty="0" err="1">
                <a:solidFill>
                  <a:srgbClr val="202020"/>
                </a:solidFill>
                <a:latin typeface="Questrial"/>
                <a:ea typeface="Questrial"/>
                <a:cs typeface="Questrial"/>
                <a:sym typeface="Questrial"/>
              </a:rPr>
              <a:t>ea</a:t>
            </a:r>
            <a:r>
              <a:rPr lang="en-US" sz="2400" dirty="0">
                <a:solidFill>
                  <a:srgbClr val="202020"/>
                </a:solidFill>
                <a:latin typeface="Questrial"/>
                <a:ea typeface="Questrial"/>
                <a:cs typeface="Questrial"/>
                <a:sym typeface="Questrial"/>
              </a:rPr>
              <a:t> </a:t>
            </a:r>
            <a:r>
              <a:rPr lang="en-US" sz="2400" dirty="0" err="1">
                <a:solidFill>
                  <a:srgbClr val="202020"/>
                </a:solidFill>
                <a:latin typeface="Questrial"/>
                <a:ea typeface="Questrial"/>
                <a:cs typeface="Questrial"/>
                <a:sym typeface="Questrial"/>
              </a:rPr>
              <a:t>commodo</a:t>
            </a:r>
            <a:r>
              <a:rPr lang="en-US" sz="2400" dirty="0">
                <a:solidFill>
                  <a:srgbClr val="202020"/>
                </a:solidFill>
                <a:latin typeface="Questrial"/>
                <a:ea typeface="Questrial"/>
                <a:cs typeface="Questrial"/>
                <a:sym typeface="Questrial"/>
              </a:rPr>
              <a:t> </a:t>
            </a:r>
            <a:r>
              <a:rPr lang="en-US" sz="2400" dirty="0" err="1">
                <a:solidFill>
                  <a:srgbClr val="202020"/>
                </a:solidFill>
                <a:latin typeface="Questrial"/>
                <a:ea typeface="Questrial"/>
                <a:cs typeface="Questrial"/>
                <a:sym typeface="Questrial"/>
              </a:rPr>
              <a:t>consequat</a:t>
            </a:r>
            <a:r>
              <a:rPr lang="en-US" sz="2400" dirty="0">
                <a:solidFill>
                  <a:srgbClr val="202020"/>
                </a:solidFill>
                <a:latin typeface="Questrial"/>
                <a:ea typeface="Questrial"/>
                <a:cs typeface="Questrial"/>
                <a:sym typeface="Questrial"/>
              </a:rPr>
              <a:t>. </a:t>
            </a:r>
          </a:p>
          <a:p>
            <a:pPr marL="457200" indent="-457200" algn="just">
              <a:lnSpc>
                <a:spcPts val="2659"/>
              </a:lnSpc>
              <a:buFont typeface="+mj-lt"/>
              <a:buAutoNum type="arabicPeriod"/>
            </a:pPr>
            <a:r>
              <a:rPr lang="en-US" sz="2400" dirty="0">
                <a:solidFill>
                  <a:srgbClr val="202020"/>
                </a:solidFill>
                <a:latin typeface="Questrial"/>
                <a:ea typeface="Questrial"/>
                <a:cs typeface="Questrial"/>
                <a:sym typeface="Questrial"/>
              </a:rPr>
              <a:t>Lorem ipsum dolor sit </a:t>
            </a:r>
            <a:r>
              <a:rPr lang="en-US" sz="2400" dirty="0" err="1">
                <a:solidFill>
                  <a:srgbClr val="202020"/>
                </a:solidFill>
                <a:latin typeface="Questrial"/>
                <a:ea typeface="Questrial"/>
                <a:cs typeface="Questrial"/>
                <a:sym typeface="Questrial"/>
              </a:rPr>
              <a:t>amet</a:t>
            </a:r>
            <a:r>
              <a:rPr lang="en-US" sz="2400" dirty="0">
                <a:solidFill>
                  <a:srgbClr val="202020"/>
                </a:solidFill>
                <a:latin typeface="Questrial"/>
                <a:ea typeface="Questrial"/>
                <a:cs typeface="Questrial"/>
                <a:sym typeface="Questrial"/>
              </a:rPr>
              <a:t>, </a:t>
            </a:r>
            <a:r>
              <a:rPr lang="en-US" sz="2400" dirty="0" err="1">
                <a:solidFill>
                  <a:srgbClr val="202020"/>
                </a:solidFill>
                <a:latin typeface="Questrial"/>
                <a:ea typeface="Questrial"/>
                <a:cs typeface="Questrial"/>
                <a:sym typeface="Questrial"/>
              </a:rPr>
              <a:t>consectetur</a:t>
            </a:r>
            <a:r>
              <a:rPr lang="en-US" sz="2400" dirty="0">
                <a:solidFill>
                  <a:srgbClr val="202020"/>
                </a:solidFill>
                <a:latin typeface="Questrial"/>
                <a:ea typeface="Questrial"/>
                <a:cs typeface="Questrial"/>
                <a:sym typeface="Questrial"/>
              </a:rPr>
              <a:t> </a:t>
            </a:r>
            <a:r>
              <a:rPr lang="en-US" sz="2400" dirty="0" err="1">
                <a:solidFill>
                  <a:srgbClr val="202020"/>
                </a:solidFill>
                <a:latin typeface="Questrial"/>
                <a:ea typeface="Questrial"/>
                <a:cs typeface="Questrial"/>
                <a:sym typeface="Questrial"/>
              </a:rPr>
              <a:t>adipiscing</a:t>
            </a:r>
            <a:r>
              <a:rPr lang="en-US" sz="2400" dirty="0">
                <a:solidFill>
                  <a:srgbClr val="202020"/>
                </a:solidFill>
                <a:latin typeface="Questrial"/>
                <a:ea typeface="Questrial"/>
                <a:cs typeface="Questrial"/>
                <a:sym typeface="Questrial"/>
              </a:rPr>
              <a:t> </a:t>
            </a:r>
            <a:r>
              <a:rPr lang="en-US" sz="2400" dirty="0" err="1">
                <a:solidFill>
                  <a:srgbClr val="202020"/>
                </a:solidFill>
                <a:latin typeface="Questrial"/>
                <a:ea typeface="Questrial"/>
                <a:cs typeface="Questrial"/>
                <a:sym typeface="Questrial"/>
              </a:rPr>
              <a:t>elit</a:t>
            </a:r>
            <a:r>
              <a:rPr lang="en-US" sz="2400" dirty="0">
                <a:solidFill>
                  <a:srgbClr val="202020"/>
                </a:solidFill>
                <a:latin typeface="Questrial"/>
                <a:ea typeface="Questrial"/>
                <a:cs typeface="Questrial"/>
                <a:sym typeface="Questrial"/>
              </a:rPr>
              <a:t>, sed do </a:t>
            </a:r>
            <a:r>
              <a:rPr lang="en-US" sz="2400" dirty="0" err="1">
                <a:solidFill>
                  <a:srgbClr val="202020"/>
                </a:solidFill>
                <a:latin typeface="Questrial"/>
                <a:ea typeface="Questrial"/>
                <a:cs typeface="Questrial"/>
                <a:sym typeface="Questrial"/>
              </a:rPr>
              <a:t>eiusmod</a:t>
            </a:r>
            <a:r>
              <a:rPr lang="en-US" sz="2400" dirty="0">
                <a:solidFill>
                  <a:srgbClr val="202020"/>
                </a:solidFill>
                <a:latin typeface="Questrial"/>
                <a:ea typeface="Questrial"/>
                <a:cs typeface="Questrial"/>
                <a:sym typeface="Questrial"/>
              </a:rPr>
              <a:t> </a:t>
            </a:r>
            <a:r>
              <a:rPr lang="en-US" sz="2400" dirty="0" err="1">
                <a:solidFill>
                  <a:srgbClr val="202020"/>
                </a:solidFill>
                <a:latin typeface="Questrial"/>
                <a:ea typeface="Questrial"/>
                <a:cs typeface="Questrial"/>
                <a:sym typeface="Questrial"/>
              </a:rPr>
              <a:t>tempor</a:t>
            </a:r>
            <a:r>
              <a:rPr lang="en-US" sz="2400" dirty="0">
                <a:solidFill>
                  <a:srgbClr val="202020"/>
                </a:solidFill>
                <a:latin typeface="Questrial"/>
                <a:ea typeface="Questrial"/>
                <a:cs typeface="Questrial"/>
                <a:sym typeface="Questrial"/>
              </a:rPr>
              <a:t> </a:t>
            </a:r>
            <a:r>
              <a:rPr lang="en-US" sz="2400" dirty="0" err="1">
                <a:solidFill>
                  <a:srgbClr val="202020"/>
                </a:solidFill>
                <a:latin typeface="Questrial"/>
                <a:ea typeface="Questrial"/>
                <a:cs typeface="Questrial"/>
                <a:sym typeface="Questrial"/>
              </a:rPr>
              <a:t>incididunt</a:t>
            </a:r>
            <a:r>
              <a:rPr lang="en-US" sz="2400" dirty="0">
                <a:solidFill>
                  <a:srgbClr val="202020"/>
                </a:solidFill>
                <a:latin typeface="Questrial"/>
                <a:ea typeface="Questrial"/>
                <a:cs typeface="Questrial"/>
                <a:sym typeface="Questrial"/>
              </a:rPr>
              <a:t> </a:t>
            </a:r>
            <a:r>
              <a:rPr lang="en-US" sz="2400" dirty="0" err="1">
                <a:solidFill>
                  <a:srgbClr val="202020"/>
                </a:solidFill>
                <a:latin typeface="Questrial"/>
                <a:ea typeface="Questrial"/>
                <a:cs typeface="Questrial"/>
                <a:sym typeface="Questrial"/>
              </a:rPr>
              <a:t>ut</a:t>
            </a:r>
            <a:r>
              <a:rPr lang="en-US" sz="2400" dirty="0">
                <a:solidFill>
                  <a:srgbClr val="202020"/>
                </a:solidFill>
                <a:latin typeface="Questrial"/>
                <a:ea typeface="Questrial"/>
                <a:cs typeface="Questrial"/>
                <a:sym typeface="Questrial"/>
              </a:rPr>
              <a:t> labore et dolore magna </a:t>
            </a:r>
            <a:r>
              <a:rPr lang="en-US" sz="2400" dirty="0" err="1">
                <a:solidFill>
                  <a:srgbClr val="202020"/>
                </a:solidFill>
                <a:latin typeface="Questrial"/>
                <a:ea typeface="Questrial"/>
                <a:cs typeface="Questrial"/>
                <a:sym typeface="Questrial"/>
              </a:rPr>
              <a:t>aliqua</a:t>
            </a:r>
            <a:r>
              <a:rPr lang="en-US" sz="2400" dirty="0">
                <a:solidFill>
                  <a:srgbClr val="202020"/>
                </a:solidFill>
                <a:latin typeface="Questrial"/>
                <a:ea typeface="Questrial"/>
                <a:cs typeface="Questrial"/>
                <a:sym typeface="Questrial"/>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0" y="0"/>
            <a:ext cx="18288000" cy="4631436"/>
          </a:xfrm>
          <a:custGeom>
            <a:avLst/>
            <a:gdLst/>
            <a:ahLst/>
            <a:cxnLst/>
            <a:rect l="l" t="t" r="r" b="b"/>
            <a:pathLst>
              <a:path w="1727519" h="717531">
                <a:moveTo>
                  <a:pt x="0" y="0"/>
                </a:moveTo>
                <a:lnTo>
                  <a:pt x="1727519" y="0"/>
                </a:lnTo>
                <a:lnTo>
                  <a:pt x="1727519" y="717531"/>
                </a:lnTo>
                <a:lnTo>
                  <a:pt x="0" y="717531"/>
                </a:lnTo>
                <a:close/>
              </a:path>
            </a:pathLst>
          </a:custGeom>
          <a:blipFill>
            <a:blip r:embed="rId2"/>
            <a:stretch>
              <a:fillRect l="-2778" r="-2778" b="-69320"/>
            </a:stretch>
          </a:blipFill>
        </p:spPr>
        <p:txBody>
          <a:bodyPr/>
          <a:lstStyle/>
          <a:p>
            <a:endParaRPr lang="ru-RU"/>
          </a:p>
        </p:txBody>
      </p:sp>
      <p:sp>
        <p:nvSpPr>
          <p:cNvPr id="6" name="TextBox 6"/>
          <p:cNvSpPr txBox="1"/>
          <p:nvPr/>
        </p:nvSpPr>
        <p:spPr>
          <a:xfrm>
            <a:off x="1028700" y="6057900"/>
            <a:ext cx="7734300" cy="830997"/>
          </a:xfrm>
          <a:prstGeom prst="rect">
            <a:avLst/>
          </a:prstGeom>
        </p:spPr>
        <p:txBody>
          <a:bodyPr wrap="square" lIns="0" tIns="0" rIns="0" bIns="0" rtlCol="0" anchor="t">
            <a:spAutoFit/>
          </a:bodyPr>
          <a:lstStyle/>
          <a:p>
            <a:pPr marL="0" lvl="0" indent="0" algn="l"/>
            <a:r>
              <a:rPr lang="en-US" sz="5400" dirty="0">
                <a:solidFill>
                  <a:srgbClr val="202020"/>
                </a:solidFill>
                <a:latin typeface="Anton"/>
                <a:ea typeface="Anton"/>
                <a:cs typeface="Anton"/>
                <a:sym typeface="Anton"/>
              </a:rPr>
              <a:t>HISTORY OF SPORTS</a:t>
            </a:r>
          </a:p>
        </p:txBody>
      </p:sp>
      <p:sp>
        <p:nvSpPr>
          <p:cNvPr id="9" name="TextBox 9"/>
          <p:cNvSpPr txBox="1"/>
          <p:nvPr/>
        </p:nvSpPr>
        <p:spPr>
          <a:xfrm>
            <a:off x="11150592" y="6258560"/>
            <a:ext cx="6108708" cy="2999740"/>
          </a:xfrm>
          <a:prstGeom prst="rect">
            <a:avLst/>
          </a:prstGeom>
        </p:spPr>
        <p:txBody>
          <a:bodyPr lIns="0" tIns="0" rIns="0" bIns="0" rtlCol="0" anchor="t">
            <a:spAutoFit/>
          </a:bodyPr>
          <a:lstStyle/>
          <a:p>
            <a:pPr algn="just">
              <a:lnSpc>
                <a:spcPts val="2659"/>
              </a:lnSpc>
            </a:pPr>
            <a:r>
              <a:rPr lang="en-US" sz="1899" dirty="0">
                <a:solidFill>
                  <a:srgbClr val="202020"/>
                </a:solidFill>
                <a:latin typeface="Questrial"/>
                <a:ea typeface="Questrial"/>
                <a:cs typeface="Questrial"/>
                <a:sym typeface="Questrial"/>
              </a:rPr>
              <a:t>Lorem ipsum dolor sit </a:t>
            </a:r>
            <a:r>
              <a:rPr lang="en-US" sz="1899" dirty="0" err="1">
                <a:solidFill>
                  <a:srgbClr val="202020"/>
                </a:solidFill>
                <a:latin typeface="Questrial"/>
                <a:ea typeface="Questrial"/>
                <a:cs typeface="Questrial"/>
                <a:sym typeface="Questrial"/>
              </a:rPr>
              <a:t>amet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consectetur</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adipiscing</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elit</a:t>
            </a:r>
            <a:r>
              <a:rPr lang="en-US" sz="1899" dirty="0">
                <a:solidFill>
                  <a:srgbClr val="202020"/>
                </a:solidFill>
                <a:latin typeface="Questrial"/>
                <a:ea typeface="Questrial"/>
                <a:cs typeface="Questrial"/>
                <a:sym typeface="Questrial"/>
              </a:rPr>
              <a:t>, sed do </a:t>
            </a:r>
            <a:r>
              <a:rPr lang="en-US" sz="1899" dirty="0" err="1">
                <a:solidFill>
                  <a:srgbClr val="202020"/>
                </a:solidFill>
                <a:latin typeface="Questrial"/>
                <a:ea typeface="Questrial"/>
                <a:cs typeface="Questrial"/>
                <a:sym typeface="Questrial"/>
              </a:rPr>
              <a:t>eiusmod</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tempor</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incididunt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ut</a:t>
            </a:r>
            <a:r>
              <a:rPr lang="en-US" sz="1899" dirty="0">
                <a:solidFill>
                  <a:srgbClr val="202020"/>
                </a:solidFill>
                <a:latin typeface="Questrial"/>
                <a:ea typeface="Questrial"/>
                <a:cs typeface="Questrial"/>
                <a:sym typeface="Questrial"/>
              </a:rPr>
              <a:t> labore et dolore magna </a:t>
            </a:r>
            <a:r>
              <a:rPr lang="en-US" sz="1899" dirty="0" err="1">
                <a:solidFill>
                  <a:srgbClr val="202020"/>
                </a:solidFill>
                <a:latin typeface="Questrial"/>
                <a:ea typeface="Questrial"/>
                <a:cs typeface="Questrial"/>
                <a:sym typeface="Questrial"/>
              </a:rPr>
              <a:t>aliqua</a:t>
            </a:r>
            <a:r>
              <a:rPr lang="en-US" sz="1899" dirty="0">
                <a:solidFill>
                  <a:srgbClr val="202020"/>
                </a:solidFill>
                <a:latin typeface="Questrial"/>
                <a:ea typeface="Questrial"/>
                <a:cs typeface="Questrial"/>
                <a:sym typeface="Questrial"/>
              </a:rPr>
              <a:t>. Ut </a:t>
            </a:r>
            <a:r>
              <a:rPr lang="en-US" sz="1899" dirty="0" err="1">
                <a:solidFill>
                  <a:srgbClr val="202020"/>
                </a:solidFill>
                <a:latin typeface="Questrial"/>
                <a:ea typeface="Questrial"/>
                <a:cs typeface="Questrial"/>
                <a:sym typeface="Questrial"/>
              </a:rPr>
              <a:t>enim</a:t>
            </a:r>
            <a:r>
              <a:rPr lang="en-US" sz="1899" dirty="0">
                <a:solidFill>
                  <a:srgbClr val="202020"/>
                </a:solidFill>
                <a:latin typeface="Questrial"/>
                <a:ea typeface="Questrial"/>
                <a:cs typeface="Questrial"/>
                <a:sym typeface="Questrial"/>
              </a:rPr>
              <a:t> ad minim </a:t>
            </a:r>
            <a:r>
              <a:rPr lang="en-US" sz="1899" dirty="0" err="1">
                <a:solidFill>
                  <a:srgbClr val="202020"/>
                </a:solidFill>
                <a:latin typeface="Questrial"/>
                <a:ea typeface="Questrial"/>
                <a:cs typeface="Questrial"/>
                <a:sym typeface="Questrial"/>
              </a:rPr>
              <a:t>veniam</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quis</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nostrud</a:t>
            </a:r>
            <a:r>
              <a:rPr lang="en-US" sz="1899" dirty="0">
                <a:solidFill>
                  <a:srgbClr val="202020"/>
                </a:solidFill>
                <a:latin typeface="Questrial"/>
                <a:ea typeface="Questrial"/>
                <a:cs typeface="Questrial"/>
                <a:sym typeface="Questrial"/>
              </a:rPr>
              <a:t> exercitation </a:t>
            </a:r>
            <a:r>
              <a:rPr lang="en-US" sz="1899" dirty="0" err="1">
                <a:solidFill>
                  <a:srgbClr val="202020"/>
                </a:solidFill>
                <a:latin typeface="Questrial"/>
                <a:ea typeface="Questrial"/>
                <a:cs typeface="Questrial"/>
                <a:sym typeface="Questrial"/>
              </a:rPr>
              <a:t>ullamco</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laboris</a:t>
            </a:r>
            <a:r>
              <a:rPr lang="en-US" sz="1899" dirty="0">
                <a:solidFill>
                  <a:srgbClr val="202020"/>
                </a:solidFill>
                <a:latin typeface="Questrial"/>
                <a:ea typeface="Questrial"/>
                <a:cs typeface="Questrial"/>
                <a:sym typeface="Questrial"/>
              </a:rPr>
              <a:t> nisi </a:t>
            </a:r>
            <a:r>
              <a:rPr lang="en-US" sz="1899" dirty="0" err="1">
                <a:solidFill>
                  <a:srgbClr val="202020"/>
                </a:solidFill>
                <a:latin typeface="Questrial"/>
                <a:ea typeface="Questrial"/>
                <a:cs typeface="Questrial"/>
                <a:sym typeface="Questrial"/>
              </a:rPr>
              <a:t>ut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aliquip</a:t>
            </a:r>
            <a:r>
              <a:rPr lang="en-US" sz="1899" dirty="0">
                <a:solidFill>
                  <a:srgbClr val="202020"/>
                </a:solidFill>
                <a:latin typeface="Questrial"/>
                <a:ea typeface="Questrial"/>
                <a:cs typeface="Questrial"/>
                <a:sym typeface="Questrial"/>
              </a:rPr>
              <a:t> ex </a:t>
            </a:r>
            <a:r>
              <a:rPr lang="en-US" sz="1899" dirty="0" err="1">
                <a:solidFill>
                  <a:srgbClr val="202020"/>
                </a:solidFill>
                <a:latin typeface="Questrial"/>
                <a:ea typeface="Questrial"/>
                <a:cs typeface="Questrial"/>
                <a:sym typeface="Questrial"/>
              </a:rPr>
              <a:t>ea</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commodo</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consequat</a:t>
            </a:r>
            <a:r>
              <a:rPr lang="en-US" sz="1899" dirty="0">
                <a:solidFill>
                  <a:srgbClr val="202020"/>
                </a:solidFill>
                <a:latin typeface="Questrial"/>
                <a:ea typeface="Questrial"/>
                <a:cs typeface="Questrial"/>
                <a:sym typeface="Questrial"/>
              </a:rPr>
              <a:t>. Lorem ipsum dolor sit </a:t>
            </a:r>
            <a:r>
              <a:rPr lang="en-US" sz="1899" dirty="0" err="1">
                <a:solidFill>
                  <a:srgbClr val="202020"/>
                </a:solidFill>
                <a:latin typeface="Questrial"/>
                <a:ea typeface="Questrial"/>
                <a:cs typeface="Questrial"/>
                <a:sym typeface="Questrial"/>
              </a:rPr>
              <a:t>amet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consectetur</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adipiscing</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elit</a:t>
            </a:r>
            <a:r>
              <a:rPr lang="en-US" sz="1899" dirty="0">
                <a:solidFill>
                  <a:srgbClr val="202020"/>
                </a:solidFill>
                <a:latin typeface="Questrial"/>
                <a:ea typeface="Questrial"/>
                <a:cs typeface="Questrial"/>
                <a:sym typeface="Questrial"/>
              </a:rPr>
              <a:t>, sed do </a:t>
            </a:r>
            <a:r>
              <a:rPr lang="en-US" sz="1899" dirty="0" err="1">
                <a:solidFill>
                  <a:srgbClr val="202020"/>
                </a:solidFill>
                <a:latin typeface="Questrial"/>
                <a:ea typeface="Questrial"/>
                <a:cs typeface="Questrial"/>
                <a:sym typeface="Questrial"/>
              </a:rPr>
              <a:t>eiusmod</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tempor</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incididunt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ut</a:t>
            </a:r>
            <a:r>
              <a:rPr lang="en-US" sz="1899" dirty="0">
                <a:solidFill>
                  <a:srgbClr val="202020"/>
                </a:solidFill>
                <a:latin typeface="Questrial"/>
                <a:ea typeface="Questrial"/>
                <a:cs typeface="Questrial"/>
                <a:sym typeface="Questrial"/>
              </a:rPr>
              <a:t> labore et dolore magna </a:t>
            </a:r>
            <a:r>
              <a:rPr lang="en-US" sz="1899" dirty="0" err="1">
                <a:solidFill>
                  <a:srgbClr val="202020"/>
                </a:solidFill>
                <a:latin typeface="Questrial"/>
                <a:ea typeface="Questrial"/>
                <a:cs typeface="Questrial"/>
                <a:sym typeface="Questrial"/>
              </a:rPr>
              <a:t>aliqua</a:t>
            </a:r>
            <a:r>
              <a:rPr lang="en-US" sz="1899" dirty="0">
                <a:solidFill>
                  <a:srgbClr val="202020"/>
                </a:solidFill>
                <a:latin typeface="Questrial"/>
                <a:ea typeface="Questrial"/>
                <a:cs typeface="Questrial"/>
                <a:sym typeface="Questrial"/>
              </a:rPr>
              <a:t>. Ut </a:t>
            </a:r>
            <a:r>
              <a:rPr lang="en-US" sz="1899" dirty="0" err="1">
                <a:solidFill>
                  <a:srgbClr val="202020"/>
                </a:solidFill>
                <a:latin typeface="Questrial"/>
                <a:ea typeface="Questrial"/>
                <a:cs typeface="Questrial"/>
                <a:sym typeface="Questrial"/>
              </a:rPr>
              <a:t>enim</a:t>
            </a:r>
            <a:r>
              <a:rPr lang="en-US" sz="1899" dirty="0">
                <a:solidFill>
                  <a:srgbClr val="202020"/>
                </a:solidFill>
                <a:latin typeface="Questrial"/>
                <a:ea typeface="Questrial"/>
                <a:cs typeface="Questrial"/>
                <a:sym typeface="Questrial"/>
              </a:rPr>
              <a:t> ad minim </a:t>
            </a:r>
            <a:r>
              <a:rPr lang="en-US" sz="1899" dirty="0" err="1">
                <a:solidFill>
                  <a:srgbClr val="202020"/>
                </a:solidFill>
                <a:latin typeface="Questrial"/>
                <a:ea typeface="Questrial"/>
                <a:cs typeface="Questrial"/>
                <a:sym typeface="Questrial"/>
              </a:rPr>
              <a:t>veniam</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quis</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nostrud</a:t>
            </a:r>
            <a:r>
              <a:rPr lang="en-US" sz="1899" dirty="0">
                <a:solidFill>
                  <a:srgbClr val="202020"/>
                </a:solidFill>
                <a:latin typeface="Questrial"/>
                <a:ea typeface="Questrial"/>
                <a:cs typeface="Questrial"/>
                <a:sym typeface="Questrial"/>
              </a:rPr>
              <a:t> exercitation </a:t>
            </a:r>
            <a:r>
              <a:rPr lang="en-US" sz="1899" dirty="0" err="1">
                <a:solidFill>
                  <a:srgbClr val="202020"/>
                </a:solidFill>
                <a:latin typeface="Questrial"/>
                <a:ea typeface="Questrial"/>
                <a:cs typeface="Questrial"/>
                <a:sym typeface="Questrial"/>
              </a:rPr>
              <a:t>ullamco</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laboris</a:t>
            </a:r>
            <a:r>
              <a:rPr lang="en-US" sz="1899" dirty="0">
                <a:solidFill>
                  <a:srgbClr val="202020"/>
                </a:solidFill>
                <a:latin typeface="Questrial"/>
                <a:ea typeface="Questrial"/>
                <a:cs typeface="Questrial"/>
                <a:sym typeface="Questrial"/>
              </a:rPr>
              <a:t> nisi </a:t>
            </a:r>
            <a:r>
              <a:rPr lang="en-US" sz="1899" dirty="0" err="1">
                <a:solidFill>
                  <a:srgbClr val="202020"/>
                </a:solidFill>
                <a:latin typeface="Questrial"/>
                <a:ea typeface="Questrial"/>
                <a:cs typeface="Questrial"/>
                <a:sym typeface="Questrial"/>
              </a:rPr>
              <a:t>ut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aliquip</a:t>
            </a:r>
            <a:r>
              <a:rPr lang="en-US" sz="1899" dirty="0">
                <a:solidFill>
                  <a:srgbClr val="202020"/>
                </a:solidFill>
                <a:latin typeface="Questrial"/>
                <a:ea typeface="Questrial"/>
                <a:cs typeface="Questrial"/>
                <a:sym typeface="Questrial"/>
              </a:rPr>
              <a:t> ex </a:t>
            </a:r>
            <a:r>
              <a:rPr lang="en-US" sz="1899" dirty="0" err="1">
                <a:solidFill>
                  <a:srgbClr val="202020"/>
                </a:solidFill>
                <a:latin typeface="Questrial"/>
                <a:ea typeface="Questrial"/>
                <a:cs typeface="Questrial"/>
                <a:sym typeface="Questrial"/>
              </a:rPr>
              <a:t>ea</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commodo</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consequat</a:t>
            </a:r>
            <a:r>
              <a:rPr lang="en-US" sz="1899" dirty="0">
                <a:solidFill>
                  <a:srgbClr val="202020"/>
                </a:solidFill>
                <a:latin typeface="Questrial"/>
                <a:ea typeface="Questrial"/>
                <a:cs typeface="Questrial"/>
                <a:sym typeface="Questrial"/>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0" y="5655564"/>
            <a:ext cx="18288000" cy="4631436"/>
          </a:xfrm>
          <a:custGeom>
            <a:avLst/>
            <a:gdLst/>
            <a:ahLst/>
            <a:cxnLst/>
            <a:rect l="l" t="t" r="r" b="b"/>
            <a:pathLst>
              <a:path w="1727519" h="717531">
                <a:moveTo>
                  <a:pt x="0" y="0"/>
                </a:moveTo>
                <a:lnTo>
                  <a:pt x="1727519" y="0"/>
                </a:lnTo>
                <a:lnTo>
                  <a:pt x="1727519" y="717531"/>
                </a:lnTo>
                <a:lnTo>
                  <a:pt x="0" y="717531"/>
                </a:lnTo>
                <a:close/>
              </a:path>
            </a:pathLst>
          </a:custGeom>
          <a:blipFill>
            <a:blip r:embed="rId2"/>
            <a:stretch>
              <a:fillRect t="-130682" b="-130682"/>
            </a:stretch>
          </a:blipFill>
        </p:spPr>
        <p:txBody>
          <a:bodyPr/>
          <a:lstStyle/>
          <a:p>
            <a:endParaRPr lang="ru-RU"/>
          </a:p>
        </p:txBody>
      </p:sp>
      <p:sp>
        <p:nvSpPr>
          <p:cNvPr id="6" name="TextBox 6"/>
          <p:cNvSpPr txBox="1"/>
          <p:nvPr/>
        </p:nvSpPr>
        <p:spPr>
          <a:xfrm>
            <a:off x="1143000" y="938117"/>
            <a:ext cx="6858000" cy="738664"/>
          </a:xfrm>
          <a:prstGeom prst="rect">
            <a:avLst/>
          </a:prstGeom>
        </p:spPr>
        <p:txBody>
          <a:bodyPr wrap="square" lIns="0" tIns="0" rIns="0" bIns="0" rtlCol="0" anchor="t">
            <a:spAutoFit/>
          </a:bodyPr>
          <a:lstStyle/>
          <a:p>
            <a:pPr marL="0" lvl="0" indent="0" algn="l"/>
            <a:r>
              <a:rPr lang="en-US" sz="4800" dirty="0">
                <a:solidFill>
                  <a:srgbClr val="202020"/>
                </a:solidFill>
                <a:latin typeface="Anton"/>
                <a:ea typeface="Anton"/>
                <a:cs typeface="Anton"/>
                <a:sym typeface="Anton"/>
              </a:rPr>
              <a:t>BENEFITS OF SPORTS</a:t>
            </a:r>
          </a:p>
        </p:txBody>
      </p:sp>
      <p:sp>
        <p:nvSpPr>
          <p:cNvPr id="9" name="TextBox 9"/>
          <p:cNvSpPr txBox="1"/>
          <p:nvPr/>
        </p:nvSpPr>
        <p:spPr>
          <a:xfrm>
            <a:off x="11150592" y="1561026"/>
            <a:ext cx="6108708" cy="2999740"/>
          </a:xfrm>
          <a:prstGeom prst="rect">
            <a:avLst/>
          </a:prstGeom>
        </p:spPr>
        <p:txBody>
          <a:bodyPr lIns="0" tIns="0" rIns="0" bIns="0" rtlCol="0" anchor="t">
            <a:spAutoFit/>
          </a:bodyPr>
          <a:lstStyle/>
          <a:p>
            <a:pPr algn="just">
              <a:lnSpc>
                <a:spcPts val="2659"/>
              </a:lnSpc>
            </a:pPr>
            <a:r>
              <a:rPr lang="en-US" sz="1899">
                <a:solidFill>
                  <a:srgbClr val="202020"/>
                </a:solidFill>
                <a:latin typeface="Questrial"/>
                <a:ea typeface="Questrial"/>
                <a:cs typeface="Questrial"/>
                <a:sym typeface="Questrial"/>
              </a:rP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1833344" y="0"/>
            <a:ext cx="6454656" cy="10287000"/>
          </a:xfrm>
          <a:custGeom>
            <a:avLst/>
            <a:gdLst/>
            <a:ahLst/>
            <a:cxnLst/>
            <a:rect l="l" t="t" r="r" b="b"/>
            <a:pathLst>
              <a:path w="999995" h="1593725">
                <a:moveTo>
                  <a:pt x="0" y="0"/>
                </a:moveTo>
                <a:lnTo>
                  <a:pt x="999995" y="0"/>
                </a:lnTo>
                <a:lnTo>
                  <a:pt x="999995" y="1593725"/>
                </a:lnTo>
                <a:lnTo>
                  <a:pt x="0" y="1593725"/>
                </a:lnTo>
                <a:close/>
              </a:path>
            </a:pathLst>
          </a:custGeom>
          <a:blipFill>
            <a:blip r:embed="rId2"/>
            <a:stretch>
              <a:fillRect l="-69604" r="-69604"/>
            </a:stretch>
          </a:blipFill>
        </p:spPr>
        <p:txBody>
          <a:bodyPr/>
          <a:lstStyle/>
          <a:p>
            <a:endParaRPr lang="ru-RU"/>
          </a:p>
        </p:txBody>
      </p:sp>
      <p:sp>
        <p:nvSpPr>
          <p:cNvPr id="5" name="TextBox 5"/>
          <p:cNvSpPr txBox="1"/>
          <p:nvPr/>
        </p:nvSpPr>
        <p:spPr>
          <a:xfrm>
            <a:off x="1443228" y="1294842"/>
            <a:ext cx="9529572" cy="677108"/>
          </a:xfrm>
          <a:prstGeom prst="rect">
            <a:avLst/>
          </a:prstGeom>
        </p:spPr>
        <p:txBody>
          <a:bodyPr wrap="square" lIns="0" tIns="0" rIns="0" bIns="0" rtlCol="0" anchor="t">
            <a:spAutoFit/>
          </a:bodyPr>
          <a:lstStyle/>
          <a:p>
            <a:pPr marL="0" lvl="0" indent="0" algn="l"/>
            <a:r>
              <a:rPr lang="en-US" sz="4400" dirty="0">
                <a:solidFill>
                  <a:srgbClr val="919191"/>
                </a:solidFill>
                <a:latin typeface="Anton"/>
                <a:ea typeface="Anton"/>
                <a:cs typeface="Anton"/>
                <a:sym typeface="Anton"/>
              </a:rPr>
              <a:t>B</a:t>
            </a:r>
            <a:r>
              <a:rPr lang="en-US" sz="4400" u="none" strike="noStrike" dirty="0">
                <a:solidFill>
                  <a:srgbClr val="919191"/>
                </a:solidFill>
                <a:latin typeface="Anton"/>
                <a:ea typeface="Anton"/>
                <a:cs typeface="Anton"/>
                <a:sym typeface="Anton"/>
              </a:rPr>
              <a:t>ENEFITS OF SPORTS</a:t>
            </a:r>
          </a:p>
        </p:txBody>
      </p:sp>
      <p:sp>
        <p:nvSpPr>
          <p:cNvPr id="7" name="TextBox 7"/>
          <p:cNvSpPr txBox="1"/>
          <p:nvPr/>
        </p:nvSpPr>
        <p:spPr>
          <a:xfrm>
            <a:off x="1443228" y="3334770"/>
            <a:ext cx="8767572" cy="1704313"/>
          </a:xfrm>
          <a:prstGeom prst="rect">
            <a:avLst/>
          </a:prstGeom>
        </p:spPr>
        <p:txBody>
          <a:bodyPr wrap="square" lIns="0" tIns="0" rIns="0" bIns="0" rtlCol="0" anchor="t">
            <a:spAutoFit/>
          </a:bodyPr>
          <a:lstStyle/>
          <a:p>
            <a:pPr algn="just">
              <a:lnSpc>
                <a:spcPts val="2659"/>
              </a:lnSpc>
            </a:pPr>
            <a:r>
              <a:rPr lang="en-US" sz="1899" dirty="0">
                <a:solidFill>
                  <a:srgbClr val="202020"/>
                </a:solidFill>
                <a:latin typeface="Questrial"/>
                <a:ea typeface="Questrial"/>
                <a:cs typeface="Questrial"/>
                <a:sym typeface="Questrial"/>
              </a:rPr>
              <a:t>Lorem ipsum dolor sit </a:t>
            </a:r>
            <a:r>
              <a:rPr lang="en-US" sz="1899" dirty="0" err="1">
                <a:solidFill>
                  <a:srgbClr val="202020"/>
                </a:solidFill>
                <a:latin typeface="Questrial"/>
                <a:ea typeface="Questrial"/>
                <a:cs typeface="Questrial"/>
                <a:sym typeface="Questrial"/>
              </a:rPr>
              <a:t>amet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consectetur</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adipiscing</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elit</a:t>
            </a:r>
            <a:r>
              <a:rPr lang="en-US" sz="1899" dirty="0">
                <a:solidFill>
                  <a:srgbClr val="202020"/>
                </a:solidFill>
                <a:latin typeface="Questrial"/>
                <a:ea typeface="Questrial"/>
                <a:cs typeface="Questrial"/>
                <a:sym typeface="Questrial"/>
              </a:rPr>
              <a:t>, sed do </a:t>
            </a:r>
            <a:r>
              <a:rPr lang="en-US" sz="1899" dirty="0" err="1">
                <a:solidFill>
                  <a:srgbClr val="202020"/>
                </a:solidFill>
                <a:latin typeface="Questrial"/>
                <a:ea typeface="Questrial"/>
                <a:cs typeface="Questrial"/>
                <a:sym typeface="Questrial"/>
              </a:rPr>
              <a:t>eiusmod</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tempor</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incididunt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ut</a:t>
            </a:r>
            <a:r>
              <a:rPr lang="en-US" sz="1899" dirty="0">
                <a:solidFill>
                  <a:srgbClr val="202020"/>
                </a:solidFill>
                <a:latin typeface="Questrial"/>
                <a:ea typeface="Questrial"/>
                <a:cs typeface="Questrial"/>
                <a:sym typeface="Questrial"/>
              </a:rPr>
              <a:t> labore et dolore magna </a:t>
            </a:r>
            <a:r>
              <a:rPr lang="en-US" sz="1899" dirty="0" err="1">
                <a:solidFill>
                  <a:srgbClr val="202020"/>
                </a:solidFill>
                <a:latin typeface="Questrial"/>
                <a:ea typeface="Questrial"/>
                <a:cs typeface="Questrial"/>
                <a:sym typeface="Questrial"/>
              </a:rPr>
              <a:t>aliqua</a:t>
            </a:r>
            <a:r>
              <a:rPr lang="en-US" sz="1899" dirty="0">
                <a:solidFill>
                  <a:srgbClr val="202020"/>
                </a:solidFill>
                <a:latin typeface="Questrial"/>
                <a:ea typeface="Questrial"/>
                <a:cs typeface="Questrial"/>
                <a:sym typeface="Questrial"/>
              </a:rPr>
              <a:t>. Ut </a:t>
            </a:r>
            <a:r>
              <a:rPr lang="en-US" sz="1899" dirty="0" err="1">
                <a:solidFill>
                  <a:srgbClr val="202020"/>
                </a:solidFill>
                <a:latin typeface="Questrial"/>
                <a:ea typeface="Questrial"/>
                <a:cs typeface="Questrial"/>
                <a:sym typeface="Questrial"/>
              </a:rPr>
              <a:t>enim</a:t>
            </a:r>
            <a:r>
              <a:rPr lang="en-US" sz="1899" dirty="0">
                <a:solidFill>
                  <a:srgbClr val="202020"/>
                </a:solidFill>
                <a:latin typeface="Questrial"/>
                <a:ea typeface="Questrial"/>
                <a:cs typeface="Questrial"/>
                <a:sym typeface="Questrial"/>
              </a:rPr>
              <a:t> ad minim </a:t>
            </a:r>
            <a:r>
              <a:rPr lang="en-US" sz="1899" dirty="0" err="1">
                <a:solidFill>
                  <a:srgbClr val="202020"/>
                </a:solidFill>
                <a:latin typeface="Questrial"/>
                <a:ea typeface="Questrial"/>
                <a:cs typeface="Questrial"/>
                <a:sym typeface="Questrial"/>
              </a:rPr>
              <a:t>veniam</a:t>
            </a:r>
            <a:r>
              <a:rPr lang="en-US" sz="1899" dirty="0">
                <a:solidFill>
                  <a:srgbClr val="202020"/>
                </a:solidFill>
                <a:latin typeface="Questrial"/>
                <a:ea typeface="Questrial"/>
                <a:cs typeface="Questrial"/>
                <a:sym typeface="Questrial"/>
              </a:rPr>
              <a:t>, quis </a:t>
            </a:r>
            <a:r>
              <a:rPr lang="en-US" sz="1899" dirty="0" err="1">
                <a:solidFill>
                  <a:srgbClr val="202020"/>
                </a:solidFill>
                <a:latin typeface="Questrial"/>
                <a:ea typeface="Questrial"/>
                <a:cs typeface="Questrial"/>
                <a:sym typeface="Questrial"/>
              </a:rPr>
              <a:t>nostrud</a:t>
            </a:r>
            <a:r>
              <a:rPr lang="en-US" sz="1899" dirty="0">
                <a:solidFill>
                  <a:srgbClr val="202020"/>
                </a:solidFill>
                <a:latin typeface="Questrial"/>
                <a:ea typeface="Questrial"/>
                <a:cs typeface="Questrial"/>
                <a:sym typeface="Questrial"/>
              </a:rPr>
              <a:t> exercitation </a:t>
            </a:r>
            <a:r>
              <a:rPr lang="en-US" sz="1899" dirty="0" err="1">
                <a:solidFill>
                  <a:srgbClr val="202020"/>
                </a:solidFill>
                <a:latin typeface="Questrial"/>
                <a:ea typeface="Questrial"/>
                <a:cs typeface="Questrial"/>
                <a:sym typeface="Questrial"/>
              </a:rPr>
              <a:t>ullamco</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laboris</a:t>
            </a:r>
            <a:r>
              <a:rPr lang="en-US" sz="1899" dirty="0">
                <a:solidFill>
                  <a:srgbClr val="202020"/>
                </a:solidFill>
                <a:latin typeface="Questrial"/>
                <a:ea typeface="Questrial"/>
                <a:cs typeface="Questrial"/>
                <a:sym typeface="Questrial"/>
              </a:rPr>
              <a:t> nisi </a:t>
            </a:r>
            <a:r>
              <a:rPr lang="en-US" sz="1899" dirty="0" err="1">
                <a:solidFill>
                  <a:srgbClr val="202020"/>
                </a:solidFill>
                <a:latin typeface="Questrial"/>
                <a:ea typeface="Questrial"/>
                <a:cs typeface="Questrial"/>
                <a:sym typeface="Questrial"/>
              </a:rPr>
              <a:t>ut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aliquip</a:t>
            </a:r>
            <a:r>
              <a:rPr lang="en-US" sz="1899" dirty="0">
                <a:solidFill>
                  <a:srgbClr val="202020"/>
                </a:solidFill>
                <a:latin typeface="Questrial"/>
                <a:ea typeface="Questrial"/>
                <a:cs typeface="Questrial"/>
                <a:sym typeface="Questrial"/>
              </a:rPr>
              <a:t> ex </a:t>
            </a:r>
            <a:r>
              <a:rPr lang="en-US" sz="1899" dirty="0" err="1">
                <a:solidFill>
                  <a:srgbClr val="202020"/>
                </a:solidFill>
                <a:latin typeface="Questrial"/>
                <a:ea typeface="Questrial"/>
                <a:cs typeface="Questrial"/>
                <a:sym typeface="Questrial"/>
              </a:rPr>
              <a:t>ea</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commodo</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consequat</a:t>
            </a:r>
            <a:r>
              <a:rPr lang="en-US" sz="1899" dirty="0">
                <a:solidFill>
                  <a:srgbClr val="202020"/>
                </a:solidFill>
                <a:latin typeface="Questrial"/>
                <a:ea typeface="Questrial"/>
                <a:cs typeface="Questrial"/>
                <a:sym typeface="Questrial"/>
              </a:rPr>
              <a:t>. Lorem ipsum dolor sit </a:t>
            </a:r>
            <a:r>
              <a:rPr lang="en-US" sz="1899" dirty="0" err="1">
                <a:solidFill>
                  <a:srgbClr val="202020"/>
                </a:solidFill>
                <a:latin typeface="Questrial"/>
                <a:ea typeface="Questrial"/>
                <a:cs typeface="Questrial"/>
                <a:sym typeface="Questrial"/>
              </a:rPr>
              <a:t>amet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consectetur</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adipiscing</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elit</a:t>
            </a:r>
            <a:r>
              <a:rPr lang="en-US" sz="1899" dirty="0">
                <a:solidFill>
                  <a:srgbClr val="202020"/>
                </a:solidFill>
                <a:latin typeface="Questrial"/>
                <a:ea typeface="Questrial"/>
                <a:cs typeface="Questrial"/>
                <a:sym typeface="Questrial"/>
              </a:rPr>
              <a:t>, sed do </a:t>
            </a:r>
            <a:r>
              <a:rPr lang="en-US" sz="1899" dirty="0" err="1">
                <a:solidFill>
                  <a:srgbClr val="202020"/>
                </a:solidFill>
                <a:latin typeface="Questrial"/>
                <a:ea typeface="Questrial"/>
                <a:cs typeface="Questrial"/>
                <a:sym typeface="Questrial"/>
              </a:rPr>
              <a:t>eiusmod</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tempor</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incididunt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ut</a:t>
            </a:r>
            <a:r>
              <a:rPr lang="en-US" sz="1899" dirty="0">
                <a:solidFill>
                  <a:srgbClr val="202020"/>
                </a:solidFill>
                <a:latin typeface="Questrial"/>
                <a:ea typeface="Questrial"/>
                <a:cs typeface="Questrial"/>
                <a:sym typeface="Questrial"/>
              </a:rPr>
              <a:t> labore et dolore magna </a:t>
            </a:r>
            <a:r>
              <a:rPr lang="en-US" sz="1899" dirty="0" err="1">
                <a:solidFill>
                  <a:srgbClr val="202020"/>
                </a:solidFill>
                <a:latin typeface="Questrial"/>
                <a:ea typeface="Questrial"/>
                <a:cs typeface="Questrial"/>
                <a:sym typeface="Questrial"/>
              </a:rPr>
              <a:t>aliqua</a:t>
            </a:r>
            <a:r>
              <a:rPr lang="en-US" sz="1899" dirty="0">
                <a:solidFill>
                  <a:srgbClr val="202020"/>
                </a:solidFill>
                <a:latin typeface="Questrial"/>
                <a:ea typeface="Questrial"/>
                <a:cs typeface="Questrial"/>
                <a:sym typeface="Questrial"/>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0" y="0"/>
            <a:ext cx="8558784" cy="5726881"/>
          </a:xfrm>
          <a:custGeom>
            <a:avLst/>
            <a:gdLst/>
            <a:ahLst/>
            <a:cxnLst/>
            <a:rect l="l" t="t" r="r" b="b"/>
            <a:pathLst>
              <a:path w="1428835" h="956067">
                <a:moveTo>
                  <a:pt x="0" y="0"/>
                </a:moveTo>
                <a:lnTo>
                  <a:pt x="1428835" y="0"/>
                </a:lnTo>
                <a:lnTo>
                  <a:pt x="1428835" y="956067"/>
                </a:lnTo>
                <a:lnTo>
                  <a:pt x="0" y="956067"/>
                </a:lnTo>
                <a:close/>
              </a:path>
            </a:pathLst>
          </a:custGeom>
          <a:blipFill>
            <a:blip r:embed="rId2"/>
            <a:stretch>
              <a:fillRect t="-43405" b="-43405"/>
            </a:stretch>
          </a:blipFill>
        </p:spPr>
        <p:txBody>
          <a:bodyPr/>
          <a:lstStyle/>
          <a:p>
            <a:endParaRPr lang="ru-RU"/>
          </a:p>
        </p:txBody>
      </p:sp>
      <p:sp>
        <p:nvSpPr>
          <p:cNvPr id="4" name="TextBox 4"/>
          <p:cNvSpPr txBox="1"/>
          <p:nvPr/>
        </p:nvSpPr>
        <p:spPr>
          <a:xfrm>
            <a:off x="1600200" y="6896100"/>
            <a:ext cx="13273155" cy="738664"/>
          </a:xfrm>
          <a:prstGeom prst="rect">
            <a:avLst/>
          </a:prstGeom>
        </p:spPr>
        <p:txBody>
          <a:bodyPr lIns="0" tIns="0" rIns="0" bIns="0" rtlCol="0" anchor="t">
            <a:spAutoFit/>
          </a:bodyPr>
          <a:lstStyle/>
          <a:p>
            <a:pPr algn="l"/>
            <a:r>
              <a:rPr lang="en-US" sz="4800" dirty="0">
                <a:solidFill>
                  <a:srgbClr val="202020"/>
                </a:solidFill>
                <a:latin typeface="Anton"/>
                <a:ea typeface="Anton"/>
                <a:cs typeface="Anton"/>
                <a:sym typeface="Anton"/>
              </a:rPr>
              <a:t>HEALTH, TEAMWORK &amp; DISCIPLINE</a:t>
            </a:r>
          </a:p>
        </p:txBody>
      </p:sp>
      <p:sp>
        <p:nvSpPr>
          <p:cNvPr id="7" name="TextBox 7"/>
          <p:cNvSpPr txBox="1"/>
          <p:nvPr/>
        </p:nvSpPr>
        <p:spPr>
          <a:xfrm>
            <a:off x="11150592" y="1561026"/>
            <a:ext cx="6108708" cy="2999740"/>
          </a:xfrm>
          <a:prstGeom prst="rect">
            <a:avLst/>
          </a:prstGeom>
        </p:spPr>
        <p:txBody>
          <a:bodyPr lIns="0" tIns="0" rIns="0" bIns="0" rtlCol="0" anchor="t">
            <a:spAutoFit/>
          </a:bodyPr>
          <a:lstStyle/>
          <a:p>
            <a:pPr algn="just">
              <a:lnSpc>
                <a:spcPts val="2659"/>
              </a:lnSpc>
            </a:pPr>
            <a:r>
              <a:rPr lang="en-US" sz="1899" dirty="0">
                <a:solidFill>
                  <a:srgbClr val="202020"/>
                </a:solidFill>
                <a:latin typeface="Questrial"/>
                <a:ea typeface="Questrial"/>
                <a:cs typeface="Questrial"/>
                <a:sym typeface="Questrial"/>
              </a:rPr>
              <a:t>Lorem ipsum dolor sit </a:t>
            </a:r>
            <a:r>
              <a:rPr lang="en-US" sz="1899" dirty="0" err="1">
                <a:solidFill>
                  <a:srgbClr val="202020"/>
                </a:solidFill>
                <a:latin typeface="Questrial"/>
                <a:ea typeface="Questrial"/>
                <a:cs typeface="Questrial"/>
                <a:sym typeface="Questrial"/>
              </a:rPr>
              <a:t>amet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consectetur</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adipiscing</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elit</a:t>
            </a:r>
            <a:r>
              <a:rPr lang="en-US" sz="1899" dirty="0">
                <a:solidFill>
                  <a:srgbClr val="202020"/>
                </a:solidFill>
                <a:latin typeface="Questrial"/>
                <a:ea typeface="Questrial"/>
                <a:cs typeface="Questrial"/>
                <a:sym typeface="Questrial"/>
              </a:rPr>
              <a:t>, sed do </a:t>
            </a:r>
            <a:r>
              <a:rPr lang="en-US" sz="1899" dirty="0" err="1">
                <a:solidFill>
                  <a:srgbClr val="202020"/>
                </a:solidFill>
                <a:latin typeface="Questrial"/>
                <a:ea typeface="Questrial"/>
                <a:cs typeface="Questrial"/>
                <a:sym typeface="Questrial"/>
              </a:rPr>
              <a:t>eiusmod</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tempor</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incididunt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ut</a:t>
            </a:r>
            <a:r>
              <a:rPr lang="en-US" sz="1899" dirty="0">
                <a:solidFill>
                  <a:srgbClr val="202020"/>
                </a:solidFill>
                <a:latin typeface="Questrial"/>
                <a:ea typeface="Questrial"/>
                <a:cs typeface="Questrial"/>
                <a:sym typeface="Questrial"/>
              </a:rPr>
              <a:t> labore et dolore magna </a:t>
            </a:r>
            <a:r>
              <a:rPr lang="en-US" sz="1899" dirty="0" err="1">
                <a:solidFill>
                  <a:srgbClr val="202020"/>
                </a:solidFill>
                <a:latin typeface="Questrial"/>
                <a:ea typeface="Questrial"/>
                <a:cs typeface="Questrial"/>
                <a:sym typeface="Questrial"/>
              </a:rPr>
              <a:t>aliqua</a:t>
            </a:r>
            <a:r>
              <a:rPr lang="en-US" sz="1899" dirty="0">
                <a:solidFill>
                  <a:srgbClr val="202020"/>
                </a:solidFill>
                <a:latin typeface="Questrial"/>
                <a:ea typeface="Questrial"/>
                <a:cs typeface="Questrial"/>
                <a:sym typeface="Questrial"/>
              </a:rPr>
              <a:t>. Ut </a:t>
            </a:r>
            <a:r>
              <a:rPr lang="en-US" sz="1899" dirty="0" err="1">
                <a:solidFill>
                  <a:srgbClr val="202020"/>
                </a:solidFill>
                <a:latin typeface="Questrial"/>
                <a:ea typeface="Questrial"/>
                <a:cs typeface="Questrial"/>
                <a:sym typeface="Questrial"/>
              </a:rPr>
              <a:t>enim</a:t>
            </a:r>
            <a:r>
              <a:rPr lang="en-US" sz="1899" dirty="0">
                <a:solidFill>
                  <a:srgbClr val="202020"/>
                </a:solidFill>
                <a:latin typeface="Questrial"/>
                <a:ea typeface="Questrial"/>
                <a:cs typeface="Questrial"/>
                <a:sym typeface="Questrial"/>
              </a:rPr>
              <a:t> ad minim </a:t>
            </a:r>
            <a:r>
              <a:rPr lang="en-US" sz="1899" dirty="0" err="1">
                <a:solidFill>
                  <a:srgbClr val="202020"/>
                </a:solidFill>
                <a:latin typeface="Questrial"/>
                <a:ea typeface="Questrial"/>
                <a:cs typeface="Questrial"/>
                <a:sym typeface="Questrial"/>
              </a:rPr>
              <a:t>veniam</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quis</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nostrud</a:t>
            </a:r>
            <a:r>
              <a:rPr lang="en-US" sz="1899" dirty="0">
                <a:solidFill>
                  <a:srgbClr val="202020"/>
                </a:solidFill>
                <a:latin typeface="Questrial"/>
                <a:ea typeface="Questrial"/>
                <a:cs typeface="Questrial"/>
                <a:sym typeface="Questrial"/>
              </a:rPr>
              <a:t> exercitation </a:t>
            </a:r>
            <a:r>
              <a:rPr lang="en-US" sz="1899" dirty="0" err="1">
                <a:solidFill>
                  <a:srgbClr val="202020"/>
                </a:solidFill>
                <a:latin typeface="Questrial"/>
                <a:ea typeface="Questrial"/>
                <a:cs typeface="Questrial"/>
                <a:sym typeface="Questrial"/>
              </a:rPr>
              <a:t>ullamco</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laboris</a:t>
            </a:r>
            <a:r>
              <a:rPr lang="en-US" sz="1899" dirty="0">
                <a:solidFill>
                  <a:srgbClr val="202020"/>
                </a:solidFill>
                <a:latin typeface="Questrial"/>
                <a:ea typeface="Questrial"/>
                <a:cs typeface="Questrial"/>
                <a:sym typeface="Questrial"/>
              </a:rPr>
              <a:t> nisi </a:t>
            </a:r>
            <a:r>
              <a:rPr lang="en-US" sz="1899" dirty="0" err="1">
                <a:solidFill>
                  <a:srgbClr val="202020"/>
                </a:solidFill>
                <a:latin typeface="Questrial"/>
                <a:ea typeface="Questrial"/>
                <a:cs typeface="Questrial"/>
                <a:sym typeface="Questrial"/>
              </a:rPr>
              <a:t>ut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aliquip</a:t>
            </a:r>
            <a:r>
              <a:rPr lang="en-US" sz="1899" dirty="0">
                <a:solidFill>
                  <a:srgbClr val="202020"/>
                </a:solidFill>
                <a:latin typeface="Questrial"/>
                <a:ea typeface="Questrial"/>
                <a:cs typeface="Questrial"/>
                <a:sym typeface="Questrial"/>
              </a:rPr>
              <a:t> ex </a:t>
            </a:r>
            <a:r>
              <a:rPr lang="en-US" sz="1899" dirty="0" err="1">
                <a:solidFill>
                  <a:srgbClr val="202020"/>
                </a:solidFill>
                <a:latin typeface="Questrial"/>
                <a:ea typeface="Questrial"/>
                <a:cs typeface="Questrial"/>
                <a:sym typeface="Questrial"/>
              </a:rPr>
              <a:t>ea</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commodo</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consequat</a:t>
            </a:r>
            <a:r>
              <a:rPr lang="en-US" sz="1899" dirty="0">
                <a:solidFill>
                  <a:srgbClr val="202020"/>
                </a:solidFill>
                <a:latin typeface="Questrial"/>
                <a:ea typeface="Questrial"/>
                <a:cs typeface="Questrial"/>
                <a:sym typeface="Questrial"/>
              </a:rPr>
              <a:t>. Lorem ipsum dolor sit </a:t>
            </a:r>
            <a:r>
              <a:rPr lang="en-US" sz="1899" dirty="0" err="1">
                <a:solidFill>
                  <a:srgbClr val="202020"/>
                </a:solidFill>
                <a:latin typeface="Questrial"/>
                <a:ea typeface="Questrial"/>
                <a:cs typeface="Questrial"/>
                <a:sym typeface="Questrial"/>
              </a:rPr>
              <a:t>amet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consectetur</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adipiscing</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elit</a:t>
            </a:r>
            <a:r>
              <a:rPr lang="en-US" sz="1899" dirty="0">
                <a:solidFill>
                  <a:srgbClr val="202020"/>
                </a:solidFill>
                <a:latin typeface="Questrial"/>
                <a:ea typeface="Questrial"/>
                <a:cs typeface="Questrial"/>
                <a:sym typeface="Questrial"/>
              </a:rPr>
              <a:t>, sed do </a:t>
            </a:r>
            <a:r>
              <a:rPr lang="en-US" sz="1899" dirty="0" err="1">
                <a:solidFill>
                  <a:srgbClr val="202020"/>
                </a:solidFill>
                <a:latin typeface="Questrial"/>
                <a:ea typeface="Questrial"/>
                <a:cs typeface="Questrial"/>
                <a:sym typeface="Questrial"/>
              </a:rPr>
              <a:t>eiusmod</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tempor</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incididunt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ut</a:t>
            </a:r>
            <a:r>
              <a:rPr lang="en-US" sz="1899" dirty="0">
                <a:solidFill>
                  <a:srgbClr val="202020"/>
                </a:solidFill>
                <a:latin typeface="Questrial"/>
                <a:ea typeface="Questrial"/>
                <a:cs typeface="Questrial"/>
                <a:sym typeface="Questrial"/>
              </a:rPr>
              <a:t> labore et dolore magna </a:t>
            </a:r>
            <a:r>
              <a:rPr lang="en-US" sz="1899" dirty="0" err="1">
                <a:solidFill>
                  <a:srgbClr val="202020"/>
                </a:solidFill>
                <a:latin typeface="Questrial"/>
                <a:ea typeface="Questrial"/>
                <a:cs typeface="Questrial"/>
                <a:sym typeface="Questrial"/>
              </a:rPr>
              <a:t>aliqua</a:t>
            </a:r>
            <a:r>
              <a:rPr lang="en-US" sz="1899" dirty="0">
                <a:solidFill>
                  <a:srgbClr val="202020"/>
                </a:solidFill>
                <a:latin typeface="Questrial"/>
                <a:ea typeface="Questrial"/>
                <a:cs typeface="Questrial"/>
                <a:sym typeface="Questrial"/>
              </a:rPr>
              <a:t>. Ut </a:t>
            </a:r>
            <a:r>
              <a:rPr lang="en-US" sz="1899" dirty="0" err="1">
                <a:solidFill>
                  <a:srgbClr val="202020"/>
                </a:solidFill>
                <a:latin typeface="Questrial"/>
                <a:ea typeface="Questrial"/>
                <a:cs typeface="Questrial"/>
                <a:sym typeface="Questrial"/>
              </a:rPr>
              <a:t>enim</a:t>
            </a:r>
            <a:r>
              <a:rPr lang="en-US" sz="1899" dirty="0">
                <a:solidFill>
                  <a:srgbClr val="202020"/>
                </a:solidFill>
                <a:latin typeface="Questrial"/>
                <a:ea typeface="Questrial"/>
                <a:cs typeface="Questrial"/>
                <a:sym typeface="Questrial"/>
              </a:rPr>
              <a:t> ad minim </a:t>
            </a:r>
            <a:r>
              <a:rPr lang="en-US" sz="1899" dirty="0" err="1">
                <a:solidFill>
                  <a:srgbClr val="202020"/>
                </a:solidFill>
                <a:latin typeface="Questrial"/>
                <a:ea typeface="Questrial"/>
                <a:cs typeface="Questrial"/>
                <a:sym typeface="Questrial"/>
              </a:rPr>
              <a:t>veniam</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quis</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nostrud</a:t>
            </a:r>
            <a:r>
              <a:rPr lang="en-US" sz="1899" dirty="0">
                <a:solidFill>
                  <a:srgbClr val="202020"/>
                </a:solidFill>
                <a:latin typeface="Questrial"/>
                <a:ea typeface="Questrial"/>
                <a:cs typeface="Questrial"/>
                <a:sym typeface="Questrial"/>
              </a:rPr>
              <a:t> exercitation </a:t>
            </a:r>
            <a:r>
              <a:rPr lang="en-US" sz="1899" dirty="0" err="1">
                <a:solidFill>
                  <a:srgbClr val="202020"/>
                </a:solidFill>
                <a:latin typeface="Questrial"/>
                <a:ea typeface="Questrial"/>
                <a:cs typeface="Questrial"/>
                <a:sym typeface="Questrial"/>
              </a:rPr>
              <a:t>ullamco</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laboris</a:t>
            </a:r>
            <a:r>
              <a:rPr lang="en-US" sz="1899" dirty="0">
                <a:solidFill>
                  <a:srgbClr val="202020"/>
                </a:solidFill>
                <a:latin typeface="Questrial"/>
                <a:ea typeface="Questrial"/>
                <a:cs typeface="Questrial"/>
                <a:sym typeface="Questrial"/>
              </a:rPr>
              <a:t> nisi </a:t>
            </a:r>
            <a:r>
              <a:rPr lang="en-US" sz="1899" dirty="0" err="1">
                <a:solidFill>
                  <a:srgbClr val="202020"/>
                </a:solidFill>
                <a:latin typeface="Questrial"/>
                <a:ea typeface="Questrial"/>
                <a:cs typeface="Questrial"/>
                <a:sym typeface="Questrial"/>
              </a:rPr>
              <a:t>ut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aliquip</a:t>
            </a:r>
            <a:r>
              <a:rPr lang="en-US" sz="1899" dirty="0">
                <a:solidFill>
                  <a:srgbClr val="202020"/>
                </a:solidFill>
                <a:latin typeface="Questrial"/>
                <a:ea typeface="Questrial"/>
                <a:cs typeface="Questrial"/>
                <a:sym typeface="Questrial"/>
              </a:rPr>
              <a:t> ex </a:t>
            </a:r>
            <a:r>
              <a:rPr lang="en-US" sz="1899" dirty="0" err="1">
                <a:solidFill>
                  <a:srgbClr val="202020"/>
                </a:solidFill>
                <a:latin typeface="Questrial"/>
                <a:ea typeface="Questrial"/>
                <a:cs typeface="Questrial"/>
                <a:sym typeface="Questrial"/>
              </a:rPr>
              <a:t>ea</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commodo</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consequat</a:t>
            </a:r>
            <a:r>
              <a:rPr lang="en-US" sz="1899" dirty="0">
                <a:solidFill>
                  <a:srgbClr val="202020"/>
                </a:solidFill>
                <a:latin typeface="Questrial"/>
                <a:ea typeface="Questrial"/>
                <a:cs typeface="Questrial"/>
                <a:sym typeface="Questrial"/>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0" y="0"/>
            <a:ext cx="6454656" cy="10287000"/>
          </a:xfrm>
          <a:custGeom>
            <a:avLst/>
            <a:gdLst/>
            <a:ahLst/>
            <a:cxnLst/>
            <a:rect l="l" t="t" r="r" b="b"/>
            <a:pathLst>
              <a:path w="999995" h="1593725">
                <a:moveTo>
                  <a:pt x="0" y="0"/>
                </a:moveTo>
                <a:lnTo>
                  <a:pt x="999995" y="0"/>
                </a:lnTo>
                <a:lnTo>
                  <a:pt x="999995" y="1593725"/>
                </a:lnTo>
                <a:lnTo>
                  <a:pt x="0" y="1593725"/>
                </a:lnTo>
                <a:close/>
              </a:path>
            </a:pathLst>
          </a:custGeom>
          <a:blipFill>
            <a:blip r:embed="rId2"/>
            <a:stretch>
              <a:fillRect l="-3124" r="-3124"/>
            </a:stretch>
          </a:blipFill>
        </p:spPr>
        <p:txBody>
          <a:bodyPr/>
          <a:lstStyle/>
          <a:p>
            <a:endParaRPr lang="ru-RU"/>
          </a:p>
        </p:txBody>
      </p:sp>
      <p:sp>
        <p:nvSpPr>
          <p:cNvPr id="5" name="TextBox 5"/>
          <p:cNvSpPr txBox="1"/>
          <p:nvPr/>
        </p:nvSpPr>
        <p:spPr>
          <a:xfrm>
            <a:off x="7326558" y="1257300"/>
            <a:ext cx="9013575" cy="677108"/>
          </a:xfrm>
          <a:prstGeom prst="rect">
            <a:avLst/>
          </a:prstGeom>
        </p:spPr>
        <p:txBody>
          <a:bodyPr wrap="square" lIns="0" tIns="0" rIns="0" bIns="0" rtlCol="0" anchor="t">
            <a:spAutoFit/>
          </a:bodyPr>
          <a:lstStyle/>
          <a:p>
            <a:pPr marL="0" lvl="0" indent="0" algn="l"/>
            <a:r>
              <a:rPr lang="en-US" sz="4400" dirty="0">
                <a:solidFill>
                  <a:srgbClr val="919191"/>
                </a:solidFill>
                <a:latin typeface="Anton"/>
                <a:ea typeface="Anton"/>
                <a:cs typeface="Anton"/>
                <a:sym typeface="Anton"/>
              </a:rPr>
              <a:t>INSPIR</a:t>
            </a:r>
            <a:r>
              <a:rPr lang="en-US" sz="4400" u="none" strike="noStrike" dirty="0">
                <a:solidFill>
                  <a:srgbClr val="919191"/>
                </a:solidFill>
                <a:latin typeface="Anton"/>
                <a:ea typeface="Anton"/>
                <a:cs typeface="Anton"/>
                <a:sym typeface="Anton"/>
              </a:rPr>
              <a:t>ING FIGURES IN SPORTS </a:t>
            </a:r>
            <a:r>
              <a:rPr lang="en-US" sz="4400" dirty="0">
                <a:solidFill>
                  <a:srgbClr val="919191"/>
                </a:solidFill>
                <a:latin typeface="Anton"/>
                <a:ea typeface="Anton"/>
                <a:cs typeface="Anton"/>
                <a:sym typeface="Anton"/>
              </a:rPr>
              <a:t>INSPIR</a:t>
            </a:r>
            <a:r>
              <a:rPr lang="en-US" sz="4400" u="none" strike="noStrike" dirty="0">
                <a:solidFill>
                  <a:srgbClr val="919191"/>
                </a:solidFill>
                <a:latin typeface="Anton"/>
                <a:ea typeface="Anton"/>
                <a:cs typeface="Anton"/>
                <a:sym typeface="Anton"/>
              </a:rPr>
              <a:t>ING</a:t>
            </a:r>
          </a:p>
        </p:txBody>
      </p:sp>
      <p:sp>
        <p:nvSpPr>
          <p:cNvPr id="7" name="TextBox 7"/>
          <p:cNvSpPr txBox="1"/>
          <p:nvPr/>
        </p:nvSpPr>
        <p:spPr>
          <a:xfrm>
            <a:off x="7521825" y="3820187"/>
            <a:ext cx="8708775" cy="1704313"/>
          </a:xfrm>
          <a:prstGeom prst="rect">
            <a:avLst/>
          </a:prstGeom>
        </p:spPr>
        <p:txBody>
          <a:bodyPr wrap="square" lIns="0" tIns="0" rIns="0" bIns="0" rtlCol="0" anchor="t">
            <a:spAutoFit/>
          </a:bodyPr>
          <a:lstStyle/>
          <a:p>
            <a:pPr algn="just">
              <a:lnSpc>
                <a:spcPts val="2659"/>
              </a:lnSpc>
            </a:pPr>
            <a:r>
              <a:rPr lang="en-US" sz="1899" dirty="0">
                <a:solidFill>
                  <a:srgbClr val="202020"/>
                </a:solidFill>
                <a:latin typeface="Questrial"/>
                <a:ea typeface="Questrial"/>
                <a:cs typeface="Questrial"/>
                <a:sym typeface="Questrial"/>
              </a:rPr>
              <a:t>Lorem ipsum dolor sit </a:t>
            </a:r>
            <a:r>
              <a:rPr lang="en-US" sz="1899" dirty="0" err="1">
                <a:solidFill>
                  <a:srgbClr val="202020"/>
                </a:solidFill>
                <a:latin typeface="Questrial"/>
                <a:ea typeface="Questrial"/>
                <a:cs typeface="Questrial"/>
                <a:sym typeface="Questrial"/>
              </a:rPr>
              <a:t>amet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consectetur</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adipiscing</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elit</a:t>
            </a:r>
            <a:r>
              <a:rPr lang="en-US" sz="1899" dirty="0">
                <a:solidFill>
                  <a:srgbClr val="202020"/>
                </a:solidFill>
                <a:latin typeface="Questrial"/>
                <a:ea typeface="Questrial"/>
                <a:cs typeface="Questrial"/>
                <a:sym typeface="Questrial"/>
              </a:rPr>
              <a:t>, sed do </a:t>
            </a:r>
            <a:r>
              <a:rPr lang="en-US" sz="1899" dirty="0" err="1">
                <a:solidFill>
                  <a:srgbClr val="202020"/>
                </a:solidFill>
                <a:latin typeface="Questrial"/>
                <a:ea typeface="Questrial"/>
                <a:cs typeface="Questrial"/>
                <a:sym typeface="Questrial"/>
              </a:rPr>
              <a:t>eiusmod</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tempor</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incididunt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ut</a:t>
            </a:r>
            <a:r>
              <a:rPr lang="en-US" sz="1899" dirty="0">
                <a:solidFill>
                  <a:srgbClr val="202020"/>
                </a:solidFill>
                <a:latin typeface="Questrial"/>
                <a:ea typeface="Questrial"/>
                <a:cs typeface="Questrial"/>
                <a:sym typeface="Questrial"/>
              </a:rPr>
              <a:t> labore et dolore magna </a:t>
            </a:r>
            <a:r>
              <a:rPr lang="en-US" sz="1899" dirty="0" err="1">
                <a:solidFill>
                  <a:srgbClr val="202020"/>
                </a:solidFill>
                <a:latin typeface="Questrial"/>
                <a:ea typeface="Questrial"/>
                <a:cs typeface="Questrial"/>
                <a:sym typeface="Questrial"/>
              </a:rPr>
              <a:t>aliqua</a:t>
            </a:r>
            <a:r>
              <a:rPr lang="en-US" sz="1899" dirty="0">
                <a:solidFill>
                  <a:srgbClr val="202020"/>
                </a:solidFill>
                <a:latin typeface="Questrial"/>
                <a:ea typeface="Questrial"/>
                <a:cs typeface="Questrial"/>
                <a:sym typeface="Questrial"/>
              </a:rPr>
              <a:t>. Ut </a:t>
            </a:r>
            <a:r>
              <a:rPr lang="en-US" sz="1899" dirty="0" err="1">
                <a:solidFill>
                  <a:srgbClr val="202020"/>
                </a:solidFill>
                <a:latin typeface="Questrial"/>
                <a:ea typeface="Questrial"/>
                <a:cs typeface="Questrial"/>
                <a:sym typeface="Questrial"/>
              </a:rPr>
              <a:t>enim</a:t>
            </a:r>
            <a:r>
              <a:rPr lang="en-US" sz="1899" dirty="0">
                <a:solidFill>
                  <a:srgbClr val="202020"/>
                </a:solidFill>
                <a:latin typeface="Questrial"/>
                <a:ea typeface="Questrial"/>
                <a:cs typeface="Questrial"/>
                <a:sym typeface="Questrial"/>
              </a:rPr>
              <a:t> ad minim </a:t>
            </a:r>
            <a:r>
              <a:rPr lang="en-US" sz="1899" dirty="0" err="1">
                <a:solidFill>
                  <a:srgbClr val="202020"/>
                </a:solidFill>
                <a:latin typeface="Questrial"/>
                <a:ea typeface="Questrial"/>
                <a:cs typeface="Questrial"/>
                <a:sym typeface="Questrial"/>
              </a:rPr>
              <a:t>veniam</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quis</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nostrud</a:t>
            </a:r>
            <a:r>
              <a:rPr lang="en-US" sz="1899" dirty="0">
                <a:solidFill>
                  <a:srgbClr val="202020"/>
                </a:solidFill>
                <a:latin typeface="Questrial"/>
                <a:ea typeface="Questrial"/>
                <a:cs typeface="Questrial"/>
                <a:sym typeface="Questrial"/>
              </a:rPr>
              <a:t> exercitation </a:t>
            </a:r>
            <a:r>
              <a:rPr lang="en-US" sz="1899" dirty="0" err="1">
                <a:solidFill>
                  <a:srgbClr val="202020"/>
                </a:solidFill>
                <a:latin typeface="Questrial"/>
                <a:ea typeface="Questrial"/>
                <a:cs typeface="Questrial"/>
                <a:sym typeface="Questrial"/>
              </a:rPr>
              <a:t>ullamco</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laboris</a:t>
            </a:r>
            <a:r>
              <a:rPr lang="en-US" sz="1899" dirty="0">
                <a:solidFill>
                  <a:srgbClr val="202020"/>
                </a:solidFill>
                <a:latin typeface="Questrial"/>
                <a:ea typeface="Questrial"/>
                <a:cs typeface="Questrial"/>
                <a:sym typeface="Questrial"/>
              </a:rPr>
              <a:t> nisi </a:t>
            </a:r>
            <a:r>
              <a:rPr lang="en-US" sz="1899" dirty="0" err="1">
                <a:solidFill>
                  <a:srgbClr val="202020"/>
                </a:solidFill>
                <a:latin typeface="Questrial"/>
                <a:ea typeface="Questrial"/>
                <a:cs typeface="Questrial"/>
                <a:sym typeface="Questrial"/>
              </a:rPr>
              <a:t>ut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aliquip</a:t>
            </a:r>
            <a:r>
              <a:rPr lang="en-US" sz="1899" dirty="0">
                <a:solidFill>
                  <a:srgbClr val="202020"/>
                </a:solidFill>
                <a:latin typeface="Questrial"/>
                <a:ea typeface="Questrial"/>
                <a:cs typeface="Questrial"/>
                <a:sym typeface="Questrial"/>
              </a:rPr>
              <a:t> ex </a:t>
            </a:r>
            <a:r>
              <a:rPr lang="en-US" sz="1899" dirty="0" err="1">
                <a:solidFill>
                  <a:srgbClr val="202020"/>
                </a:solidFill>
                <a:latin typeface="Questrial"/>
                <a:ea typeface="Questrial"/>
                <a:cs typeface="Questrial"/>
                <a:sym typeface="Questrial"/>
              </a:rPr>
              <a:t>ea</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commodo</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consequat</a:t>
            </a:r>
            <a:r>
              <a:rPr lang="en-US" sz="1899" dirty="0">
                <a:solidFill>
                  <a:srgbClr val="202020"/>
                </a:solidFill>
                <a:latin typeface="Questrial"/>
                <a:ea typeface="Questrial"/>
                <a:cs typeface="Questrial"/>
                <a:sym typeface="Questrial"/>
              </a:rPr>
              <a:t>. Lorem ipsum dolor sit </a:t>
            </a:r>
            <a:r>
              <a:rPr lang="en-US" sz="1899" dirty="0" err="1">
                <a:solidFill>
                  <a:srgbClr val="202020"/>
                </a:solidFill>
                <a:latin typeface="Questrial"/>
                <a:ea typeface="Questrial"/>
                <a:cs typeface="Questrial"/>
                <a:sym typeface="Questrial"/>
              </a:rPr>
              <a:t>amet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consectetur</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adipiscing</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elit</a:t>
            </a:r>
            <a:r>
              <a:rPr lang="en-US" sz="1899" dirty="0">
                <a:solidFill>
                  <a:srgbClr val="202020"/>
                </a:solidFill>
                <a:latin typeface="Questrial"/>
                <a:ea typeface="Questrial"/>
                <a:cs typeface="Questrial"/>
                <a:sym typeface="Questrial"/>
              </a:rPr>
              <a:t>, sed do </a:t>
            </a:r>
            <a:r>
              <a:rPr lang="en-US" sz="1899" dirty="0" err="1">
                <a:solidFill>
                  <a:srgbClr val="202020"/>
                </a:solidFill>
                <a:latin typeface="Questrial"/>
                <a:ea typeface="Questrial"/>
                <a:cs typeface="Questrial"/>
                <a:sym typeface="Questrial"/>
              </a:rPr>
              <a:t>eiusmod</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tempor</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incididunt</a:t>
            </a:r>
            <a:r>
              <a:rPr lang="en-US" sz="1899" dirty="0">
                <a:solidFill>
                  <a:srgbClr val="202020"/>
                </a:solidFill>
                <a:latin typeface="Questrial"/>
                <a:ea typeface="Questrial"/>
                <a:cs typeface="Questrial"/>
                <a:sym typeface="Questrial"/>
              </a:rPr>
              <a:t> </a:t>
            </a:r>
            <a:r>
              <a:rPr lang="en-US" sz="1899" dirty="0" err="1">
                <a:solidFill>
                  <a:srgbClr val="202020"/>
                </a:solidFill>
                <a:latin typeface="Questrial"/>
                <a:ea typeface="Questrial"/>
                <a:cs typeface="Questrial"/>
                <a:sym typeface="Questrial"/>
              </a:rPr>
              <a:t>ut</a:t>
            </a:r>
            <a:r>
              <a:rPr lang="en-US" sz="1899" dirty="0">
                <a:solidFill>
                  <a:srgbClr val="202020"/>
                </a:solidFill>
                <a:latin typeface="Questrial"/>
                <a:ea typeface="Questrial"/>
                <a:cs typeface="Questrial"/>
                <a:sym typeface="Questrial"/>
              </a:rPr>
              <a:t> labore et dolore magna </a:t>
            </a:r>
            <a:r>
              <a:rPr lang="en-US" sz="1899" dirty="0" err="1">
                <a:solidFill>
                  <a:srgbClr val="202020"/>
                </a:solidFill>
                <a:latin typeface="Questrial"/>
                <a:ea typeface="Questrial"/>
                <a:cs typeface="Questrial"/>
                <a:sym typeface="Questrial"/>
              </a:rPr>
              <a:t>aliqua</a:t>
            </a:r>
            <a:r>
              <a:rPr lang="en-US" sz="1899" dirty="0">
                <a:solidFill>
                  <a:srgbClr val="202020"/>
                </a:solidFill>
                <a:latin typeface="Questrial"/>
                <a:ea typeface="Questrial"/>
                <a:cs typeface="Questrial"/>
                <a:sym typeface="Questrial"/>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5037223" y="1891071"/>
            <a:ext cx="8213553" cy="6504858"/>
          </a:xfrm>
          <a:prstGeom prst="rect">
            <a:avLst/>
          </a:prstGeom>
        </p:spPr>
        <p:txBody>
          <a:bodyPr wrap="square" lIns="0" tIns="0" rIns="0" bIns="0" rtlCol="0" anchor="t">
            <a:spAutoFit/>
          </a:bodyPr>
          <a:lstStyle/>
          <a:p>
            <a:pPr marL="0" lvl="0" indent="0" algn="ctr">
              <a:lnSpc>
                <a:spcPts val="17123"/>
              </a:lnSpc>
            </a:pPr>
            <a:r>
              <a:rPr lang="en-US" sz="14100" dirty="0">
                <a:solidFill>
                  <a:srgbClr val="202020"/>
                </a:solidFill>
                <a:latin typeface="Anton"/>
                <a:ea typeface="Anton"/>
                <a:cs typeface="Anton"/>
                <a:sym typeface="Anton"/>
              </a:rPr>
              <a:t>E’TIBORINGIZ UCHUN RAHMAT!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469</Words>
  <Application>Microsoft Office PowerPoint</Application>
  <PresentationFormat>Произвольный</PresentationFormat>
  <Paragraphs>17</Paragraphs>
  <Slides>8</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8</vt:i4>
      </vt:variant>
    </vt:vector>
  </HeadingPairs>
  <TitlesOfParts>
    <vt:vector size="14" baseType="lpstr">
      <vt:lpstr>Arial</vt:lpstr>
      <vt:lpstr>Montaser Arabic</vt:lpstr>
      <vt:lpstr>Calibri</vt:lpstr>
      <vt:lpstr>Questrial</vt:lpstr>
      <vt:lpstr>Anton</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Brown Abstract Doodle Wood Board Group Project Presentation</dc:title>
  <cp:lastModifiedBy>Nodir Qarshiyev</cp:lastModifiedBy>
  <cp:revision>7</cp:revision>
  <dcterms:created xsi:type="dcterms:W3CDTF">2006-08-16T00:00:00Z</dcterms:created>
  <dcterms:modified xsi:type="dcterms:W3CDTF">2026-07-25T16:12:28Z</dcterms:modified>
  <dc:identifier>DAHCIl3asbU</dc:identifier>
</cp:coreProperties>
</file>