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57" r:id="rId6"/>
    <p:sldId id="264" r:id="rId7"/>
    <p:sldId id="262" r:id="rId8"/>
    <p:sldId id="269" r:id="rId9"/>
  </p:sldIdLst>
  <p:sldSz cx="18288000" cy="10287000"/>
  <p:notesSz cx="6858000" cy="9144000"/>
  <p:embeddedFontLst>
    <p:embeddedFont>
      <p:font typeface="Clear Sans" panose="020B0604020202020204" charset="0"/>
      <p:regular r:id="rId10"/>
    </p:embeddedFont>
    <p:embeddedFont>
      <p:font typeface="Clear Sans Bold" panose="020B0604020202020204" charset="0"/>
      <p:regular r:id="rId11"/>
    </p:embeddedFont>
    <p:embeddedFont>
      <p:font typeface="Clear Sans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364881" y="1684075"/>
            <a:ext cx="15026864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600" b="1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66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uz-Cyrl-UZ" sz="66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</a:t>
            </a:r>
            <a:endParaRPr lang="en-US" sz="6600" b="1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EF00AFC-5494-4317-960F-9B0DBCFF94D6}"/>
              </a:ext>
            </a:extLst>
          </p:cNvPr>
          <p:cNvSpPr txBox="1"/>
          <p:nvPr/>
        </p:nvSpPr>
        <p:spPr>
          <a:xfrm>
            <a:off x="3048000" y="8877300"/>
            <a:ext cx="10932295" cy="60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Упрощенная</a:t>
            </a:r>
            <a:r>
              <a:rPr lang="en-US" sz="36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сложная</a:t>
            </a:r>
            <a:r>
              <a:rPr lang="en-US" sz="3600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технология</a:t>
            </a:r>
            <a:endParaRPr lang="en-US" sz="3600" dirty="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2884643" y="1547289"/>
            <a:ext cx="12518713" cy="1062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63"/>
              </a:lnSpc>
              <a:spcBef>
                <a:spcPct val="0"/>
              </a:spcBef>
            </a:pPr>
            <a:r>
              <a:rPr lang="en-US" sz="7200" b="1" u="none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Reja</a:t>
            </a:r>
            <a:endParaRPr lang="en-US" sz="7876" b="1" u="none" dirty="0">
              <a:solidFill>
                <a:srgbClr val="F3F3F3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9B70DD80-A9EE-4EB7-AC3B-506A2E4D4365}"/>
              </a:ext>
            </a:extLst>
          </p:cNvPr>
          <p:cNvSpPr txBox="1"/>
          <p:nvPr/>
        </p:nvSpPr>
        <p:spPr>
          <a:xfrm>
            <a:off x="4191000" y="4136272"/>
            <a:ext cx="10287000" cy="5050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Технологии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,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которые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сделали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интернет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вещей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возможным</a:t>
            </a: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Технологии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,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которые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сделали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интернет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вещей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возможным</a:t>
            </a: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Технологии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,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которые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сделали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интернет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вещей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возможным</a:t>
            </a: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Технологии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,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которые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сделали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интернет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вещей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возможным</a:t>
            </a: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Технологии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,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которые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сделали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интернет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вещей</a:t>
            </a:r>
            <a:r>
              <a:rPr lang="en-US" sz="2800" b="1" dirty="0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 </a:t>
            </a:r>
            <a:r>
              <a:rPr lang="en-US" sz="2800" b="1" dirty="0" err="1">
                <a:solidFill>
                  <a:srgbClr val="F3F3F3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возможным</a:t>
            </a: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  <a:p>
            <a:pPr marL="514350" indent="-514350">
              <a:lnSpc>
                <a:spcPts val="3640"/>
              </a:lnSpc>
              <a:spcBef>
                <a:spcPct val="0"/>
              </a:spcBef>
              <a:buFont typeface="+mj-lt"/>
              <a:buAutoNum type="arabicPeriod"/>
            </a:pPr>
            <a:endParaRPr lang="en-US" sz="2800" b="1" dirty="0">
              <a:solidFill>
                <a:srgbClr val="F3F3F3"/>
              </a:solidFill>
              <a:latin typeface="Clear Sans Medium"/>
              <a:ea typeface="Clear Sans Medium"/>
              <a:cs typeface="Clear Sans Medium"/>
              <a:sym typeface="Clear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33800" y="647700"/>
            <a:ext cx="13033642" cy="730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27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Лучшие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приложения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интернета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endParaRPr lang="en-US" sz="4800" b="1" dirty="0">
              <a:solidFill>
                <a:srgbClr val="F3F3F3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1935936"/>
            <a:ext cx="8016187" cy="6415128"/>
          </a:xfrm>
          <a:custGeom>
            <a:avLst/>
            <a:gdLst/>
            <a:ahLst/>
            <a:cxnLst/>
            <a:rect l="l" t="t" r="r" b="b"/>
            <a:pathLst>
              <a:path w="8016187" h="6415128">
                <a:moveTo>
                  <a:pt x="0" y="0"/>
                </a:moveTo>
                <a:lnTo>
                  <a:pt x="8016187" y="0"/>
                </a:lnTo>
                <a:lnTo>
                  <a:pt x="8016187" y="6415128"/>
                </a:lnTo>
                <a:lnTo>
                  <a:pt x="0" y="6415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A8798BE9-4E39-4758-AF2E-8481B1D26924}"/>
              </a:ext>
            </a:extLst>
          </p:cNvPr>
          <p:cNvSpPr txBox="1"/>
          <p:nvPr/>
        </p:nvSpPr>
        <p:spPr>
          <a:xfrm>
            <a:off x="9525000" y="3162300"/>
            <a:ext cx="8016187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chemeClr val="bg1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/>
            <a:endParaRPr lang="en-US" sz="1800" spc="23" dirty="0">
              <a:solidFill>
                <a:schemeClr val="bg1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39600" y="571500"/>
            <a:ext cx="5028664" cy="5638800"/>
          </a:xfrm>
          <a:custGeom>
            <a:avLst/>
            <a:gdLst/>
            <a:ahLst/>
            <a:cxnLst/>
            <a:rect l="l" t="t" r="r" b="b"/>
            <a:pathLst>
              <a:path w="6552664" h="6613904">
                <a:moveTo>
                  <a:pt x="0" y="0"/>
                </a:moveTo>
                <a:lnTo>
                  <a:pt x="6552664" y="0"/>
                </a:lnTo>
                <a:lnTo>
                  <a:pt x="6552664" y="6613904"/>
                </a:lnTo>
                <a:lnTo>
                  <a:pt x="0" y="6613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1752600" y="3688560"/>
            <a:ext cx="876300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с 1970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года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по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сегодняшний</a:t>
            </a:r>
            <a:r>
              <a:rPr lang="en-US" sz="2800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день</a:t>
            </a: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62CF16A-EB33-3A12-12AF-6BCE36860FAF}"/>
              </a:ext>
            </a:extLst>
          </p:cNvPr>
          <p:cNvSpPr txBox="1"/>
          <p:nvPr/>
        </p:nvSpPr>
        <p:spPr>
          <a:xfrm>
            <a:off x="990600" y="650493"/>
            <a:ext cx="10820400" cy="2266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27"/>
              </a:lnSpc>
              <a:spcBef>
                <a:spcPct val="0"/>
              </a:spcBef>
            </a:pP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Лучшие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прило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jhgdjashgd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afhjadgajdhasgd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AJHDGjdhGD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JHDSFA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жения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интернета</a:t>
            </a:r>
            <a:r>
              <a:rPr lang="en-US" sz="4800" b="1" dirty="0"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endParaRPr lang="en-US" sz="4800" b="1" dirty="0"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9040" y="3924300"/>
            <a:ext cx="6133142" cy="562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2240"/>
              </a:lnSpc>
            </a:pP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2240"/>
              </a:lnSpc>
            </a:pP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>
              <a:lnSpc>
                <a:spcPts val="2240"/>
              </a:lnSpc>
            </a:pP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pc="20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pc="20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>
              <a:lnSpc>
                <a:spcPts val="2240"/>
              </a:lnSpc>
            </a:pPr>
            <a:endParaRPr lang="en-US" spc="20" dirty="0">
              <a:solidFill>
                <a:srgbClr val="F3F3F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677400" y="2007108"/>
            <a:ext cx="7381179" cy="6272784"/>
          </a:xfrm>
          <a:custGeom>
            <a:avLst/>
            <a:gdLst/>
            <a:ahLst/>
            <a:cxnLst/>
            <a:rect l="l" t="t" r="r" b="b"/>
            <a:pathLst>
              <a:path w="7381179" h="6272784">
                <a:moveTo>
                  <a:pt x="0" y="0"/>
                </a:moveTo>
                <a:lnTo>
                  <a:pt x="7381179" y="0"/>
                </a:lnTo>
                <a:lnTo>
                  <a:pt x="7381179" y="6272784"/>
                </a:lnTo>
                <a:lnTo>
                  <a:pt x="0" y="6272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8FB15C3-614C-45F3-9DA6-4C879F94ACF0}"/>
              </a:ext>
            </a:extLst>
          </p:cNvPr>
          <p:cNvSpPr txBox="1"/>
          <p:nvPr/>
        </p:nvSpPr>
        <p:spPr>
          <a:xfrm>
            <a:off x="1021666" y="952500"/>
            <a:ext cx="15589934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Что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такое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163714" y="2786924"/>
            <a:ext cx="8229600" cy="4713151"/>
          </a:xfrm>
          <a:custGeom>
            <a:avLst/>
            <a:gdLst/>
            <a:ahLst/>
            <a:cxnLst/>
            <a:rect l="l" t="t" r="r" b="b"/>
            <a:pathLst>
              <a:path w="8229600" h="4713151">
                <a:moveTo>
                  <a:pt x="0" y="0"/>
                </a:moveTo>
                <a:lnTo>
                  <a:pt x="8229600" y="0"/>
                </a:lnTo>
                <a:lnTo>
                  <a:pt x="8229600" y="4713152"/>
                </a:lnTo>
                <a:lnTo>
                  <a:pt x="0" y="4713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1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TextBox 8"/>
          <p:cNvSpPr txBox="1"/>
          <p:nvPr/>
        </p:nvSpPr>
        <p:spPr>
          <a:xfrm>
            <a:off x="8534400" y="3467100"/>
            <a:ext cx="8382000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spc="23" dirty="0" err="1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spc="23" dirty="0">
                <a:solidFill>
                  <a:srgbClr val="F3F3F3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/>
            <a:endParaRPr lang="en-US" sz="1800" spc="23" dirty="0">
              <a:solidFill>
                <a:srgbClr val="F3F3F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BF08EE6B-CD9C-4424-8C01-CBB4EBF4578F}"/>
              </a:ext>
            </a:extLst>
          </p:cNvPr>
          <p:cNvSpPr txBox="1"/>
          <p:nvPr/>
        </p:nvSpPr>
        <p:spPr>
          <a:xfrm>
            <a:off x="7051942" y="1170223"/>
            <a:ext cx="94488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Стандарты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интернета</a:t>
            </a:r>
            <a:r>
              <a:rPr lang="en-US" sz="4800" b="1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endParaRPr lang="en-US" sz="4800" b="1" dirty="0">
              <a:solidFill>
                <a:srgbClr val="F3F3F3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9650"/>
            <a:ext cx="101727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800" b="1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Плюсы</a:t>
            </a:r>
            <a:r>
              <a:rPr lang="en-US" sz="48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и </a:t>
            </a:r>
            <a:r>
              <a:rPr lang="en-US" sz="4800" b="1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минусы</a:t>
            </a:r>
            <a:r>
              <a:rPr lang="en-US" sz="48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интернета</a:t>
            </a:r>
            <a:r>
              <a:rPr lang="en-US" sz="4800" b="1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вещей</a:t>
            </a:r>
            <a:endParaRPr lang="en-US" sz="4800" b="1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5372100"/>
            <a:ext cx="4395225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/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	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46387" y="5372100"/>
            <a:ext cx="4395225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/>
            <a:endParaRPr lang="en-US" sz="1800" u="none" spc="23" dirty="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864075" y="5372100"/>
            <a:ext cx="4395225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Презентации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являются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средствами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коммуникации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которые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могут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использоваться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в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качестве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демонстраций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лекций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выступлений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,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докладов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и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многого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  <a:r>
              <a:rPr lang="en-US" sz="1800" u="none" spc="23" dirty="0" err="1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другого</a:t>
            </a:r>
            <a:r>
              <a:rPr lang="en-US" sz="1800" u="none" spc="23" dirty="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l"/>
            <a:endParaRPr lang="en-US" sz="1800" u="none" spc="23" dirty="0">
              <a:solidFill>
                <a:srgbClr val="000000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571341" y="540437"/>
            <a:ext cx="5687959" cy="4603063"/>
          </a:xfrm>
          <a:custGeom>
            <a:avLst/>
            <a:gdLst/>
            <a:ahLst/>
            <a:cxnLst/>
            <a:rect l="l" t="t" r="r" b="b"/>
            <a:pathLst>
              <a:path w="5687959" h="4603063">
                <a:moveTo>
                  <a:pt x="0" y="0"/>
                </a:moveTo>
                <a:lnTo>
                  <a:pt x="5687959" y="0"/>
                </a:lnTo>
                <a:lnTo>
                  <a:pt x="5687959" y="4603063"/>
                </a:lnTo>
                <a:lnTo>
                  <a:pt x="0" y="4603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10AB35C2-4EF1-4329-A682-5C3ECC31ADD2}"/>
              </a:ext>
            </a:extLst>
          </p:cNvPr>
          <p:cNvSpPr txBox="1"/>
          <p:nvPr/>
        </p:nvSpPr>
        <p:spPr>
          <a:xfrm>
            <a:off x="3276600" y="2599134"/>
            <a:ext cx="11097570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76"/>
              </a:lnSpc>
              <a:spcBef>
                <a:spcPct val="0"/>
              </a:spcBef>
            </a:pPr>
            <a:r>
              <a:rPr lang="en-US" sz="7200" b="1" u="none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E’TIBORINGIZ</a:t>
            </a:r>
          </a:p>
          <a:p>
            <a:pPr marL="0" lvl="0" indent="0" algn="ctr">
              <a:lnSpc>
                <a:spcPts val="7976"/>
              </a:lnSpc>
              <a:spcBef>
                <a:spcPct val="0"/>
              </a:spcBef>
            </a:pPr>
            <a:r>
              <a:rPr lang="en-US" sz="7200" b="1" u="none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UCHUN</a:t>
            </a:r>
          </a:p>
          <a:p>
            <a:pPr marL="0" lvl="0" indent="0" algn="ctr">
              <a:lnSpc>
                <a:spcPts val="7976"/>
              </a:lnSpc>
              <a:spcBef>
                <a:spcPct val="0"/>
              </a:spcBef>
            </a:pPr>
            <a:r>
              <a:rPr lang="en-US" sz="7200" b="1" u="none" dirty="0">
                <a:solidFill>
                  <a:srgbClr val="F3F3F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RAHMAT!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624</Words>
  <Application>Microsoft Office PowerPoint</Application>
  <PresentationFormat>Произвольный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Clear Sans Medium</vt:lpstr>
      <vt:lpstr>Clear Sans</vt:lpstr>
      <vt:lpstr>Clear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Черная Современная Технология Основная Мысль Презентация</dc:title>
  <dc:creator>Nodir</dc:creator>
  <cp:lastModifiedBy>Nodir Qarshiyev</cp:lastModifiedBy>
  <cp:revision>11</cp:revision>
  <dcterms:created xsi:type="dcterms:W3CDTF">2006-08-16T00:00:00Z</dcterms:created>
  <dcterms:modified xsi:type="dcterms:W3CDTF">2026-07-28T09:43:53Z</dcterms:modified>
  <dc:identifier>DAHCPCuLtMI</dc:identifier>
</cp:coreProperties>
</file>