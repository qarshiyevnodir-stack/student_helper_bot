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0"/>
  </p:notesMasterIdLst>
  <p:sldIdLst>
    <p:sldId id="256" r:id="rId2"/>
    <p:sldId id="312" r:id="rId3"/>
    <p:sldId id="261" r:id="rId4"/>
    <p:sldId id="262" r:id="rId5"/>
    <p:sldId id="265" r:id="rId6"/>
    <p:sldId id="266" r:id="rId7"/>
    <p:sldId id="277" r:id="rId8"/>
    <p:sldId id="292" r:id="rId9"/>
  </p:sldIdLst>
  <p:sldSz cx="9144000" cy="5143500" type="screen16x9"/>
  <p:notesSz cx="6858000" cy="9144000"/>
  <p:embeddedFontLst>
    <p:embeddedFont>
      <p:font typeface="Maven Pro" panose="020B0604020202020204" charset="0"/>
      <p:regular r:id="rId11"/>
      <p:bold r:id="rId12"/>
    </p:embeddedFont>
    <p:embeddedFont>
      <p:font typeface="Montserrat" panose="00000500000000000000" pitchFamily="2" charset="-52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B883902-030F-452D-9D30-28B050EE39B3}">
  <a:tblStyle styleId="{8B883902-030F-452D-9D30-28B050EE39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60EF50-2880-428D-8988-391751AE605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58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55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cc7b9663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cc7b9663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1e932d62275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1e932d62275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1e932d62275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1e932d62275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1e932d62275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1e932d62275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1e9418e3c3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1e9418e3c38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g28cc7b9663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2" name="Google Shape;1942;g28cc7b9663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10800000" flipH="1">
            <a:off x="-78450" y="-78300"/>
            <a:ext cx="3429000" cy="8514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308350" y="1494300"/>
            <a:ext cx="45273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308350" y="3204600"/>
            <a:ext cx="45273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4"/>
          <p:cNvGrpSpPr/>
          <p:nvPr/>
        </p:nvGrpSpPr>
        <p:grpSpPr>
          <a:xfrm>
            <a:off x="-1360162" y="-430750"/>
            <a:ext cx="4586213" cy="5760313"/>
            <a:chOff x="-1360162" y="-430750"/>
            <a:chExt cx="4586213" cy="5760313"/>
          </a:xfrm>
        </p:grpSpPr>
        <p:sp>
          <p:nvSpPr>
            <p:cNvPr id="47" name="Google Shape;47;p4"/>
            <p:cNvSpPr/>
            <p:nvPr/>
          </p:nvSpPr>
          <p:spPr>
            <a:xfrm rot="10800000" flipH="1">
              <a:off x="-202950" y="-430750"/>
              <a:ext cx="3429000" cy="8514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48" name="Google Shape;48;p4"/>
            <p:cNvGrpSpPr/>
            <p:nvPr/>
          </p:nvGrpSpPr>
          <p:grpSpPr>
            <a:xfrm>
              <a:off x="-1360162" y="3445313"/>
              <a:ext cx="1885275" cy="1884250"/>
              <a:chOff x="2609275" y="3149350"/>
              <a:chExt cx="1885275" cy="1884250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" name="Google Shape;68;p4"/>
          <p:cNvGrpSpPr/>
          <p:nvPr/>
        </p:nvGrpSpPr>
        <p:grpSpPr>
          <a:xfrm>
            <a:off x="6107100" y="0"/>
            <a:ext cx="3036900" cy="5143500"/>
            <a:chOff x="6107100" y="0"/>
            <a:chExt cx="3036900" cy="5143500"/>
          </a:xfrm>
        </p:grpSpPr>
        <p:sp>
          <p:nvSpPr>
            <p:cNvPr id="69" name="Google Shape;69;p4"/>
            <p:cNvSpPr/>
            <p:nvPr/>
          </p:nvSpPr>
          <p:spPr>
            <a:xfrm flipH="1">
              <a:off x="6107100" y="4748700"/>
              <a:ext cx="3023100" cy="394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 rot="10800000">
              <a:off x="6928200" y="0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 flipH="1">
              <a:off x="8605675" y="3272100"/>
              <a:ext cx="530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5"/>
          <p:cNvGrpSpPr/>
          <p:nvPr/>
        </p:nvGrpSpPr>
        <p:grpSpPr>
          <a:xfrm>
            <a:off x="-202950" y="-1524237"/>
            <a:ext cx="9908950" cy="5849938"/>
            <a:chOff x="-202950" y="-1524237"/>
            <a:chExt cx="9908950" cy="5849938"/>
          </a:xfrm>
        </p:grpSpPr>
        <p:sp>
          <p:nvSpPr>
            <p:cNvPr id="78" name="Google Shape;78;p5"/>
            <p:cNvSpPr/>
            <p:nvPr/>
          </p:nvSpPr>
          <p:spPr>
            <a:xfrm rot="10800000" flipH="1">
              <a:off x="-202950" y="-430750"/>
              <a:ext cx="3429000" cy="8514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79" name="Google Shape;79;p5"/>
            <p:cNvGrpSpPr/>
            <p:nvPr/>
          </p:nvGrpSpPr>
          <p:grpSpPr>
            <a:xfrm>
              <a:off x="8719875" y="2230200"/>
              <a:ext cx="986125" cy="2095500"/>
              <a:chOff x="7631225" y="2241175"/>
              <a:chExt cx="986125" cy="2095500"/>
            </a:xfrm>
          </p:grpSpPr>
          <p:cxnSp>
            <p:nvCxnSpPr>
              <p:cNvPr id="80" name="Google Shape;80;p5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" name="Google Shape;81;p5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" name="Google Shape;82;p5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" name="Google Shape;83;p5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" name="Google Shape;84;p5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" name="Google Shape;85;p5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" name="Google Shape;86;p5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9" name="Google Shape;89;p5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" name="Google Shape;90;p5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" name="Google Shape;91;p5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" name="Google Shape;92;p5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3" name="Google Shape;93;p5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4" name="Google Shape;94;p5"/>
            <p:cNvGrpSpPr/>
            <p:nvPr/>
          </p:nvGrpSpPr>
          <p:grpSpPr>
            <a:xfrm>
              <a:off x="4865588" y="-1524237"/>
              <a:ext cx="1885275" cy="1884250"/>
              <a:chOff x="2609275" y="3149350"/>
              <a:chExt cx="1885275" cy="1884250"/>
            </a:xfrm>
          </p:grpSpPr>
          <p:sp>
            <p:nvSpPr>
              <p:cNvPr id="95" name="Google Shape;95;p5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5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5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4" name="Google Shape;114;p5"/>
          <p:cNvGrpSpPr/>
          <p:nvPr/>
        </p:nvGrpSpPr>
        <p:grpSpPr>
          <a:xfrm>
            <a:off x="-5879" y="147025"/>
            <a:ext cx="9561029" cy="4996475"/>
            <a:chOff x="-5879" y="147025"/>
            <a:chExt cx="9561029" cy="4996475"/>
          </a:xfrm>
        </p:grpSpPr>
        <p:sp>
          <p:nvSpPr>
            <p:cNvPr id="115" name="Google Shape;115;p5"/>
            <p:cNvSpPr/>
            <p:nvPr/>
          </p:nvSpPr>
          <p:spPr>
            <a:xfrm>
              <a:off x="0" y="4570725"/>
              <a:ext cx="3023100" cy="5727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672650" y="14702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 flipH="1">
              <a:off x="6920275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-5879" y="3272100"/>
              <a:ext cx="530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subTitle" idx="1"/>
          </p:nvPr>
        </p:nvSpPr>
        <p:spPr>
          <a:xfrm>
            <a:off x="826450" y="2085250"/>
            <a:ext cx="3516600" cy="17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subTitle" idx="2"/>
          </p:nvPr>
        </p:nvSpPr>
        <p:spPr>
          <a:xfrm>
            <a:off x="4800925" y="2085250"/>
            <a:ext cx="3516600" cy="17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9"/>
          <p:cNvGrpSpPr/>
          <p:nvPr/>
        </p:nvGrpSpPr>
        <p:grpSpPr>
          <a:xfrm>
            <a:off x="0" y="0"/>
            <a:ext cx="9362875" cy="5143500"/>
            <a:chOff x="0" y="0"/>
            <a:chExt cx="9362875" cy="5143500"/>
          </a:xfrm>
        </p:grpSpPr>
        <p:sp>
          <p:nvSpPr>
            <p:cNvPr id="212" name="Google Shape;212;p9"/>
            <p:cNvSpPr/>
            <p:nvPr/>
          </p:nvSpPr>
          <p:spPr>
            <a:xfrm>
              <a:off x="7925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3" name="Google Shape;213;p9"/>
            <p:cNvSpPr/>
            <p:nvPr/>
          </p:nvSpPr>
          <p:spPr>
            <a:xfrm rot="-5400000">
              <a:off x="7825525" y="3832950"/>
              <a:ext cx="1492500" cy="11286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0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7480375" y="470247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216" name="Google Shape;216;p9"/>
          <p:cNvSpPr/>
          <p:nvPr/>
        </p:nvSpPr>
        <p:spPr>
          <a:xfrm rot="5400000">
            <a:off x="3685175" y="4829625"/>
            <a:ext cx="2325825" cy="2325825"/>
          </a:xfrm>
          <a:custGeom>
            <a:avLst/>
            <a:gdLst/>
            <a:ahLst/>
            <a:cxnLst/>
            <a:rect l="l" t="t" r="r" b="b"/>
            <a:pathLst>
              <a:path w="93033" h="93033" extrusionOk="0">
                <a:moveTo>
                  <a:pt x="89685" y="61054"/>
                </a:moveTo>
                <a:lnTo>
                  <a:pt x="89685" y="63796"/>
                </a:lnTo>
                <a:lnTo>
                  <a:pt x="89927" y="63150"/>
                </a:lnTo>
                <a:lnTo>
                  <a:pt x="89927" y="61054"/>
                </a:lnTo>
                <a:lnTo>
                  <a:pt x="90693" y="61054"/>
                </a:lnTo>
                <a:cubicBezTo>
                  <a:pt x="90733" y="60973"/>
                  <a:pt x="90733" y="60892"/>
                  <a:pt x="90774" y="60812"/>
                </a:cubicBezTo>
                <a:lnTo>
                  <a:pt x="89927" y="60812"/>
                </a:lnTo>
                <a:lnTo>
                  <a:pt x="89927" y="56255"/>
                </a:lnTo>
                <a:lnTo>
                  <a:pt x="91984" y="56255"/>
                </a:lnTo>
                <a:cubicBezTo>
                  <a:pt x="92024" y="56174"/>
                  <a:pt x="92024" y="56093"/>
                  <a:pt x="92064" y="56013"/>
                </a:cubicBezTo>
                <a:lnTo>
                  <a:pt x="89927" y="56013"/>
                </a:lnTo>
                <a:lnTo>
                  <a:pt x="89927" y="51456"/>
                </a:lnTo>
                <a:lnTo>
                  <a:pt x="92750" y="51456"/>
                </a:lnTo>
                <a:cubicBezTo>
                  <a:pt x="92750" y="51375"/>
                  <a:pt x="92790" y="51295"/>
                  <a:pt x="92790" y="51174"/>
                </a:cubicBezTo>
                <a:lnTo>
                  <a:pt x="89927" y="51174"/>
                </a:lnTo>
                <a:lnTo>
                  <a:pt x="89927" y="46617"/>
                </a:lnTo>
                <a:lnTo>
                  <a:pt x="93032" y="46617"/>
                </a:lnTo>
                <a:lnTo>
                  <a:pt x="93032" y="46496"/>
                </a:lnTo>
                <a:lnTo>
                  <a:pt x="93032" y="46375"/>
                </a:lnTo>
                <a:lnTo>
                  <a:pt x="89927" y="46375"/>
                </a:lnTo>
                <a:lnTo>
                  <a:pt x="89927" y="41818"/>
                </a:lnTo>
                <a:lnTo>
                  <a:pt x="92790" y="41818"/>
                </a:lnTo>
                <a:cubicBezTo>
                  <a:pt x="92790" y="41737"/>
                  <a:pt x="92750" y="41657"/>
                  <a:pt x="92750" y="41576"/>
                </a:cubicBezTo>
                <a:lnTo>
                  <a:pt x="89927" y="41576"/>
                </a:lnTo>
                <a:lnTo>
                  <a:pt x="89927" y="36979"/>
                </a:lnTo>
                <a:lnTo>
                  <a:pt x="92064" y="36979"/>
                </a:lnTo>
                <a:cubicBezTo>
                  <a:pt x="92024" y="36898"/>
                  <a:pt x="92024" y="36818"/>
                  <a:pt x="91984" y="36737"/>
                </a:cubicBezTo>
                <a:lnTo>
                  <a:pt x="89927" y="36737"/>
                </a:lnTo>
                <a:lnTo>
                  <a:pt x="89927" y="32180"/>
                </a:lnTo>
                <a:lnTo>
                  <a:pt x="90774" y="32180"/>
                </a:lnTo>
                <a:cubicBezTo>
                  <a:pt x="90733" y="32099"/>
                  <a:pt x="90733" y="32019"/>
                  <a:pt x="90693" y="31938"/>
                </a:cubicBezTo>
                <a:lnTo>
                  <a:pt x="89927" y="31938"/>
                </a:lnTo>
                <a:lnTo>
                  <a:pt x="89927" y="29841"/>
                </a:lnTo>
                <a:lnTo>
                  <a:pt x="89685" y="29196"/>
                </a:lnTo>
                <a:lnTo>
                  <a:pt x="89685" y="31938"/>
                </a:lnTo>
                <a:lnTo>
                  <a:pt x="85128" y="31938"/>
                </a:lnTo>
                <a:lnTo>
                  <a:pt x="85128" y="27381"/>
                </a:lnTo>
                <a:lnTo>
                  <a:pt x="88919" y="27381"/>
                </a:lnTo>
                <a:cubicBezTo>
                  <a:pt x="88879" y="27301"/>
                  <a:pt x="88838" y="27220"/>
                  <a:pt x="88798" y="27139"/>
                </a:cubicBezTo>
                <a:lnTo>
                  <a:pt x="85128" y="27139"/>
                </a:lnTo>
                <a:lnTo>
                  <a:pt x="85128" y="22542"/>
                </a:lnTo>
                <a:lnTo>
                  <a:pt x="86378" y="22542"/>
                </a:lnTo>
                <a:cubicBezTo>
                  <a:pt x="86338" y="22462"/>
                  <a:pt x="86298" y="22381"/>
                  <a:pt x="86257" y="22300"/>
                </a:cubicBezTo>
                <a:lnTo>
                  <a:pt x="85128" y="22300"/>
                </a:lnTo>
                <a:lnTo>
                  <a:pt x="85128" y="20566"/>
                </a:lnTo>
                <a:cubicBezTo>
                  <a:pt x="85048" y="20445"/>
                  <a:pt x="84967" y="20324"/>
                  <a:pt x="84886" y="20203"/>
                </a:cubicBezTo>
                <a:lnTo>
                  <a:pt x="84886" y="22300"/>
                </a:lnTo>
                <a:lnTo>
                  <a:pt x="80329" y="22300"/>
                </a:lnTo>
                <a:lnTo>
                  <a:pt x="80329" y="17743"/>
                </a:lnTo>
                <a:lnTo>
                  <a:pt x="83072" y="17743"/>
                </a:lnTo>
                <a:lnTo>
                  <a:pt x="82870" y="17501"/>
                </a:lnTo>
                <a:lnTo>
                  <a:pt x="80329" y="17501"/>
                </a:lnTo>
                <a:lnTo>
                  <a:pt x="80329" y="14558"/>
                </a:lnTo>
                <a:lnTo>
                  <a:pt x="80087" y="14316"/>
                </a:lnTo>
                <a:lnTo>
                  <a:pt x="80087" y="17501"/>
                </a:lnTo>
                <a:lnTo>
                  <a:pt x="75490" y="17501"/>
                </a:lnTo>
                <a:lnTo>
                  <a:pt x="75490" y="12945"/>
                </a:lnTo>
                <a:lnTo>
                  <a:pt x="78716" y="12945"/>
                </a:lnTo>
                <a:lnTo>
                  <a:pt x="78434" y="12703"/>
                </a:lnTo>
                <a:lnTo>
                  <a:pt x="75490" y="12703"/>
                </a:lnTo>
                <a:lnTo>
                  <a:pt x="75490" y="10122"/>
                </a:lnTo>
                <a:lnTo>
                  <a:pt x="75248" y="9920"/>
                </a:lnTo>
                <a:lnTo>
                  <a:pt x="75248" y="12703"/>
                </a:lnTo>
                <a:lnTo>
                  <a:pt x="70691" y="12703"/>
                </a:lnTo>
                <a:lnTo>
                  <a:pt x="70691" y="8106"/>
                </a:lnTo>
                <a:lnTo>
                  <a:pt x="72788" y="8106"/>
                </a:lnTo>
                <a:cubicBezTo>
                  <a:pt x="72667" y="8025"/>
                  <a:pt x="72546" y="7944"/>
                  <a:pt x="72425" y="7864"/>
                </a:cubicBezTo>
                <a:lnTo>
                  <a:pt x="70691" y="7864"/>
                </a:lnTo>
                <a:lnTo>
                  <a:pt x="70691" y="6775"/>
                </a:lnTo>
                <a:cubicBezTo>
                  <a:pt x="70611" y="6694"/>
                  <a:pt x="70530" y="6654"/>
                  <a:pt x="70450" y="6613"/>
                </a:cubicBezTo>
                <a:lnTo>
                  <a:pt x="70450" y="7864"/>
                </a:lnTo>
                <a:lnTo>
                  <a:pt x="65893" y="7864"/>
                </a:lnTo>
                <a:lnTo>
                  <a:pt x="65893" y="4194"/>
                </a:lnTo>
                <a:cubicBezTo>
                  <a:pt x="65812" y="4154"/>
                  <a:pt x="65731" y="4113"/>
                  <a:pt x="65651" y="4073"/>
                </a:cubicBezTo>
                <a:lnTo>
                  <a:pt x="65651" y="7864"/>
                </a:lnTo>
                <a:lnTo>
                  <a:pt x="61054" y="7864"/>
                </a:lnTo>
                <a:lnTo>
                  <a:pt x="61054" y="3307"/>
                </a:lnTo>
                <a:lnTo>
                  <a:pt x="63796" y="3307"/>
                </a:lnTo>
                <a:lnTo>
                  <a:pt x="63191" y="3065"/>
                </a:lnTo>
                <a:lnTo>
                  <a:pt x="61054" y="3065"/>
                </a:lnTo>
                <a:lnTo>
                  <a:pt x="61054" y="2339"/>
                </a:lnTo>
                <a:cubicBezTo>
                  <a:pt x="60973" y="2299"/>
                  <a:pt x="60892" y="2258"/>
                  <a:pt x="60812" y="2258"/>
                </a:cubicBezTo>
                <a:lnTo>
                  <a:pt x="60812" y="3065"/>
                </a:lnTo>
                <a:lnTo>
                  <a:pt x="56255" y="3065"/>
                </a:lnTo>
                <a:lnTo>
                  <a:pt x="56255" y="1048"/>
                </a:lnTo>
                <a:cubicBezTo>
                  <a:pt x="56174" y="1008"/>
                  <a:pt x="56093" y="1008"/>
                  <a:pt x="56013" y="968"/>
                </a:cubicBezTo>
                <a:lnTo>
                  <a:pt x="56013" y="3065"/>
                </a:lnTo>
                <a:lnTo>
                  <a:pt x="51456" y="3065"/>
                </a:lnTo>
                <a:lnTo>
                  <a:pt x="51456" y="282"/>
                </a:lnTo>
                <a:cubicBezTo>
                  <a:pt x="51375" y="242"/>
                  <a:pt x="51295" y="242"/>
                  <a:pt x="51214" y="242"/>
                </a:cubicBezTo>
                <a:lnTo>
                  <a:pt x="51214" y="3065"/>
                </a:lnTo>
                <a:lnTo>
                  <a:pt x="46617" y="3065"/>
                </a:lnTo>
                <a:lnTo>
                  <a:pt x="46617" y="0"/>
                </a:lnTo>
                <a:lnTo>
                  <a:pt x="46496" y="0"/>
                </a:lnTo>
                <a:lnTo>
                  <a:pt x="46375" y="0"/>
                </a:lnTo>
                <a:lnTo>
                  <a:pt x="46375" y="3065"/>
                </a:lnTo>
                <a:lnTo>
                  <a:pt x="41818" y="3065"/>
                </a:lnTo>
                <a:lnTo>
                  <a:pt x="41818" y="242"/>
                </a:lnTo>
                <a:cubicBezTo>
                  <a:pt x="41737" y="242"/>
                  <a:pt x="41657" y="242"/>
                  <a:pt x="41576" y="242"/>
                </a:cubicBezTo>
                <a:lnTo>
                  <a:pt x="41576" y="3065"/>
                </a:lnTo>
                <a:lnTo>
                  <a:pt x="37019" y="3065"/>
                </a:lnTo>
                <a:lnTo>
                  <a:pt x="37019" y="968"/>
                </a:lnTo>
                <a:cubicBezTo>
                  <a:pt x="36939" y="1008"/>
                  <a:pt x="36858" y="1008"/>
                  <a:pt x="36777" y="1008"/>
                </a:cubicBezTo>
                <a:lnTo>
                  <a:pt x="36777" y="3065"/>
                </a:lnTo>
                <a:lnTo>
                  <a:pt x="32180" y="3065"/>
                </a:lnTo>
                <a:lnTo>
                  <a:pt x="32180" y="2258"/>
                </a:lnTo>
                <a:cubicBezTo>
                  <a:pt x="32099" y="2258"/>
                  <a:pt x="32019" y="2299"/>
                  <a:pt x="31938" y="2339"/>
                </a:cubicBezTo>
                <a:lnTo>
                  <a:pt x="31938" y="3065"/>
                </a:lnTo>
                <a:lnTo>
                  <a:pt x="29841" y="3065"/>
                </a:lnTo>
                <a:lnTo>
                  <a:pt x="29236" y="3307"/>
                </a:lnTo>
                <a:lnTo>
                  <a:pt x="31938" y="3307"/>
                </a:lnTo>
                <a:lnTo>
                  <a:pt x="31938" y="7904"/>
                </a:lnTo>
                <a:lnTo>
                  <a:pt x="27381" y="7904"/>
                </a:lnTo>
                <a:lnTo>
                  <a:pt x="27381" y="4113"/>
                </a:lnTo>
                <a:cubicBezTo>
                  <a:pt x="27301" y="4154"/>
                  <a:pt x="27220" y="4194"/>
                  <a:pt x="27139" y="4234"/>
                </a:cubicBezTo>
                <a:lnTo>
                  <a:pt x="27139" y="7904"/>
                </a:lnTo>
                <a:lnTo>
                  <a:pt x="22542" y="7904"/>
                </a:lnTo>
                <a:lnTo>
                  <a:pt x="22542" y="6613"/>
                </a:lnTo>
                <a:cubicBezTo>
                  <a:pt x="22462" y="6694"/>
                  <a:pt x="22381" y="6734"/>
                  <a:pt x="22300" y="6775"/>
                </a:cubicBezTo>
                <a:lnTo>
                  <a:pt x="22300" y="7904"/>
                </a:lnTo>
                <a:lnTo>
                  <a:pt x="20566" y="7904"/>
                </a:lnTo>
                <a:cubicBezTo>
                  <a:pt x="20445" y="7985"/>
                  <a:pt x="20324" y="8065"/>
                  <a:pt x="20203" y="8146"/>
                </a:cubicBezTo>
                <a:lnTo>
                  <a:pt x="22300" y="8146"/>
                </a:lnTo>
                <a:lnTo>
                  <a:pt x="22300" y="12703"/>
                </a:lnTo>
                <a:lnTo>
                  <a:pt x="17743" y="12703"/>
                </a:lnTo>
                <a:lnTo>
                  <a:pt x="17743" y="9961"/>
                </a:lnTo>
                <a:lnTo>
                  <a:pt x="17501" y="10162"/>
                </a:lnTo>
                <a:lnTo>
                  <a:pt x="17501" y="12703"/>
                </a:lnTo>
                <a:lnTo>
                  <a:pt x="14558" y="12703"/>
                </a:lnTo>
                <a:lnTo>
                  <a:pt x="14316" y="12945"/>
                </a:lnTo>
                <a:lnTo>
                  <a:pt x="17501" y="12945"/>
                </a:lnTo>
                <a:lnTo>
                  <a:pt x="17501" y="17542"/>
                </a:lnTo>
                <a:lnTo>
                  <a:pt x="12945" y="17542"/>
                </a:lnTo>
                <a:lnTo>
                  <a:pt x="12945" y="14316"/>
                </a:lnTo>
                <a:lnTo>
                  <a:pt x="12703" y="14598"/>
                </a:lnTo>
                <a:lnTo>
                  <a:pt x="12703" y="17542"/>
                </a:lnTo>
                <a:lnTo>
                  <a:pt x="10122" y="17542"/>
                </a:lnTo>
                <a:lnTo>
                  <a:pt x="9920" y="17784"/>
                </a:lnTo>
                <a:lnTo>
                  <a:pt x="12703" y="17784"/>
                </a:lnTo>
                <a:lnTo>
                  <a:pt x="12703" y="22341"/>
                </a:lnTo>
                <a:lnTo>
                  <a:pt x="8106" y="22341"/>
                </a:lnTo>
                <a:lnTo>
                  <a:pt x="8106" y="20244"/>
                </a:lnTo>
                <a:cubicBezTo>
                  <a:pt x="8025" y="20365"/>
                  <a:pt x="7944" y="20486"/>
                  <a:pt x="7864" y="20607"/>
                </a:cubicBezTo>
                <a:lnTo>
                  <a:pt x="7864" y="22341"/>
                </a:lnTo>
                <a:lnTo>
                  <a:pt x="6775" y="22341"/>
                </a:lnTo>
                <a:cubicBezTo>
                  <a:pt x="6694" y="22421"/>
                  <a:pt x="6654" y="22502"/>
                  <a:pt x="6613" y="22583"/>
                </a:cubicBezTo>
                <a:lnTo>
                  <a:pt x="7864" y="22583"/>
                </a:lnTo>
                <a:lnTo>
                  <a:pt x="7864" y="27139"/>
                </a:lnTo>
                <a:lnTo>
                  <a:pt x="4194" y="27139"/>
                </a:lnTo>
                <a:cubicBezTo>
                  <a:pt x="4154" y="27220"/>
                  <a:pt x="4113" y="27301"/>
                  <a:pt x="4073" y="27381"/>
                </a:cubicBezTo>
                <a:lnTo>
                  <a:pt x="7864" y="27381"/>
                </a:lnTo>
                <a:lnTo>
                  <a:pt x="7864" y="31978"/>
                </a:lnTo>
                <a:lnTo>
                  <a:pt x="3307" y="31978"/>
                </a:lnTo>
                <a:lnTo>
                  <a:pt x="3307" y="29236"/>
                </a:lnTo>
                <a:lnTo>
                  <a:pt x="3065" y="29841"/>
                </a:lnTo>
                <a:lnTo>
                  <a:pt x="3065" y="31978"/>
                </a:lnTo>
                <a:lnTo>
                  <a:pt x="2299" y="31978"/>
                </a:lnTo>
                <a:cubicBezTo>
                  <a:pt x="2299" y="32059"/>
                  <a:pt x="2258" y="32140"/>
                  <a:pt x="2218" y="32220"/>
                </a:cubicBezTo>
                <a:lnTo>
                  <a:pt x="3065" y="32220"/>
                </a:lnTo>
                <a:lnTo>
                  <a:pt x="3065" y="36777"/>
                </a:lnTo>
                <a:lnTo>
                  <a:pt x="1008" y="36777"/>
                </a:lnTo>
                <a:cubicBezTo>
                  <a:pt x="1008" y="36858"/>
                  <a:pt x="968" y="36939"/>
                  <a:pt x="968" y="37019"/>
                </a:cubicBezTo>
                <a:lnTo>
                  <a:pt x="3065" y="37019"/>
                </a:lnTo>
                <a:lnTo>
                  <a:pt x="3065" y="41576"/>
                </a:lnTo>
                <a:lnTo>
                  <a:pt x="242" y="41576"/>
                </a:lnTo>
                <a:cubicBezTo>
                  <a:pt x="242" y="41657"/>
                  <a:pt x="242" y="41737"/>
                  <a:pt x="242" y="41818"/>
                </a:cubicBezTo>
                <a:lnTo>
                  <a:pt x="3065" y="41818"/>
                </a:lnTo>
                <a:lnTo>
                  <a:pt x="3065" y="46415"/>
                </a:lnTo>
                <a:lnTo>
                  <a:pt x="0" y="46415"/>
                </a:lnTo>
                <a:lnTo>
                  <a:pt x="0" y="46536"/>
                </a:lnTo>
                <a:lnTo>
                  <a:pt x="0" y="46657"/>
                </a:lnTo>
                <a:lnTo>
                  <a:pt x="3065" y="46657"/>
                </a:lnTo>
                <a:lnTo>
                  <a:pt x="3065" y="51214"/>
                </a:lnTo>
                <a:lnTo>
                  <a:pt x="242" y="51214"/>
                </a:lnTo>
                <a:cubicBezTo>
                  <a:pt x="242" y="51295"/>
                  <a:pt x="242" y="51375"/>
                  <a:pt x="242" y="51456"/>
                </a:cubicBezTo>
                <a:lnTo>
                  <a:pt x="3065" y="51456"/>
                </a:lnTo>
                <a:lnTo>
                  <a:pt x="3065" y="56053"/>
                </a:lnTo>
                <a:lnTo>
                  <a:pt x="968" y="56053"/>
                </a:lnTo>
                <a:cubicBezTo>
                  <a:pt x="968" y="56134"/>
                  <a:pt x="1008" y="56174"/>
                  <a:pt x="1008" y="56295"/>
                </a:cubicBezTo>
                <a:lnTo>
                  <a:pt x="3065" y="56295"/>
                </a:lnTo>
                <a:lnTo>
                  <a:pt x="3065" y="60852"/>
                </a:lnTo>
                <a:lnTo>
                  <a:pt x="2218" y="60852"/>
                </a:lnTo>
                <a:cubicBezTo>
                  <a:pt x="2258" y="60933"/>
                  <a:pt x="2299" y="61013"/>
                  <a:pt x="2299" y="61094"/>
                </a:cubicBezTo>
                <a:lnTo>
                  <a:pt x="3065" y="61094"/>
                </a:lnTo>
                <a:lnTo>
                  <a:pt x="3065" y="63191"/>
                </a:lnTo>
                <a:lnTo>
                  <a:pt x="3307" y="63836"/>
                </a:lnTo>
                <a:lnTo>
                  <a:pt x="3307" y="61094"/>
                </a:lnTo>
                <a:lnTo>
                  <a:pt x="7864" y="61094"/>
                </a:lnTo>
                <a:lnTo>
                  <a:pt x="7864" y="65651"/>
                </a:lnTo>
                <a:lnTo>
                  <a:pt x="4073" y="65651"/>
                </a:lnTo>
                <a:cubicBezTo>
                  <a:pt x="4113" y="65731"/>
                  <a:pt x="4154" y="65812"/>
                  <a:pt x="4194" y="65893"/>
                </a:cubicBezTo>
                <a:lnTo>
                  <a:pt x="7864" y="65893"/>
                </a:lnTo>
                <a:lnTo>
                  <a:pt x="7864" y="70490"/>
                </a:lnTo>
                <a:lnTo>
                  <a:pt x="6613" y="70490"/>
                </a:lnTo>
                <a:cubicBezTo>
                  <a:pt x="6654" y="70570"/>
                  <a:pt x="6694" y="70651"/>
                  <a:pt x="6775" y="70732"/>
                </a:cubicBezTo>
                <a:lnTo>
                  <a:pt x="7864" y="70732"/>
                </a:lnTo>
                <a:lnTo>
                  <a:pt x="7864" y="72466"/>
                </a:lnTo>
                <a:cubicBezTo>
                  <a:pt x="7944" y="72587"/>
                  <a:pt x="8025" y="72708"/>
                  <a:pt x="8106" y="72829"/>
                </a:cubicBezTo>
                <a:lnTo>
                  <a:pt x="8106" y="70732"/>
                </a:lnTo>
                <a:lnTo>
                  <a:pt x="12703" y="70732"/>
                </a:lnTo>
                <a:lnTo>
                  <a:pt x="12703" y="75289"/>
                </a:lnTo>
                <a:lnTo>
                  <a:pt x="9920" y="75289"/>
                </a:lnTo>
                <a:lnTo>
                  <a:pt x="10122" y="75531"/>
                </a:lnTo>
                <a:lnTo>
                  <a:pt x="12703" y="75531"/>
                </a:lnTo>
                <a:lnTo>
                  <a:pt x="12703" y="78474"/>
                </a:lnTo>
                <a:lnTo>
                  <a:pt x="12945" y="78716"/>
                </a:lnTo>
                <a:lnTo>
                  <a:pt x="12945" y="75531"/>
                </a:lnTo>
                <a:lnTo>
                  <a:pt x="17501" y="75531"/>
                </a:lnTo>
                <a:lnTo>
                  <a:pt x="17501" y="80087"/>
                </a:lnTo>
                <a:lnTo>
                  <a:pt x="14316" y="80087"/>
                </a:lnTo>
                <a:lnTo>
                  <a:pt x="14558" y="80329"/>
                </a:lnTo>
                <a:lnTo>
                  <a:pt x="17501" y="80329"/>
                </a:lnTo>
                <a:lnTo>
                  <a:pt x="17501" y="82910"/>
                </a:lnTo>
                <a:lnTo>
                  <a:pt x="17743" y="83072"/>
                </a:lnTo>
                <a:lnTo>
                  <a:pt x="17743" y="80329"/>
                </a:lnTo>
                <a:lnTo>
                  <a:pt x="22300" y="80329"/>
                </a:lnTo>
                <a:lnTo>
                  <a:pt x="22300" y="84927"/>
                </a:lnTo>
                <a:lnTo>
                  <a:pt x="20203" y="84927"/>
                </a:lnTo>
                <a:cubicBezTo>
                  <a:pt x="20324" y="85007"/>
                  <a:pt x="20445" y="85088"/>
                  <a:pt x="20566" y="85168"/>
                </a:cubicBezTo>
                <a:lnTo>
                  <a:pt x="22300" y="85168"/>
                </a:lnTo>
                <a:lnTo>
                  <a:pt x="22300" y="86257"/>
                </a:lnTo>
                <a:cubicBezTo>
                  <a:pt x="22381" y="86338"/>
                  <a:pt x="22462" y="86378"/>
                  <a:pt x="22542" y="86419"/>
                </a:cubicBezTo>
                <a:lnTo>
                  <a:pt x="22542" y="85168"/>
                </a:lnTo>
                <a:lnTo>
                  <a:pt x="27139" y="85168"/>
                </a:lnTo>
                <a:lnTo>
                  <a:pt x="27139" y="88838"/>
                </a:lnTo>
                <a:cubicBezTo>
                  <a:pt x="27220" y="88878"/>
                  <a:pt x="27301" y="88919"/>
                  <a:pt x="27381" y="88959"/>
                </a:cubicBezTo>
                <a:lnTo>
                  <a:pt x="27381" y="85168"/>
                </a:lnTo>
                <a:lnTo>
                  <a:pt x="31938" y="85168"/>
                </a:lnTo>
                <a:lnTo>
                  <a:pt x="31938" y="89725"/>
                </a:lnTo>
                <a:lnTo>
                  <a:pt x="29236" y="89725"/>
                </a:lnTo>
                <a:lnTo>
                  <a:pt x="29841" y="89967"/>
                </a:lnTo>
                <a:lnTo>
                  <a:pt x="31938" y="89967"/>
                </a:lnTo>
                <a:lnTo>
                  <a:pt x="31938" y="90733"/>
                </a:lnTo>
                <a:cubicBezTo>
                  <a:pt x="32019" y="90733"/>
                  <a:pt x="32099" y="90774"/>
                  <a:pt x="32180" y="90814"/>
                </a:cubicBezTo>
                <a:lnTo>
                  <a:pt x="32180" y="89967"/>
                </a:lnTo>
                <a:lnTo>
                  <a:pt x="36777" y="89967"/>
                </a:lnTo>
                <a:lnTo>
                  <a:pt x="36777" y="92024"/>
                </a:lnTo>
                <a:cubicBezTo>
                  <a:pt x="36858" y="92024"/>
                  <a:pt x="36939" y="92064"/>
                  <a:pt x="37019" y="92064"/>
                </a:cubicBezTo>
                <a:lnTo>
                  <a:pt x="37019" y="89967"/>
                </a:lnTo>
                <a:lnTo>
                  <a:pt x="41576" y="89967"/>
                </a:lnTo>
                <a:lnTo>
                  <a:pt x="41576" y="92790"/>
                </a:lnTo>
                <a:cubicBezTo>
                  <a:pt x="41657" y="92790"/>
                  <a:pt x="41737" y="92790"/>
                  <a:pt x="41818" y="92790"/>
                </a:cubicBezTo>
                <a:lnTo>
                  <a:pt x="41818" y="89967"/>
                </a:lnTo>
                <a:lnTo>
                  <a:pt x="46375" y="89967"/>
                </a:lnTo>
                <a:lnTo>
                  <a:pt x="46375" y="93032"/>
                </a:lnTo>
                <a:lnTo>
                  <a:pt x="46496" y="93032"/>
                </a:lnTo>
                <a:lnTo>
                  <a:pt x="46617" y="93032"/>
                </a:lnTo>
                <a:lnTo>
                  <a:pt x="46617" y="89967"/>
                </a:lnTo>
                <a:lnTo>
                  <a:pt x="51214" y="89967"/>
                </a:lnTo>
                <a:lnTo>
                  <a:pt x="51214" y="92790"/>
                </a:lnTo>
                <a:cubicBezTo>
                  <a:pt x="51295" y="92790"/>
                  <a:pt x="51375" y="92790"/>
                  <a:pt x="51456" y="92790"/>
                </a:cubicBezTo>
                <a:lnTo>
                  <a:pt x="51456" y="89967"/>
                </a:lnTo>
                <a:lnTo>
                  <a:pt x="56013" y="89967"/>
                </a:lnTo>
                <a:lnTo>
                  <a:pt x="56013" y="92064"/>
                </a:lnTo>
                <a:cubicBezTo>
                  <a:pt x="56093" y="92064"/>
                  <a:pt x="56174" y="92024"/>
                  <a:pt x="56255" y="92024"/>
                </a:cubicBezTo>
                <a:lnTo>
                  <a:pt x="56255" y="89967"/>
                </a:lnTo>
                <a:lnTo>
                  <a:pt x="60812" y="89967"/>
                </a:lnTo>
                <a:lnTo>
                  <a:pt x="60812" y="90814"/>
                </a:lnTo>
                <a:cubicBezTo>
                  <a:pt x="60892" y="90774"/>
                  <a:pt x="60973" y="90733"/>
                  <a:pt x="61054" y="90733"/>
                </a:cubicBezTo>
                <a:lnTo>
                  <a:pt x="61054" y="89967"/>
                </a:lnTo>
                <a:lnTo>
                  <a:pt x="63191" y="89967"/>
                </a:lnTo>
                <a:lnTo>
                  <a:pt x="63796" y="89725"/>
                </a:lnTo>
                <a:lnTo>
                  <a:pt x="61054" y="89725"/>
                </a:lnTo>
                <a:lnTo>
                  <a:pt x="61054" y="85168"/>
                </a:lnTo>
                <a:lnTo>
                  <a:pt x="65651" y="85168"/>
                </a:lnTo>
                <a:lnTo>
                  <a:pt x="65651" y="88959"/>
                </a:lnTo>
                <a:cubicBezTo>
                  <a:pt x="65731" y="88919"/>
                  <a:pt x="65812" y="88878"/>
                  <a:pt x="65893" y="88838"/>
                </a:cubicBezTo>
                <a:lnTo>
                  <a:pt x="65893" y="85168"/>
                </a:lnTo>
                <a:lnTo>
                  <a:pt x="70450" y="85168"/>
                </a:lnTo>
                <a:lnTo>
                  <a:pt x="70450" y="86419"/>
                </a:lnTo>
                <a:cubicBezTo>
                  <a:pt x="70530" y="86378"/>
                  <a:pt x="70611" y="86338"/>
                  <a:pt x="70691" y="86257"/>
                </a:cubicBezTo>
                <a:lnTo>
                  <a:pt x="70691" y="85168"/>
                </a:lnTo>
                <a:lnTo>
                  <a:pt x="72425" y="85168"/>
                </a:lnTo>
                <a:cubicBezTo>
                  <a:pt x="72546" y="85088"/>
                  <a:pt x="72667" y="85007"/>
                  <a:pt x="72788" y="84927"/>
                </a:cubicBezTo>
                <a:lnTo>
                  <a:pt x="70691" y="84927"/>
                </a:lnTo>
                <a:lnTo>
                  <a:pt x="70691" y="80329"/>
                </a:lnTo>
                <a:lnTo>
                  <a:pt x="75248" y="80329"/>
                </a:lnTo>
                <a:lnTo>
                  <a:pt x="75248" y="83072"/>
                </a:lnTo>
                <a:lnTo>
                  <a:pt x="75490" y="82910"/>
                </a:lnTo>
                <a:lnTo>
                  <a:pt x="75490" y="80329"/>
                </a:lnTo>
                <a:lnTo>
                  <a:pt x="78434" y="80329"/>
                </a:lnTo>
                <a:lnTo>
                  <a:pt x="78716" y="80087"/>
                </a:lnTo>
                <a:lnTo>
                  <a:pt x="75490" y="80087"/>
                </a:lnTo>
                <a:lnTo>
                  <a:pt x="75490" y="75531"/>
                </a:lnTo>
                <a:lnTo>
                  <a:pt x="80087" y="75531"/>
                </a:lnTo>
                <a:lnTo>
                  <a:pt x="80087" y="78716"/>
                </a:lnTo>
                <a:lnTo>
                  <a:pt x="80329" y="78474"/>
                </a:lnTo>
                <a:lnTo>
                  <a:pt x="80329" y="75531"/>
                </a:lnTo>
                <a:lnTo>
                  <a:pt x="82870" y="75531"/>
                </a:lnTo>
                <a:lnTo>
                  <a:pt x="83072" y="75289"/>
                </a:lnTo>
                <a:lnTo>
                  <a:pt x="80329" y="75289"/>
                </a:lnTo>
                <a:lnTo>
                  <a:pt x="80329" y="70732"/>
                </a:lnTo>
                <a:lnTo>
                  <a:pt x="84886" y="70732"/>
                </a:lnTo>
                <a:lnTo>
                  <a:pt x="84886" y="72829"/>
                </a:lnTo>
                <a:cubicBezTo>
                  <a:pt x="84967" y="72708"/>
                  <a:pt x="85048" y="72587"/>
                  <a:pt x="85128" y="72466"/>
                </a:cubicBezTo>
                <a:lnTo>
                  <a:pt x="85128" y="70732"/>
                </a:lnTo>
                <a:lnTo>
                  <a:pt x="86257" y="70732"/>
                </a:lnTo>
                <a:cubicBezTo>
                  <a:pt x="86298" y="70651"/>
                  <a:pt x="86338" y="70570"/>
                  <a:pt x="86378" y="70490"/>
                </a:cubicBezTo>
                <a:lnTo>
                  <a:pt x="85128" y="70490"/>
                </a:lnTo>
                <a:lnTo>
                  <a:pt x="85128" y="65893"/>
                </a:lnTo>
                <a:lnTo>
                  <a:pt x="88798" y="65893"/>
                </a:lnTo>
                <a:cubicBezTo>
                  <a:pt x="88838" y="65812"/>
                  <a:pt x="88879" y="65731"/>
                  <a:pt x="88919" y="65651"/>
                </a:cubicBezTo>
                <a:lnTo>
                  <a:pt x="85128" y="65651"/>
                </a:lnTo>
                <a:lnTo>
                  <a:pt x="85128" y="61094"/>
                </a:lnTo>
                <a:lnTo>
                  <a:pt x="89685" y="61094"/>
                </a:lnTo>
                <a:close/>
                <a:moveTo>
                  <a:pt x="85128" y="32180"/>
                </a:moveTo>
                <a:lnTo>
                  <a:pt x="89685" y="32180"/>
                </a:lnTo>
                <a:lnTo>
                  <a:pt x="89685" y="36777"/>
                </a:lnTo>
                <a:lnTo>
                  <a:pt x="85128" y="36777"/>
                </a:lnTo>
                <a:close/>
                <a:moveTo>
                  <a:pt x="85128" y="37019"/>
                </a:moveTo>
                <a:lnTo>
                  <a:pt x="89685" y="37019"/>
                </a:lnTo>
                <a:lnTo>
                  <a:pt x="89685" y="41576"/>
                </a:lnTo>
                <a:lnTo>
                  <a:pt x="85128" y="41576"/>
                </a:lnTo>
                <a:close/>
                <a:moveTo>
                  <a:pt x="85128" y="41818"/>
                </a:moveTo>
                <a:lnTo>
                  <a:pt x="89685" y="41818"/>
                </a:lnTo>
                <a:lnTo>
                  <a:pt x="89685" y="46375"/>
                </a:lnTo>
                <a:lnTo>
                  <a:pt x="85128" y="46375"/>
                </a:lnTo>
                <a:close/>
                <a:moveTo>
                  <a:pt x="85128" y="46617"/>
                </a:moveTo>
                <a:lnTo>
                  <a:pt x="89685" y="46617"/>
                </a:lnTo>
                <a:lnTo>
                  <a:pt x="89685" y="51214"/>
                </a:lnTo>
                <a:lnTo>
                  <a:pt x="85128" y="51214"/>
                </a:lnTo>
                <a:close/>
                <a:moveTo>
                  <a:pt x="85128" y="51456"/>
                </a:moveTo>
                <a:lnTo>
                  <a:pt x="89685" y="51456"/>
                </a:lnTo>
                <a:lnTo>
                  <a:pt x="89685" y="56013"/>
                </a:lnTo>
                <a:lnTo>
                  <a:pt x="85128" y="56013"/>
                </a:lnTo>
                <a:close/>
                <a:moveTo>
                  <a:pt x="85128" y="56255"/>
                </a:moveTo>
                <a:lnTo>
                  <a:pt x="89685" y="56255"/>
                </a:lnTo>
                <a:lnTo>
                  <a:pt x="89685" y="60812"/>
                </a:lnTo>
                <a:lnTo>
                  <a:pt x="85128" y="60812"/>
                </a:lnTo>
                <a:close/>
                <a:moveTo>
                  <a:pt x="7904" y="60812"/>
                </a:moveTo>
                <a:lnTo>
                  <a:pt x="3347" y="60812"/>
                </a:lnTo>
                <a:lnTo>
                  <a:pt x="3347" y="56255"/>
                </a:lnTo>
                <a:lnTo>
                  <a:pt x="7904" y="56255"/>
                </a:lnTo>
                <a:close/>
                <a:moveTo>
                  <a:pt x="7904" y="56013"/>
                </a:moveTo>
                <a:lnTo>
                  <a:pt x="3347" y="56013"/>
                </a:lnTo>
                <a:lnTo>
                  <a:pt x="3347" y="51456"/>
                </a:lnTo>
                <a:lnTo>
                  <a:pt x="7904" y="51456"/>
                </a:lnTo>
                <a:close/>
                <a:moveTo>
                  <a:pt x="7904" y="51214"/>
                </a:moveTo>
                <a:lnTo>
                  <a:pt x="3347" y="51214"/>
                </a:lnTo>
                <a:lnTo>
                  <a:pt x="3347" y="46617"/>
                </a:lnTo>
                <a:lnTo>
                  <a:pt x="7904" y="46617"/>
                </a:lnTo>
                <a:close/>
                <a:moveTo>
                  <a:pt x="7904" y="46375"/>
                </a:moveTo>
                <a:lnTo>
                  <a:pt x="3347" y="46375"/>
                </a:lnTo>
                <a:lnTo>
                  <a:pt x="3347" y="41818"/>
                </a:lnTo>
                <a:lnTo>
                  <a:pt x="7904" y="41818"/>
                </a:lnTo>
                <a:close/>
                <a:moveTo>
                  <a:pt x="7904" y="41576"/>
                </a:moveTo>
                <a:lnTo>
                  <a:pt x="3347" y="41576"/>
                </a:lnTo>
                <a:lnTo>
                  <a:pt x="3347" y="37019"/>
                </a:lnTo>
                <a:lnTo>
                  <a:pt x="7904" y="37019"/>
                </a:lnTo>
                <a:close/>
                <a:moveTo>
                  <a:pt x="7904" y="36777"/>
                </a:moveTo>
                <a:lnTo>
                  <a:pt x="3347" y="36777"/>
                </a:lnTo>
                <a:lnTo>
                  <a:pt x="3347" y="32180"/>
                </a:lnTo>
                <a:lnTo>
                  <a:pt x="7904" y="32180"/>
                </a:lnTo>
                <a:close/>
                <a:moveTo>
                  <a:pt x="12703" y="70449"/>
                </a:moveTo>
                <a:lnTo>
                  <a:pt x="8146" y="70449"/>
                </a:lnTo>
                <a:lnTo>
                  <a:pt x="8146" y="65893"/>
                </a:lnTo>
                <a:lnTo>
                  <a:pt x="12703" y="65893"/>
                </a:lnTo>
                <a:close/>
                <a:moveTo>
                  <a:pt x="12703" y="65610"/>
                </a:moveTo>
                <a:lnTo>
                  <a:pt x="8146" y="65610"/>
                </a:lnTo>
                <a:lnTo>
                  <a:pt x="8146" y="61054"/>
                </a:lnTo>
                <a:lnTo>
                  <a:pt x="12703" y="61054"/>
                </a:lnTo>
                <a:close/>
                <a:moveTo>
                  <a:pt x="12703" y="60812"/>
                </a:moveTo>
                <a:lnTo>
                  <a:pt x="8146" y="60812"/>
                </a:lnTo>
                <a:lnTo>
                  <a:pt x="8146" y="56255"/>
                </a:lnTo>
                <a:lnTo>
                  <a:pt x="12703" y="56255"/>
                </a:lnTo>
                <a:close/>
                <a:moveTo>
                  <a:pt x="12703" y="56013"/>
                </a:moveTo>
                <a:lnTo>
                  <a:pt x="8146" y="56013"/>
                </a:lnTo>
                <a:lnTo>
                  <a:pt x="8146" y="51456"/>
                </a:lnTo>
                <a:lnTo>
                  <a:pt x="12703" y="51456"/>
                </a:lnTo>
                <a:close/>
                <a:moveTo>
                  <a:pt x="12703" y="51174"/>
                </a:moveTo>
                <a:lnTo>
                  <a:pt x="8146" y="51174"/>
                </a:lnTo>
                <a:lnTo>
                  <a:pt x="8146" y="46617"/>
                </a:lnTo>
                <a:lnTo>
                  <a:pt x="12703" y="46617"/>
                </a:lnTo>
                <a:close/>
                <a:moveTo>
                  <a:pt x="12703" y="46375"/>
                </a:moveTo>
                <a:lnTo>
                  <a:pt x="8146" y="46375"/>
                </a:lnTo>
                <a:lnTo>
                  <a:pt x="8146" y="41818"/>
                </a:lnTo>
                <a:lnTo>
                  <a:pt x="12703" y="41818"/>
                </a:lnTo>
                <a:close/>
                <a:moveTo>
                  <a:pt x="12703" y="41576"/>
                </a:moveTo>
                <a:lnTo>
                  <a:pt x="8146" y="41576"/>
                </a:lnTo>
                <a:lnTo>
                  <a:pt x="8146" y="36979"/>
                </a:lnTo>
                <a:lnTo>
                  <a:pt x="12703" y="36979"/>
                </a:lnTo>
                <a:close/>
                <a:moveTo>
                  <a:pt x="12703" y="36737"/>
                </a:moveTo>
                <a:lnTo>
                  <a:pt x="8146" y="36737"/>
                </a:lnTo>
                <a:lnTo>
                  <a:pt x="8146" y="32180"/>
                </a:lnTo>
                <a:lnTo>
                  <a:pt x="12703" y="32180"/>
                </a:lnTo>
                <a:close/>
                <a:moveTo>
                  <a:pt x="12703" y="31938"/>
                </a:moveTo>
                <a:lnTo>
                  <a:pt x="8146" y="31938"/>
                </a:lnTo>
                <a:lnTo>
                  <a:pt x="8146" y="27381"/>
                </a:lnTo>
                <a:lnTo>
                  <a:pt x="12703" y="27381"/>
                </a:lnTo>
                <a:close/>
                <a:moveTo>
                  <a:pt x="12703" y="27139"/>
                </a:moveTo>
                <a:lnTo>
                  <a:pt x="8146" y="27139"/>
                </a:lnTo>
                <a:lnTo>
                  <a:pt x="8146" y="22542"/>
                </a:lnTo>
                <a:lnTo>
                  <a:pt x="12703" y="22542"/>
                </a:lnTo>
                <a:close/>
                <a:moveTo>
                  <a:pt x="17542" y="75248"/>
                </a:moveTo>
                <a:lnTo>
                  <a:pt x="12945" y="75248"/>
                </a:lnTo>
                <a:lnTo>
                  <a:pt x="12945" y="70651"/>
                </a:lnTo>
                <a:lnTo>
                  <a:pt x="17542" y="70651"/>
                </a:lnTo>
                <a:close/>
                <a:moveTo>
                  <a:pt x="17542" y="70449"/>
                </a:moveTo>
                <a:lnTo>
                  <a:pt x="12945" y="70449"/>
                </a:lnTo>
                <a:lnTo>
                  <a:pt x="12945" y="65852"/>
                </a:lnTo>
                <a:lnTo>
                  <a:pt x="17542" y="65852"/>
                </a:lnTo>
                <a:close/>
                <a:moveTo>
                  <a:pt x="17542" y="65610"/>
                </a:moveTo>
                <a:lnTo>
                  <a:pt x="12945" y="65610"/>
                </a:lnTo>
                <a:lnTo>
                  <a:pt x="12945" y="61054"/>
                </a:lnTo>
                <a:lnTo>
                  <a:pt x="17542" y="61054"/>
                </a:lnTo>
                <a:close/>
                <a:moveTo>
                  <a:pt x="17542" y="60812"/>
                </a:moveTo>
                <a:lnTo>
                  <a:pt x="12945" y="60812"/>
                </a:lnTo>
                <a:lnTo>
                  <a:pt x="12945" y="56214"/>
                </a:lnTo>
                <a:lnTo>
                  <a:pt x="17542" y="56214"/>
                </a:lnTo>
                <a:close/>
                <a:moveTo>
                  <a:pt x="17542" y="55972"/>
                </a:moveTo>
                <a:lnTo>
                  <a:pt x="12945" y="55972"/>
                </a:lnTo>
                <a:lnTo>
                  <a:pt x="12945" y="51416"/>
                </a:lnTo>
                <a:lnTo>
                  <a:pt x="17542" y="51416"/>
                </a:lnTo>
                <a:close/>
                <a:moveTo>
                  <a:pt x="17542" y="51174"/>
                </a:moveTo>
                <a:lnTo>
                  <a:pt x="12945" y="51174"/>
                </a:lnTo>
                <a:lnTo>
                  <a:pt x="12945" y="46617"/>
                </a:lnTo>
                <a:lnTo>
                  <a:pt x="17542" y="46617"/>
                </a:lnTo>
                <a:close/>
                <a:moveTo>
                  <a:pt x="17542" y="46375"/>
                </a:moveTo>
                <a:lnTo>
                  <a:pt x="12945" y="46375"/>
                </a:lnTo>
                <a:lnTo>
                  <a:pt x="12945" y="41778"/>
                </a:lnTo>
                <a:lnTo>
                  <a:pt x="17542" y="41778"/>
                </a:lnTo>
                <a:close/>
                <a:moveTo>
                  <a:pt x="17542" y="41536"/>
                </a:moveTo>
                <a:lnTo>
                  <a:pt x="12945" y="41536"/>
                </a:lnTo>
                <a:lnTo>
                  <a:pt x="12945" y="36979"/>
                </a:lnTo>
                <a:lnTo>
                  <a:pt x="17542" y="36979"/>
                </a:lnTo>
                <a:close/>
                <a:moveTo>
                  <a:pt x="17542" y="36737"/>
                </a:moveTo>
                <a:lnTo>
                  <a:pt x="12945" y="36737"/>
                </a:lnTo>
                <a:lnTo>
                  <a:pt x="12945" y="32180"/>
                </a:lnTo>
                <a:lnTo>
                  <a:pt x="17542" y="32180"/>
                </a:lnTo>
                <a:close/>
                <a:moveTo>
                  <a:pt x="17542" y="31938"/>
                </a:moveTo>
                <a:lnTo>
                  <a:pt x="12945" y="31938"/>
                </a:lnTo>
                <a:lnTo>
                  <a:pt x="12945" y="27341"/>
                </a:lnTo>
                <a:lnTo>
                  <a:pt x="17542" y="27341"/>
                </a:lnTo>
                <a:close/>
                <a:moveTo>
                  <a:pt x="17542" y="27099"/>
                </a:moveTo>
                <a:lnTo>
                  <a:pt x="12945" y="27099"/>
                </a:lnTo>
                <a:lnTo>
                  <a:pt x="12945" y="22542"/>
                </a:lnTo>
                <a:lnTo>
                  <a:pt x="17542" y="22542"/>
                </a:lnTo>
                <a:close/>
                <a:moveTo>
                  <a:pt x="17542" y="22300"/>
                </a:moveTo>
                <a:lnTo>
                  <a:pt x="12945" y="22300"/>
                </a:lnTo>
                <a:lnTo>
                  <a:pt x="12945" y="17743"/>
                </a:lnTo>
                <a:lnTo>
                  <a:pt x="17542" y="17743"/>
                </a:lnTo>
                <a:close/>
                <a:moveTo>
                  <a:pt x="22341" y="80047"/>
                </a:moveTo>
                <a:lnTo>
                  <a:pt x="17784" y="80047"/>
                </a:lnTo>
                <a:lnTo>
                  <a:pt x="17784" y="75450"/>
                </a:lnTo>
                <a:lnTo>
                  <a:pt x="22341" y="75450"/>
                </a:lnTo>
                <a:close/>
                <a:moveTo>
                  <a:pt x="22341" y="75208"/>
                </a:moveTo>
                <a:lnTo>
                  <a:pt x="17784" y="75208"/>
                </a:lnTo>
                <a:lnTo>
                  <a:pt x="17784" y="70651"/>
                </a:lnTo>
                <a:lnTo>
                  <a:pt x="22341" y="70651"/>
                </a:lnTo>
                <a:close/>
                <a:moveTo>
                  <a:pt x="22341" y="70409"/>
                </a:moveTo>
                <a:lnTo>
                  <a:pt x="17784" y="70409"/>
                </a:lnTo>
                <a:lnTo>
                  <a:pt x="17784" y="65852"/>
                </a:lnTo>
                <a:lnTo>
                  <a:pt x="22341" y="65852"/>
                </a:lnTo>
                <a:close/>
                <a:moveTo>
                  <a:pt x="22341" y="65610"/>
                </a:moveTo>
                <a:lnTo>
                  <a:pt x="17784" y="65610"/>
                </a:lnTo>
                <a:lnTo>
                  <a:pt x="17784" y="61013"/>
                </a:lnTo>
                <a:lnTo>
                  <a:pt x="22341" y="61013"/>
                </a:lnTo>
                <a:close/>
                <a:moveTo>
                  <a:pt x="22341" y="60771"/>
                </a:moveTo>
                <a:lnTo>
                  <a:pt x="17784" y="60771"/>
                </a:lnTo>
                <a:lnTo>
                  <a:pt x="17784" y="56214"/>
                </a:lnTo>
                <a:lnTo>
                  <a:pt x="22341" y="56214"/>
                </a:lnTo>
                <a:close/>
                <a:moveTo>
                  <a:pt x="22341" y="55972"/>
                </a:moveTo>
                <a:lnTo>
                  <a:pt x="17784" y="55972"/>
                </a:lnTo>
                <a:lnTo>
                  <a:pt x="17784" y="51416"/>
                </a:lnTo>
                <a:lnTo>
                  <a:pt x="22341" y="51416"/>
                </a:lnTo>
                <a:close/>
                <a:moveTo>
                  <a:pt x="22341" y="51174"/>
                </a:moveTo>
                <a:lnTo>
                  <a:pt x="17784" y="51174"/>
                </a:lnTo>
                <a:lnTo>
                  <a:pt x="17784" y="46577"/>
                </a:lnTo>
                <a:lnTo>
                  <a:pt x="22341" y="46577"/>
                </a:lnTo>
                <a:close/>
                <a:moveTo>
                  <a:pt x="22341" y="46335"/>
                </a:moveTo>
                <a:lnTo>
                  <a:pt x="17784" y="46335"/>
                </a:lnTo>
                <a:lnTo>
                  <a:pt x="17784" y="41778"/>
                </a:lnTo>
                <a:lnTo>
                  <a:pt x="22341" y="41778"/>
                </a:lnTo>
                <a:close/>
                <a:moveTo>
                  <a:pt x="22341" y="41536"/>
                </a:moveTo>
                <a:lnTo>
                  <a:pt x="17784" y="41536"/>
                </a:lnTo>
                <a:lnTo>
                  <a:pt x="17784" y="36939"/>
                </a:lnTo>
                <a:lnTo>
                  <a:pt x="22341" y="36939"/>
                </a:lnTo>
                <a:close/>
                <a:moveTo>
                  <a:pt x="22341" y="36737"/>
                </a:moveTo>
                <a:lnTo>
                  <a:pt x="17784" y="36737"/>
                </a:lnTo>
                <a:lnTo>
                  <a:pt x="17784" y="32140"/>
                </a:lnTo>
                <a:lnTo>
                  <a:pt x="22341" y="32140"/>
                </a:lnTo>
                <a:close/>
                <a:moveTo>
                  <a:pt x="22341" y="31898"/>
                </a:moveTo>
                <a:lnTo>
                  <a:pt x="17784" y="31898"/>
                </a:lnTo>
                <a:lnTo>
                  <a:pt x="17784" y="27341"/>
                </a:lnTo>
                <a:lnTo>
                  <a:pt x="22341" y="27341"/>
                </a:lnTo>
                <a:close/>
                <a:moveTo>
                  <a:pt x="22341" y="27099"/>
                </a:moveTo>
                <a:lnTo>
                  <a:pt x="17784" y="27099"/>
                </a:lnTo>
                <a:lnTo>
                  <a:pt x="17784" y="22502"/>
                </a:lnTo>
                <a:lnTo>
                  <a:pt x="22341" y="22502"/>
                </a:lnTo>
                <a:close/>
                <a:moveTo>
                  <a:pt x="22341" y="22260"/>
                </a:moveTo>
                <a:lnTo>
                  <a:pt x="17784" y="22260"/>
                </a:lnTo>
                <a:lnTo>
                  <a:pt x="17784" y="17703"/>
                </a:lnTo>
                <a:lnTo>
                  <a:pt x="22341" y="17703"/>
                </a:lnTo>
                <a:close/>
                <a:moveTo>
                  <a:pt x="22341" y="17461"/>
                </a:moveTo>
                <a:lnTo>
                  <a:pt x="17784" y="17461"/>
                </a:lnTo>
                <a:lnTo>
                  <a:pt x="17784" y="12904"/>
                </a:lnTo>
                <a:lnTo>
                  <a:pt x="22341" y="12904"/>
                </a:lnTo>
                <a:close/>
                <a:moveTo>
                  <a:pt x="27139" y="84846"/>
                </a:moveTo>
                <a:lnTo>
                  <a:pt x="22583" y="84846"/>
                </a:lnTo>
                <a:lnTo>
                  <a:pt x="22583" y="80249"/>
                </a:lnTo>
                <a:lnTo>
                  <a:pt x="27139" y="80249"/>
                </a:lnTo>
                <a:close/>
                <a:moveTo>
                  <a:pt x="27139" y="80007"/>
                </a:moveTo>
                <a:lnTo>
                  <a:pt x="22583" y="80007"/>
                </a:lnTo>
                <a:lnTo>
                  <a:pt x="22583" y="75450"/>
                </a:lnTo>
                <a:lnTo>
                  <a:pt x="27139" y="75450"/>
                </a:lnTo>
                <a:close/>
                <a:moveTo>
                  <a:pt x="27139" y="75208"/>
                </a:moveTo>
                <a:lnTo>
                  <a:pt x="22583" y="75208"/>
                </a:lnTo>
                <a:lnTo>
                  <a:pt x="22583" y="70611"/>
                </a:lnTo>
                <a:lnTo>
                  <a:pt x="27139" y="70611"/>
                </a:lnTo>
                <a:close/>
                <a:moveTo>
                  <a:pt x="27139" y="70369"/>
                </a:moveTo>
                <a:lnTo>
                  <a:pt x="22583" y="70369"/>
                </a:lnTo>
                <a:lnTo>
                  <a:pt x="22583" y="65812"/>
                </a:lnTo>
                <a:lnTo>
                  <a:pt x="27139" y="65812"/>
                </a:lnTo>
                <a:close/>
                <a:moveTo>
                  <a:pt x="27139" y="65570"/>
                </a:moveTo>
                <a:lnTo>
                  <a:pt x="22583" y="65570"/>
                </a:lnTo>
                <a:lnTo>
                  <a:pt x="22583" y="61013"/>
                </a:lnTo>
                <a:lnTo>
                  <a:pt x="27139" y="61013"/>
                </a:lnTo>
                <a:close/>
                <a:moveTo>
                  <a:pt x="27139" y="60771"/>
                </a:moveTo>
                <a:lnTo>
                  <a:pt x="22583" y="60771"/>
                </a:lnTo>
                <a:lnTo>
                  <a:pt x="22583" y="56174"/>
                </a:lnTo>
                <a:lnTo>
                  <a:pt x="27139" y="56174"/>
                </a:lnTo>
                <a:close/>
                <a:moveTo>
                  <a:pt x="27139" y="55932"/>
                </a:moveTo>
                <a:lnTo>
                  <a:pt x="22583" y="55932"/>
                </a:lnTo>
                <a:lnTo>
                  <a:pt x="22583" y="51375"/>
                </a:lnTo>
                <a:lnTo>
                  <a:pt x="27139" y="51375"/>
                </a:lnTo>
                <a:close/>
                <a:moveTo>
                  <a:pt x="27139" y="51133"/>
                </a:moveTo>
                <a:lnTo>
                  <a:pt x="22583" y="51133"/>
                </a:lnTo>
                <a:lnTo>
                  <a:pt x="22583" y="46577"/>
                </a:lnTo>
                <a:lnTo>
                  <a:pt x="27139" y="46577"/>
                </a:lnTo>
                <a:close/>
                <a:moveTo>
                  <a:pt x="27139" y="46335"/>
                </a:moveTo>
                <a:lnTo>
                  <a:pt x="22583" y="46335"/>
                </a:lnTo>
                <a:lnTo>
                  <a:pt x="22583" y="41737"/>
                </a:lnTo>
                <a:lnTo>
                  <a:pt x="27139" y="41737"/>
                </a:lnTo>
                <a:close/>
                <a:moveTo>
                  <a:pt x="27139" y="41495"/>
                </a:moveTo>
                <a:lnTo>
                  <a:pt x="22583" y="41495"/>
                </a:lnTo>
                <a:lnTo>
                  <a:pt x="22583" y="36939"/>
                </a:lnTo>
                <a:lnTo>
                  <a:pt x="27139" y="36939"/>
                </a:lnTo>
                <a:close/>
                <a:moveTo>
                  <a:pt x="27139" y="36697"/>
                </a:moveTo>
                <a:lnTo>
                  <a:pt x="22583" y="36697"/>
                </a:lnTo>
                <a:lnTo>
                  <a:pt x="22583" y="32140"/>
                </a:lnTo>
                <a:lnTo>
                  <a:pt x="27139" y="32140"/>
                </a:lnTo>
                <a:close/>
                <a:moveTo>
                  <a:pt x="27139" y="31898"/>
                </a:moveTo>
                <a:lnTo>
                  <a:pt x="22583" y="31898"/>
                </a:lnTo>
                <a:lnTo>
                  <a:pt x="22583" y="27301"/>
                </a:lnTo>
                <a:lnTo>
                  <a:pt x="27139" y="27301"/>
                </a:lnTo>
                <a:close/>
                <a:moveTo>
                  <a:pt x="27139" y="27059"/>
                </a:moveTo>
                <a:lnTo>
                  <a:pt x="22583" y="27059"/>
                </a:lnTo>
                <a:lnTo>
                  <a:pt x="22583" y="22502"/>
                </a:lnTo>
                <a:lnTo>
                  <a:pt x="27139" y="22502"/>
                </a:lnTo>
                <a:close/>
                <a:moveTo>
                  <a:pt x="27139" y="22260"/>
                </a:moveTo>
                <a:lnTo>
                  <a:pt x="22583" y="22260"/>
                </a:lnTo>
                <a:lnTo>
                  <a:pt x="22583" y="17703"/>
                </a:lnTo>
                <a:lnTo>
                  <a:pt x="27139" y="17703"/>
                </a:lnTo>
                <a:close/>
                <a:moveTo>
                  <a:pt x="27139" y="17461"/>
                </a:moveTo>
                <a:lnTo>
                  <a:pt x="22583" y="17461"/>
                </a:lnTo>
                <a:lnTo>
                  <a:pt x="22583" y="12864"/>
                </a:lnTo>
                <a:lnTo>
                  <a:pt x="27139" y="12864"/>
                </a:lnTo>
                <a:close/>
                <a:moveTo>
                  <a:pt x="27139" y="12622"/>
                </a:moveTo>
                <a:lnTo>
                  <a:pt x="22583" y="12622"/>
                </a:lnTo>
                <a:lnTo>
                  <a:pt x="22583" y="8065"/>
                </a:lnTo>
                <a:lnTo>
                  <a:pt x="27139" y="8065"/>
                </a:lnTo>
                <a:close/>
                <a:moveTo>
                  <a:pt x="31979" y="84806"/>
                </a:moveTo>
                <a:lnTo>
                  <a:pt x="27381" y="84806"/>
                </a:lnTo>
                <a:lnTo>
                  <a:pt x="27381" y="80249"/>
                </a:lnTo>
                <a:lnTo>
                  <a:pt x="31979" y="80249"/>
                </a:lnTo>
                <a:close/>
                <a:moveTo>
                  <a:pt x="31979" y="80007"/>
                </a:moveTo>
                <a:lnTo>
                  <a:pt x="27381" y="80007"/>
                </a:lnTo>
                <a:lnTo>
                  <a:pt x="27381" y="75410"/>
                </a:lnTo>
                <a:lnTo>
                  <a:pt x="31979" y="75410"/>
                </a:lnTo>
                <a:close/>
                <a:moveTo>
                  <a:pt x="31979" y="75168"/>
                </a:moveTo>
                <a:lnTo>
                  <a:pt x="27381" y="75168"/>
                </a:lnTo>
                <a:lnTo>
                  <a:pt x="27381" y="70611"/>
                </a:lnTo>
                <a:lnTo>
                  <a:pt x="31979" y="70611"/>
                </a:lnTo>
                <a:close/>
                <a:moveTo>
                  <a:pt x="31979" y="70369"/>
                </a:moveTo>
                <a:lnTo>
                  <a:pt x="27381" y="70369"/>
                </a:lnTo>
                <a:lnTo>
                  <a:pt x="27381" y="65812"/>
                </a:lnTo>
                <a:lnTo>
                  <a:pt x="31979" y="65812"/>
                </a:lnTo>
                <a:close/>
                <a:moveTo>
                  <a:pt x="31979" y="65570"/>
                </a:moveTo>
                <a:lnTo>
                  <a:pt x="27381" y="65570"/>
                </a:lnTo>
                <a:lnTo>
                  <a:pt x="27381" y="60973"/>
                </a:lnTo>
                <a:lnTo>
                  <a:pt x="31979" y="60973"/>
                </a:lnTo>
                <a:close/>
                <a:moveTo>
                  <a:pt x="31979" y="60731"/>
                </a:moveTo>
                <a:lnTo>
                  <a:pt x="27381" y="60731"/>
                </a:lnTo>
                <a:lnTo>
                  <a:pt x="27381" y="56174"/>
                </a:lnTo>
                <a:lnTo>
                  <a:pt x="31979" y="56174"/>
                </a:lnTo>
                <a:close/>
                <a:moveTo>
                  <a:pt x="31979" y="55932"/>
                </a:moveTo>
                <a:lnTo>
                  <a:pt x="27381" y="55932"/>
                </a:lnTo>
                <a:lnTo>
                  <a:pt x="27381" y="51375"/>
                </a:lnTo>
                <a:lnTo>
                  <a:pt x="31979" y="51375"/>
                </a:lnTo>
                <a:close/>
                <a:moveTo>
                  <a:pt x="31979" y="51133"/>
                </a:moveTo>
                <a:lnTo>
                  <a:pt x="27381" y="51133"/>
                </a:lnTo>
                <a:lnTo>
                  <a:pt x="27381" y="46536"/>
                </a:lnTo>
                <a:lnTo>
                  <a:pt x="31979" y="46536"/>
                </a:lnTo>
                <a:close/>
                <a:moveTo>
                  <a:pt x="31979" y="46294"/>
                </a:moveTo>
                <a:lnTo>
                  <a:pt x="27381" y="46294"/>
                </a:lnTo>
                <a:lnTo>
                  <a:pt x="27381" y="41737"/>
                </a:lnTo>
                <a:lnTo>
                  <a:pt x="31979" y="41737"/>
                </a:lnTo>
                <a:close/>
                <a:moveTo>
                  <a:pt x="31979" y="41495"/>
                </a:moveTo>
                <a:lnTo>
                  <a:pt x="27381" y="41495"/>
                </a:lnTo>
                <a:lnTo>
                  <a:pt x="27381" y="36898"/>
                </a:lnTo>
                <a:lnTo>
                  <a:pt x="31979" y="36898"/>
                </a:lnTo>
                <a:close/>
                <a:moveTo>
                  <a:pt x="31979" y="36656"/>
                </a:moveTo>
                <a:lnTo>
                  <a:pt x="27381" y="36656"/>
                </a:lnTo>
                <a:lnTo>
                  <a:pt x="27381" y="32099"/>
                </a:lnTo>
                <a:lnTo>
                  <a:pt x="31979" y="32099"/>
                </a:lnTo>
                <a:close/>
                <a:moveTo>
                  <a:pt x="31979" y="31858"/>
                </a:moveTo>
                <a:lnTo>
                  <a:pt x="27381" y="31858"/>
                </a:lnTo>
                <a:lnTo>
                  <a:pt x="27381" y="27301"/>
                </a:lnTo>
                <a:lnTo>
                  <a:pt x="31979" y="27301"/>
                </a:lnTo>
                <a:close/>
                <a:moveTo>
                  <a:pt x="31979" y="27059"/>
                </a:moveTo>
                <a:lnTo>
                  <a:pt x="27381" y="27059"/>
                </a:lnTo>
                <a:lnTo>
                  <a:pt x="27381" y="22462"/>
                </a:lnTo>
                <a:lnTo>
                  <a:pt x="31979" y="22462"/>
                </a:lnTo>
                <a:close/>
                <a:moveTo>
                  <a:pt x="31979" y="22220"/>
                </a:moveTo>
                <a:lnTo>
                  <a:pt x="27381" y="22220"/>
                </a:lnTo>
                <a:lnTo>
                  <a:pt x="27381" y="17663"/>
                </a:lnTo>
                <a:lnTo>
                  <a:pt x="31979" y="17663"/>
                </a:lnTo>
                <a:close/>
                <a:moveTo>
                  <a:pt x="31979" y="17421"/>
                </a:moveTo>
                <a:lnTo>
                  <a:pt x="27381" y="17421"/>
                </a:lnTo>
                <a:lnTo>
                  <a:pt x="27381" y="12864"/>
                </a:lnTo>
                <a:lnTo>
                  <a:pt x="31979" y="12864"/>
                </a:lnTo>
                <a:close/>
                <a:moveTo>
                  <a:pt x="31979" y="12622"/>
                </a:moveTo>
                <a:lnTo>
                  <a:pt x="27381" y="12622"/>
                </a:lnTo>
                <a:lnTo>
                  <a:pt x="27381" y="8025"/>
                </a:lnTo>
                <a:lnTo>
                  <a:pt x="31979" y="8025"/>
                </a:lnTo>
                <a:close/>
                <a:moveTo>
                  <a:pt x="36777" y="89604"/>
                </a:moveTo>
                <a:lnTo>
                  <a:pt x="32220" y="89604"/>
                </a:lnTo>
                <a:lnTo>
                  <a:pt x="32220" y="85007"/>
                </a:lnTo>
                <a:lnTo>
                  <a:pt x="36777" y="85007"/>
                </a:lnTo>
                <a:close/>
                <a:moveTo>
                  <a:pt x="36777" y="84765"/>
                </a:moveTo>
                <a:lnTo>
                  <a:pt x="32220" y="84765"/>
                </a:lnTo>
                <a:lnTo>
                  <a:pt x="32220" y="80208"/>
                </a:lnTo>
                <a:lnTo>
                  <a:pt x="36777" y="80208"/>
                </a:lnTo>
                <a:close/>
                <a:moveTo>
                  <a:pt x="36777" y="79966"/>
                </a:moveTo>
                <a:lnTo>
                  <a:pt x="32220" y="79966"/>
                </a:lnTo>
                <a:lnTo>
                  <a:pt x="32220" y="75410"/>
                </a:lnTo>
                <a:lnTo>
                  <a:pt x="36777" y="75410"/>
                </a:lnTo>
                <a:close/>
                <a:moveTo>
                  <a:pt x="36777" y="75168"/>
                </a:moveTo>
                <a:lnTo>
                  <a:pt x="32220" y="75168"/>
                </a:lnTo>
                <a:lnTo>
                  <a:pt x="32220" y="70570"/>
                </a:lnTo>
                <a:lnTo>
                  <a:pt x="36777" y="70570"/>
                </a:lnTo>
                <a:close/>
                <a:moveTo>
                  <a:pt x="36777" y="70329"/>
                </a:moveTo>
                <a:lnTo>
                  <a:pt x="32220" y="70329"/>
                </a:lnTo>
                <a:lnTo>
                  <a:pt x="32220" y="65772"/>
                </a:lnTo>
                <a:lnTo>
                  <a:pt x="36777" y="65772"/>
                </a:lnTo>
                <a:close/>
                <a:moveTo>
                  <a:pt x="36777" y="65530"/>
                </a:moveTo>
                <a:lnTo>
                  <a:pt x="32220" y="65530"/>
                </a:lnTo>
                <a:lnTo>
                  <a:pt x="32220" y="60973"/>
                </a:lnTo>
                <a:lnTo>
                  <a:pt x="36777" y="60973"/>
                </a:lnTo>
                <a:close/>
                <a:moveTo>
                  <a:pt x="36777" y="60731"/>
                </a:moveTo>
                <a:lnTo>
                  <a:pt x="32220" y="60731"/>
                </a:lnTo>
                <a:lnTo>
                  <a:pt x="32220" y="56134"/>
                </a:lnTo>
                <a:lnTo>
                  <a:pt x="36777" y="56134"/>
                </a:lnTo>
                <a:close/>
                <a:moveTo>
                  <a:pt x="36777" y="55892"/>
                </a:moveTo>
                <a:lnTo>
                  <a:pt x="32220" y="55892"/>
                </a:lnTo>
                <a:lnTo>
                  <a:pt x="32220" y="51335"/>
                </a:lnTo>
                <a:lnTo>
                  <a:pt x="36777" y="51335"/>
                </a:lnTo>
                <a:close/>
                <a:moveTo>
                  <a:pt x="36777" y="51093"/>
                </a:moveTo>
                <a:lnTo>
                  <a:pt x="32220" y="51093"/>
                </a:lnTo>
                <a:lnTo>
                  <a:pt x="32220" y="46536"/>
                </a:lnTo>
                <a:lnTo>
                  <a:pt x="36777" y="46536"/>
                </a:lnTo>
                <a:close/>
                <a:moveTo>
                  <a:pt x="36777" y="46294"/>
                </a:moveTo>
                <a:lnTo>
                  <a:pt x="32220" y="46294"/>
                </a:lnTo>
                <a:lnTo>
                  <a:pt x="32220" y="41697"/>
                </a:lnTo>
                <a:lnTo>
                  <a:pt x="36777" y="41697"/>
                </a:lnTo>
                <a:close/>
                <a:moveTo>
                  <a:pt x="36777" y="41455"/>
                </a:moveTo>
                <a:lnTo>
                  <a:pt x="32220" y="41455"/>
                </a:lnTo>
                <a:lnTo>
                  <a:pt x="32220" y="36898"/>
                </a:lnTo>
                <a:lnTo>
                  <a:pt x="36777" y="36898"/>
                </a:lnTo>
                <a:close/>
                <a:moveTo>
                  <a:pt x="36777" y="36656"/>
                </a:moveTo>
                <a:lnTo>
                  <a:pt x="32220" y="36656"/>
                </a:lnTo>
                <a:lnTo>
                  <a:pt x="32220" y="32059"/>
                </a:lnTo>
                <a:lnTo>
                  <a:pt x="36777" y="32059"/>
                </a:lnTo>
                <a:close/>
                <a:moveTo>
                  <a:pt x="36777" y="31817"/>
                </a:moveTo>
                <a:lnTo>
                  <a:pt x="32220" y="31817"/>
                </a:lnTo>
                <a:lnTo>
                  <a:pt x="32220" y="27260"/>
                </a:lnTo>
                <a:lnTo>
                  <a:pt x="36777" y="27260"/>
                </a:lnTo>
                <a:close/>
                <a:moveTo>
                  <a:pt x="36777" y="27018"/>
                </a:moveTo>
                <a:lnTo>
                  <a:pt x="32220" y="27018"/>
                </a:lnTo>
                <a:lnTo>
                  <a:pt x="32220" y="22462"/>
                </a:lnTo>
                <a:lnTo>
                  <a:pt x="36777" y="22462"/>
                </a:lnTo>
                <a:close/>
                <a:moveTo>
                  <a:pt x="36777" y="22220"/>
                </a:moveTo>
                <a:lnTo>
                  <a:pt x="32220" y="22220"/>
                </a:lnTo>
                <a:lnTo>
                  <a:pt x="32220" y="17622"/>
                </a:lnTo>
                <a:lnTo>
                  <a:pt x="36777" y="17622"/>
                </a:lnTo>
                <a:close/>
                <a:moveTo>
                  <a:pt x="36777" y="17380"/>
                </a:moveTo>
                <a:lnTo>
                  <a:pt x="32220" y="17380"/>
                </a:lnTo>
                <a:lnTo>
                  <a:pt x="32220" y="12824"/>
                </a:lnTo>
                <a:lnTo>
                  <a:pt x="36777" y="12824"/>
                </a:lnTo>
                <a:close/>
                <a:moveTo>
                  <a:pt x="36777" y="12582"/>
                </a:moveTo>
                <a:lnTo>
                  <a:pt x="32220" y="12582"/>
                </a:lnTo>
                <a:lnTo>
                  <a:pt x="32220" y="8025"/>
                </a:lnTo>
                <a:lnTo>
                  <a:pt x="36777" y="8025"/>
                </a:lnTo>
                <a:close/>
                <a:moveTo>
                  <a:pt x="36777" y="7783"/>
                </a:moveTo>
                <a:lnTo>
                  <a:pt x="32220" y="7783"/>
                </a:lnTo>
                <a:lnTo>
                  <a:pt x="32220" y="3307"/>
                </a:lnTo>
                <a:lnTo>
                  <a:pt x="36777" y="3307"/>
                </a:lnTo>
                <a:lnTo>
                  <a:pt x="36777" y="7904"/>
                </a:lnTo>
                <a:close/>
                <a:moveTo>
                  <a:pt x="41616" y="89564"/>
                </a:moveTo>
                <a:lnTo>
                  <a:pt x="37019" y="89564"/>
                </a:lnTo>
                <a:lnTo>
                  <a:pt x="37019" y="85007"/>
                </a:lnTo>
                <a:lnTo>
                  <a:pt x="41616" y="85007"/>
                </a:lnTo>
                <a:close/>
                <a:moveTo>
                  <a:pt x="41616" y="84765"/>
                </a:moveTo>
                <a:lnTo>
                  <a:pt x="37019" y="84765"/>
                </a:lnTo>
                <a:lnTo>
                  <a:pt x="37019" y="80168"/>
                </a:lnTo>
                <a:lnTo>
                  <a:pt x="41616" y="80168"/>
                </a:lnTo>
                <a:close/>
                <a:moveTo>
                  <a:pt x="41616" y="79926"/>
                </a:moveTo>
                <a:lnTo>
                  <a:pt x="37019" y="79926"/>
                </a:lnTo>
                <a:lnTo>
                  <a:pt x="37019" y="75369"/>
                </a:lnTo>
                <a:lnTo>
                  <a:pt x="41616" y="75369"/>
                </a:lnTo>
                <a:close/>
                <a:moveTo>
                  <a:pt x="41616" y="75127"/>
                </a:moveTo>
                <a:lnTo>
                  <a:pt x="37019" y="75127"/>
                </a:lnTo>
                <a:lnTo>
                  <a:pt x="37019" y="70570"/>
                </a:lnTo>
                <a:lnTo>
                  <a:pt x="41616" y="70570"/>
                </a:lnTo>
                <a:close/>
                <a:moveTo>
                  <a:pt x="41616" y="70329"/>
                </a:moveTo>
                <a:lnTo>
                  <a:pt x="37019" y="70329"/>
                </a:lnTo>
                <a:lnTo>
                  <a:pt x="37019" y="65731"/>
                </a:lnTo>
                <a:lnTo>
                  <a:pt x="41616" y="65731"/>
                </a:lnTo>
                <a:close/>
                <a:moveTo>
                  <a:pt x="41616" y="65489"/>
                </a:moveTo>
                <a:lnTo>
                  <a:pt x="37019" y="65489"/>
                </a:lnTo>
                <a:lnTo>
                  <a:pt x="37019" y="60933"/>
                </a:lnTo>
                <a:lnTo>
                  <a:pt x="41616" y="60933"/>
                </a:lnTo>
                <a:close/>
                <a:moveTo>
                  <a:pt x="41616" y="60691"/>
                </a:moveTo>
                <a:lnTo>
                  <a:pt x="37019" y="60691"/>
                </a:lnTo>
                <a:lnTo>
                  <a:pt x="37019" y="56134"/>
                </a:lnTo>
                <a:lnTo>
                  <a:pt x="41616" y="56134"/>
                </a:lnTo>
                <a:close/>
                <a:moveTo>
                  <a:pt x="41616" y="55892"/>
                </a:moveTo>
                <a:lnTo>
                  <a:pt x="37019" y="55892"/>
                </a:lnTo>
                <a:lnTo>
                  <a:pt x="37019" y="51295"/>
                </a:lnTo>
                <a:lnTo>
                  <a:pt x="41616" y="51295"/>
                </a:lnTo>
                <a:close/>
                <a:moveTo>
                  <a:pt x="41616" y="51053"/>
                </a:moveTo>
                <a:lnTo>
                  <a:pt x="37019" y="51053"/>
                </a:lnTo>
                <a:lnTo>
                  <a:pt x="37019" y="46496"/>
                </a:lnTo>
                <a:lnTo>
                  <a:pt x="41616" y="46496"/>
                </a:lnTo>
                <a:close/>
                <a:moveTo>
                  <a:pt x="41616" y="46254"/>
                </a:moveTo>
                <a:lnTo>
                  <a:pt x="37019" y="46254"/>
                </a:lnTo>
                <a:lnTo>
                  <a:pt x="37019" y="41697"/>
                </a:lnTo>
                <a:lnTo>
                  <a:pt x="41616" y="41697"/>
                </a:lnTo>
                <a:close/>
                <a:moveTo>
                  <a:pt x="41616" y="41455"/>
                </a:moveTo>
                <a:lnTo>
                  <a:pt x="37019" y="41455"/>
                </a:lnTo>
                <a:lnTo>
                  <a:pt x="37019" y="36858"/>
                </a:lnTo>
                <a:lnTo>
                  <a:pt x="41616" y="36858"/>
                </a:lnTo>
                <a:close/>
                <a:moveTo>
                  <a:pt x="41616" y="36616"/>
                </a:moveTo>
                <a:lnTo>
                  <a:pt x="37019" y="36616"/>
                </a:lnTo>
                <a:lnTo>
                  <a:pt x="37019" y="32059"/>
                </a:lnTo>
                <a:lnTo>
                  <a:pt x="41616" y="32059"/>
                </a:lnTo>
                <a:close/>
                <a:moveTo>
                  <a:pt x="41616" y="31817"/>
                </a:moveTo>
                <a:lnTo>
                  <a:pt x="37019" y="31817"/>
                </a:lnTo>
                <a:lnTo>
                  <a:pt x="37019" y="27220"/>
                </a:lnTo>
                <a:lnTo>
                  <a:pt x="41616" y="27220"/>
                </a:lnTo>
                <a:close/>
                <a:moveTo>
                  <a:pt x="41616" y="26978"/>
                </a:moveTo>
                <a:lnTo>
                  <a:pt x="37019" y="26978"/>
                </a:lnTo>
                <a:lnTo>
                  <a:pt x="37019" y="22421"/>
                </a:lnTo>
                <a:lnTo>
                  <a:pt x="41616" y="22421"/>
                </a:lnTo>
                <a:close/>
                <a:moveTo>
                  <a:pt x="41616" y="22179"/>
                </a:moveTo>
                <a:lnTo>
                  <a:pt x="37019" y="22179"/>
                </a:lnTo>
                <a:lnTo>
                  <a:pt x="37019" y="17622"/>
                </a:lnTo>
                <a:lnTo>
                  <a:pt x="41616" y="17622"/>
                </a:lnTo>
                <a:close/>
                <a:moveTo>
                  <a:pt x="41616" y="17380"/>
                </a:moveTo>
                <a:lnTo>
                  <a:pt x="37019" y="17380"/>
                </a:lnTo>
                <a:lnTo>
                  <a:pt x="37019" y="12783"/>
                </a:lnTo>
                <a:lnTo>
                  <a:pt x="41616" y="12783"/>
                </a:lnTo>
                <a:close/>
                <a:moveTo>
                  <a:pt x="41616" y="12541"/>
                </a:moveTo>
                <a:lnTo>
                  <a:pt x="37019" y="12541"/>
                </a:lnTo>
                <a:lnTo>
                  <a:pt x="37019" y="7985"/>
                </a:lnTo>
                <a:lnTo>
                  <a:pt x="41616" y="7985"/>
                </a:lnTo>
                <a:close/>
                <a:moveTo>
                  <a:pt x="41616" y="7743"/>
                </a:moveTo>
                <a:lnTo>
                  <a:pt x="37019" y="7743"/>
                </a:lnTo>
                <a:lnTo>
                  <a:pt x="37019" y="3307"/>
                </a:lnTo>
                <a:lnTo>
                  <a:pt x="41616" y="3307"/>
                </a:lnTo>
                <a:lnTo>
                  <a:pt x="41616" y="7904"/>
                </a:lnTo>
                <a:close/>
                <a:moveTo>
                  <a:pt x="46415" y="89564"/>
                </a:moveTo>
                <a:lnTo>
                  <a:pt x="41858" y="89564"/>
                </a:lnTo>
                <a:lnTo>
                  <a:pt x="41858" y="84967"/>
                </a:lnTo>
                <a:lnTo>
                  <a:pt x="46415" y="84967"/>
                </a:lnTo>
                <a:close/>
                <a:moveTo>
                  <a:pt x="46415" y="84725"/>
                </a:moveTo>
                <a:lnTo>
                  <a:pt x="41858" y="84725"/>
                </a:lnTo>
                <a:lnTo>
                  <a:pt x="41858" y="80168"/>
                </a:lnTo>
                <a:lnTo>
                  <a:pt x="46415" y="80168"/>
                </a:lnTo>
                <a:close/>
                <a:moveTo>
                  <a:pt x="46415" y="79926"/>
                </a:moveTo>
                <a:lnTo>
                  <a:pt x="41858" y="79926"/>
                </a:lnTo>
                <a:lnTo>
                  <a:pt x="41858" y="75329"/>
                </a:lnTo>
                <a:lnTo>
                  <a:pt x="46415" y="75329"/>
                </a:lnTo>
                <a:close/>
                <a:moveTo>
                  <a:pt x="46415" y="75087"/>
                </a:moveTo>
                <a:lnTo>
                  <a:pt x="41858" y="75087"/>
                </a:lnTo>
                <a:lnTo>
                  <a:pt x="41858" y="70530"/>
                </a:lnTo>
                <a:lnTo>
                  <a:pt x="46415" y="70530"/>
                </a:lnTo>
                <a:close/>
                <a:moveTo>
                  <a:pt x="46415" y="70288"/>
                </a:moveTo>
                <a:lnTo>
                  <a:pt x="41858" y="70288"/>
                </a:lnTo>
                <a:lnTo>
                  <a:pt x="41858" y="65731"/>
                </a:lnTo>
                <a:lnTo>
                  <a:pt x="46415" y="65731"/>
                </a:lnTo>
                <a:close/>
                <a:moveTo>
                  <a:pt x="46415" y="65489"/>
                </a:moveTo>
                <a:lnTo>
                  <a:pt x="41858" y="65489"/>
                </a:lnTo>
                <a:lnTo>
                  <a:pt x="41858" y="60892"/>
                </a:lnTo>
                <a:lnTo>
                  <a:pt x="46415" y="60892"/>
                </a:lnTo>
                <a:close/>
                <a:moveTo>
                  <a:pt x="46415" y="60650"/>
                </a:moveTo>
                <a:lnTo>
                  <a:pt x="41858" y="60650"/>
                </a:lnTo>
                <a:lnTo>
                  <a:pt x="41858" y="56093"/>
                </a:lnTo>
                <a:lnTo>
                  <a:pt x="46415" y="56093"/>
                </a:lnTo>
                <a:close/>
                <a:moveTo>
                  <a:pt x="46415" y="55851"/>
                </a:moveTo>
                <a:lnTo>
                  <a:pt x="41858" y="55851"/>
                </a:lnTo>
                <a:lnTo>
                  <a:pt x="41858" y="51295"/>
                </a:lnTo>
                <a:lnTo>
                  <a:pt x="46415" y="51295"/>
                </a:lnTo>
                <a:close/>
                <a:moveTo>
                  <a:pt x="46415" y="51053"/>
                </a:moveTo>
                <a:lnTo>
                  <a:pt x="41858" y="51053"/>
                </a:lnTo>
                <a:lnTo>
                  <a:pt x="41858" y="46456"/>
                </a:lnTo>
                <a:lnTo>
                  <a:pt x="46415" y="46456"/>
                </a:lnTo>
                <a:close/>
                <a:moveTo>
                  <a:pt x="46415" y="46214"/>
                </a:moveTo>
                <a:lnTo>
                  <a:pt x="41858" y="46214"/>
                </a:lnTo>
                <a:lnTo>
                  <a:pt x="41858" y="41657"/>
                </a:lnTo>
                <a:lnTo>
                  <a:pt x="46415" y="41657"/>
                </a:lnTo>
                <a:close/>
                <a:moveTo>
                  <a:pt x="46415" y="41415"/>
                </a:moveTo>
                <a:lnTo>
                  <a:pt x="41858" y="41415"/>
                </a:lnTo>
                <a:lnTo>
                  <a:pt x="41858" y="36858"/>
                </a:lnTo>
                <a:lnTo>
                  <a:pt x="46415" y="36858"/>
                </a:lnTo>
                <a:close/>
                <a:moveTo>
                  <a:pt x="46415" y="36616"/>
                </a:moveTo>
                <a:lnTo>
                  <a:pt x="41858" y="36616"/>
                </a:lnTo>
                <a:lnTo>
                  <a:pt x="41858" y="32019"/>
                </a:lnTo>
                <a:lnTo>
                  <a:pt x="46415" y="32019"/>
                </a:lnTo>
                <a:close/>
                <a:moveTo>
                  <a:pt x="46415" y="31777"/>
                </a:moveTo>
                <a:lnTo>
                  <a:pt x="41858" y="31777"/>
                </a:lnTo>
                <a:lnTo>
                  <a:pt x="41858" y="27220"/>
                </a:lnTo>
                <a:lnTo>
                  <a:pt x="46415" y="27220"/>
                </a:lnTo>
                <a:close/>
                <a:moveTo>
                  <a:pt x="46415" y="26978"/>
                </a:moveTo>
                <a:lnTo>
                  <a:pt x="41858" y="26978"/>
                </a:lnTo>
                <a:lnTo>
                  <a:pt x="41858" y="22381"/>
                </a:lnTo>
                <a:lnTo>
                  <a:pt x="46415" y="22381"/>
                </a:lnTo>
                <a:close/>
                <a:moveTo>
                  <a:pt x="46415" y="22139"/>
                </a:moveTo>
                <a:lnTo>
                  <a:pt x="41858" y="22139"/>
                </a:lnTo>
                <a:lnTo>
                  <a:pt x="41858" y="17582"/>
                </a:lnTo>
                <a:lnTo>
                  <a:pt x="46415" y="17582"/>
                </a:lnTo>
                <a:close/>
                <a:moveTo>
                  <a:pt x="46415" y="17340"/>
                </a:moveTo>
                <a:lnTo>
                  <a:pt x="41858" y="17340"/>
                </a:lnTo>
                <a:lnTo>
                  <a:pt x="41858" y="12783"/>
                </a:lnTo>
                <a:lnTo>
                  <a:pt x="46415" y="12783"/>
                </a:lnTo>
                <a:close/>
                <a:moveTo>
                  <a:pt x="46415" y="12541"/>
                </a:moveTo>
                <a:lnTo>
                  <a:pt x="41858" y="12541"/>
                </a:lnTo>
                <a:lnTo>
                  <a:pt x="41858" y="7944"/>
                </a:lnTo>
                <a:lnTo>
                  <a:pt x="46415" y="7944"/>
                </a:lnTo>
                <a:close/>
                <a:moveTo>
                  <a:pt x="46415" y="7702"/>
                </a:moveTo>
                <a:lnTo>
                  <a:pt x="41858" y="7702"/>
                </a:lnTo>
                <a:lnTo>
                  <a:pt x="41858" y="3307"/>
                </a:lnTo>
                <a:lnTo>
                  <a:pt x="46415" y="3307"/>
                </a:lnTo>
                <a:lnTo>
                  <a:pt x="46415" y="7904"/>
                </a:lnTo>
                <a:close/>
                <a:moveTo>
                  <a:pt x="51214" y="89524"/>
                </a:moveTo>
                <a:lnTo>
                  <a:pt x="46657" y="89524"/>
                </a:lnTo>
                <a:lnTo>
                  <a:pt x="46657" y="84967"/>
                </a:lnTo>
                <a:lnTo>
                  <a:pt x="51214" y="84967"/>
                </a:lnTo>
                <a:close/>
                <a:moveTo>
                  <a:pt x="51214" y="84685"/>
                </a:moveTo>
                <a:lnTo>
                  <a:pt x="46657" y="84685"/>
                </a:lnTo>
                <a:lnTo>
                  <a:pt x="46657" y="80128"/>
                </a:lnTo>
                <a:lnTo>
                  <a:pt x="51214" y="80128"/>
                </a:lnTo>
                <a:close/>
                <a:moveTo>
                  <a:pt x="51214" y="79886"/>
                </a:moveTo>
                <a:lnTo>
                  <a:pt x="46657" y="79886"/>
                </a:lnTo>
                <a:lnTo>
                  <a:pt x="46657" y="75329"/>
                </a:lnTo>
                <a:lnTo>
                  <a:pt x="51214" y="75329"/>
                </a:lnTo>
                <a:close/>
                <a:moveTo>
                  <a:pt x="51214" y="75087"/>
                </a:moveTo>
                <a:lnTo>
                  <a:pt x="46657" y="75087"/>
                </a:lnTo>
                <a:lnTo>
                  <a:pt x="46657" y="70490"/>
                </a:lnTo>
                <a:lnTo>
                  <a:pt x="51214" y="70490"/>
                </a:lnTo>
                <a:close/>
                <a:moveTo>
                  <a:pt x="51214" y="70248"/>
                </a:moveTo>
                <a:lnTo>
                  <a:pt x="46657" y="70248"/>
                </a:lnTo>
                <a:lnTo>
                  <a:pt x="46657" y="65691"/>
                </a:lnTo>
                <a:lnTo>
                  <a:pt x="51214" y="65691"/>
                </a:lnTo>
                <a:close/>
                <a:moveTo>
                  <a:pt x="51214" y="65449"/>
                </a:moveTo>
                <a:lnTo>
                  <a:pt x="46657" y="65449"/>
                </a:lnTo>
                <a:lnTo>
                  <a:pt x="46657" y="60892"/>
                </a:lnTo>
                <a:lnTo>
                  <a:pt x="51214" y="60892"/>
                </a:lnTo>
                <a:close/>
                <a:moveTo>
                  <a:pt x="51214" y="60650"/>
                </a:moveTo>
                <a:lnTo>
                  <a:pt x="46657" y="60650"/>
                </a:lnTo>
                <a:lnTo>
                  <a:pt x="46657" y="56053"/>
                </a:lnTo>
                <a:lnTo>
                  <a:pt x="51214" y="56053"/>
                </a:lnTo>
                <a:close/>
                <a:moveTo>
                  <a:pt x="51214" y="55811"/>
                </a:moveTo>
                <a:lnTo>
                  <a:pt x="46657" y="55811"/>
                </a:lnTo>
                <a:lnTo>
                  <a:pt x="46657" y="51254"/>
                </a:lnTo>
                <a:lnTo>
                  <a:pt x="51214" y="51254"/>
                </a:lnTo>
                <a:close/>
                <a:moveTo>
                  <a:pt x="51214" y="51012"/>
                </a:moveTo>
                <a:lnTo>
                  <a:pt x="46657" y="51012"/>
                </a:lnTo>
                <a:lnTo>
                  <a:pt x="46657" y="46456"/>
                </a:lnTo>
                <a:lnTo>
                  <a:pt x="51214" y="46456"/>
                </a:lnTo>
                <a:close/>
                <a:moveTo>
                  <a:pt x="51214" y="46214"/>
                </a:moveTo>
                <a:lnTo>
                  <a:pt x="46657" y="46214"/>
                </a:lnTo>
                <a:lnTo>
                  <a:pt x="46657" y="41616"/>
                </a:lnTo>
                <a:lnTo>
                  <a:pt x="51214" y="41616"/>
                </a:lnTo>
                <a:close/>
                <a:moveTo>
                  <a:pt x="51214" y="41374"/>
                </a:moveTo>
                <a:lnTo>
                  <a:pt x="46657" y="41374"/>
                </a:lnTo>
                <a:lnTo>
                  <a:pt x="46657" y="36818"/>
                </a:lnTo>
                <a:lnTo>
                  <a:pt x="51214" y="36818"/>
                </a:lnTo>
                <a:close/>
                <a:moveTo>
                  <a:pt x="51214" y="36576"/>
                </a:moveTo>
                <a:lnTo>
                  <a:pt x="46657" y="36576"/>
                </a:lnTo>
                <a:lnTo>
                  <a:pt x="46657" y="32019"/>
                </a:lnTo>
                <a:lnTo>
                  <a:pt x="51214" y="32019"/>
                </a:lnTo>
                <a:close/>
                <a:moveTo>
                  <a:pt x="51214" y="31777"/>
                </a:moveTo>
                <a:lnTo>
                  <a:pt x="46657" y="31777"/>
                </a:lnTo>
                <a:lnTo>
                  <a:pt x="46657" y="27180"/>
                </a:lnTo>
                <a:lnTo>
                  <a:pt x="51214" y="27180"/>
                </a:lnTo>
                <a:close/>
                <a:moveTo>
                  <a:pt x="51214" y="26938"/>
                </a:moveTo>
                <a:lnTo>
                  <a:pt x="46657" y="26938"/>
                </a:lnTo>
                <a:lnTo>
                  <a:pt x="46657" y="22381"/>
                </a:lnTo>
                <a:lnTo>
                  <a:pt x="51214" y="22381"/>
                </a:lnTo>
                <a:close/>
                <a:moveTo>
                  <a:pt x="51214" y="22139"/>
                </a:moveTo>
                <a:lnTo>
                  <a:pt x="46657" y="22139"/>
                </a:lnTo>
                <a:lnTo>
                  <a:pt x="46657" y="17582"/>
                </a:lnTo>
                <a:lnTo>
                  <a:pt x="51214" y="17582"/>
                </a:lnTo>
                <a:close/>
                <a:moveTo>
                  <a:pt x="51214" y="17340"/>
                </a:moveTo>
                <a:lnTo>
                  <a:pt x="46657" y="17340"/>
                </a:lnTo>
                <a:lnTo>
                  <a:pt x="46657" y="12743"/>
                </a:lnTo>
                <a:lnTo>
                  <a:pt x="51214" y="12743"/>
                </a:lnTo>
                <a:close/>
                <a:moveTo>
                  <a:pt x="51214" y="12501"/>
                </a:moveTo>
                <a:lnTo>
                  <a:pt x="46657" y="12501"/>
                </a:lnTo>
                <a:lnTo>
                  <a:pt x="46657" y="7944"/>
                </a:lnTo>
                <a:lnTo>
                  <a:pt x="51214" y="7944"/>
                </a:lnTo>
                <a:close/>
                <a:moveTo>
                  <a:pt x="51214" y="7702"/>
                </a:moveTo>
                <a:lnTo>
                  <a:pt x="46657" y="7702"/>
                </a:lnTo>
                <a:lnTo>
                  <a:pt x="46657" y="3307"/>
                </a:lnTo>
                <a:lnTo>
                  <a:pt x="51214" y="3307"/>
                </a:lnTo>
                <a:lnTo>
                  <a:pt x="51214" y="7904"/>
                </a:lnTo>
                <a:close/>
                <a:moveTo>
                  <a:pt x="56053" y="89483"/>
                </a:moveTo>
                <a:lnTo>
                  <a:pt x="51456" y="89483"/>
                </a:lnTo>
                <a:lnTo>
                  <a:pt x="51456" y="84927"/>
                </a:lnTo>
                <a:lnTo>
                  <a:pt x="56053" y="84927"/>
                </a:lnTo>
                <a:close/>
                <a:moveTo>
                  <a:pt x="56053" y="84685"/>
                </a:moveTo>
                <a:lnTo>
                  <a:pt x="51456" y="84685"/>
                </a:lnTo>
                <a:lnTo>
                  <a:pt x="51456" y="80087"/>
                </a:lnTo>
                <a:lnTo>
                  <a:pt x="56053" y="80087"/>
                </a:lnTo>
                <a:close/>
                <a:moveTo>
                  <a:pt x="56053" y="79845"/>
                </a:moveTo>
                <a:lnTo>
                  <a:pt x="51456" y="79845"/>
                </a:lnTo>
                <a:lnTo>
                  <a:pt x="51456" y="75289"/>
                </a:lnTo>
                <a:lnTo>
                  <a:pt x="56053" y="75289"/>
                </a:lnTo>
                <a:close/>
                <a:moveTo>
                  <a:pt x="56053" y="75047"/>
                </a:moveTo>
                <a:lnTo>
                  <a:pt x="51456" y="75047"/>
                </a:lnTo>
                <a:lnTo>
                  <a:pt x="51456" y="70490"/>
                </a:lnTo>
                <a:lnTo>
                  <a:pt x="56053" y="70490"/>
                </a:lnTo>
                <a:close/>
                <a:moveTo>
                  <a:pt x="56053" y="70248"/>
                </a:moveTo>
                <a:lnTo>
                  <a:pt x="51456" y="70248"/>
                </a:lnTo>
                <a:lnTo>
                  <a:pt x="51456" y="65651"/>
                </a:lnTo>
                <a:lnTo>
                  <a:pt x="56053" y="65651"/>
                </a:lnTo>
                <a:close/>
                <a:moveTo>
                  <a:pt x="56053" y="65409"/>
                </a:moveTo>
                <a:lnTo>
                  <a:pt x="51456" y="65409"/>
                </a:lnTo>
                <a:lnTo>
                  <a:pt x="51456" y="60852"/>
                </a:lnTo>
                <a:lnTo>
                  <a:pt x="56053" y="60852"/>
                </a:lnTo>
                <a:close/>
                <a:moveTo>
                  <a:pt x="56053" y="60610"/>
                </a:moveTo>
                <a:lnTo>
                  <a:pt x="51456" y="60610"/>
                </a:lnTo>
                <a:lnTo>
                  <a:pt x="51456" y="56053"/>
                </a:lnTo>
                <a:lnTo>
                  <a:pt x="56053" y="56053"/>
                </a:lnTo>
                <a:close/>
                <a:moveTo>
                  <a:pt x="56053" y="55811"/>
                </a:moveTo>
                <a:lnTo>
                  <a:pt x="51456" y="55811"/>
                </a:lnTo>
                <a:lnTo>
                  <a:pt x="51456" y="51214"/>
                </a:lnTo>
                <a:lnTo>
                  <a:pt x="56053" y="51214"/>
                </a:lnTo>
                <a:close/>
                <a:moveTo>
                  <a:pt x="56053" y="50972"/>
                </a:moveTo>
                <a:lnTo>
                  <a:pt x="51456" y="50972"/>
                </a:lnTo>
                <a:lnTo>
                  <a:pt x="51456" y="46415"/>
                </a:lnTo>
                <a:lnTo>
                  <a:pt x="56053" y="46415"/>
                </a:lnTo>
                <a:close/>
                <a:moveTo>
                  <a:pt x="56053" y="46173"/>
                </a:moveTo>
                <a:lnTo>
                  <a:pt x="51456" y="46173"/>
                </a:lnTo>
                <a:lnTo>
                  <a:pt x="51456" y="41616"/>
                </a:lnTo>
                <a:lnTo>
                  <a:pt x="56053" y="41616"/>
                </a:lnTo>
                <a:close/>
                <a:moveTo>
                  <a:pt x="56053" y="41374"/>
                </a:moveTo>
                <a:lnTo>
                  <a:pt x="51456" y="41374"/>
                </a:lnTo>
                <a:lnTo>
                  <a:pt x="51456" y="36777"/>
                </a:lnTo>
                <a:lnTo>
                  <a:pt x="56053" y="36777"/>
                </a:lnTo>
                <a:close/>
                <a:moveTo>
                  <a:pt x="56053" y="36535"/>
                </a:moveTo>
                <a:lnTo>
                  <a:pt x="51456" y="36535"/>
                </a:lnTo>
                <a:lnTo>
                  <a:pt x="51456" y="31978"/>
                </a:lnTo>
                <a:lnTo>
                  <a:pt x="56053" y="31978"/>
                </a:lnTo>
                <a:close/>
                <a:moveTo>
                  <a:pt x="56053" y="31737"/>
                </a:moveTo>
                <a:lnTo>
                  <a:pt x="51456" y="31737"/>
                </a:lnTo>
                <a:lnTo>
                  <a:pt x="51456" y="27180"/>
                </a:lnTo>
                <a:lnTo>
                  <a:pt x="56053" y="27180"/>
                </a:lnTo>
                <a:close/>
                <a:moveTo>
                  <a:pt x="56053" y="26938"/>
                </a:moveTo>
                <a:lnTo>
                  <a:pt x="51456" y="26938"/>
                </a:lnTo>
                <a:lnTo>
                  <a:pt x="51456" y="22341"/>
                </a:lnTo>
                <a:lnTo>
                  <a:pt x="56053" y="22341"/>
                </a:lnTo>
                <a:close/>
                <a:moveTo>
                  <a:pt x="56053" y="22099"/>
                </a:moveTo>
                <a:lnTo>
                  <a:pt x="51456" y="22099"/>
                </a:lnTo>
                <a:lnTo>
                  <a:pt x="51456" y="17542"/>
                </a:lnTo>
                <a:lnTo>
                  <a:pt x="56053" y="17542"/>
                </a:lnTo>
                <a:close/>
                <a:moveTo>
                  <a:pt x="56053" y="17300"/>
                </a:moveTo>
                <a:lnTo>
                  <a:pt x="51456" y="17300"/>
                </a:lnTo>
                <a:lnTo>
                  <a:pt x="51456" y="12743"/>
                </a:lnTo>
                <a:lnTo>
                  <a:pt x="56053" y="12743"/>
                </a:lnTo>
                <a:close/>
                <a:moveTo>
                  <a:pt x="56053" y="12501"/>
                </a:moveTo>
                <a:lnTo>
                  <a:pt x="51456" y="12501"/>
                </a:lnTo>
                <a:lnTo>
                  <a:pt x="51456" y="7904"/>
                </a:lnTo>
                <a:lnTo>
                  <a:pt x="56053" y="7904"/>
                </a:lnTo>
                <a:close/>
                <a:moveTo>
                  <a:pt x="56053" y="7662"/>
                </a:moveTo>
                <a:lnTo>
                  <a:pt x="51456" y="7662"/>
                </a:lnTo>
                <a:lnTo>
                  <a:pt x="51456" y="3307"/>
                </a:lnTo>
                <a:lnTo>
                  <a:pt x="56053" y="3307"/>
                </a:lnTo>
                <a:lnTo>
                  <a:pt x="56053" y="7904"/>
                </a:lnTo>
                <a:close/>
                <a:moveTo>
                  <a:pt x="60852" y="89483"/>
                </a:moveTo>
                <a:lnTo>
                  <a:pt x="56295" y="89483"/>
                </a:lnTo>
                <a:lnTo>
                  <a:pt x="56295" y="84886"/>
                </a:lnTo>
                <a:lnTo>
                  <a:pt x="60852" y="84886"/>
                </a:lnTo>
                <a:close/>
                <a:moveTo>
                  <a:pt x="60852" y="84644"/>
                </a:moveTo>
                <a:lnTo>
                  <a:pt x="56295" y="84644"/>
                </a:lnTo>
                <a:lnTo>
                  <a:pt x="56295" y="80087"/>
                </a:lnTo>
                <a:lnTo>
                  <a:pt x="60852" y="80087"/>
                </a:lnTo>
                <a:close/>
                <a:moveTo>
                  <a:pt x="60852" y="79845"/>
                </a:moveTo>
                <a:lnTo>
                  <a:pt x="56295" y="79845"/>
                </a:lnTo>
                <a:lnTo>
                  <a:pt x="56295" y="75248"/>
                </a:lnTo>
                <a:lnTo>
                  <a:pt x="60852" y="75248"/>
                </a:lnTo>
                <a:close/>
                <a:moveTo>
                  <a:pt x="60852" y="75006"/>
                </a:moveTo>
                <a:lnTo>
                  <a:pt x="56295" y="75006"/>
                </a:lnTo>
                <a:lnTo>
                  <a:pt x="56295" y="70449"/>
                </a:lnTo>
                <a:lnTo>
                  <a:pt x="60852" y="70449"/>
                </a:lnTo>
                <a:close/>
                <a:moveTo>
                  <a:pt x="60852" y="70208"/>
                </a:moveTo>
                <a:lnTo>
                  <a:pt x="56295" y="70208"/>
                </a:lnTo>
                <a:lnTo>
                  <a:pt x="56295" y="65651"/>
                </a:lnTo>
                <a:lnTo>
                  <a:pt x="60852" y="65651"/>
                </a:lnTo>
                <a:close/>
                <a:moveTo>
                  <a:pt x="60852" y="65409"/>
                </a:moveTo>
                <a:lnTo>
                  <a:pt x="56295" y="65409"/>
                </a:lnTo>
                <a:lnTo>
                  <a:pt x="56295" y="60812"/>
                </a:lnTo>
                <a:lnTo>
                  <a:pt x="60852" y="60812"/>
                </a:lnTo>
                <a:close/>
                <a:moveTo>
                  <a:pt x="60852" y="60570"/>
                </a:moveTo>
                <a:lnTo>
                  <a:pt x="56295" y="60570"/>
                </a:lnTo>
                <a:lnTo>
                  <a:pt x="56295" y="56013"/>
                </a:lnTo>
                <a:lnTo>
                  <a:pt x="60852" y="56013"/>
                </a:lnTo>
                <a:close/>
                <a:moveTo>
                  <a:pt x="60852" y="55771"/>
                </a:moveTo>
                <a:lnTo>
                  <a:pt x="56295" y="55771"/>
                </a:lnTo>
                <a:lnTo>
                  <a:pt x="56295" y="51214"/>
                </a:lnTo>
                <a:lnTo>
                  <a:pt x="60852" y="51214"/>
                </a:lnTo>
                <a:close/>
                <a:moveTo>
                  <a:pt x="60852" y="50972"/>
                </a:moveTo>
                <a:lnTo>
                  <a:pt x="56295" y="50972"/>
                </a:lnTo>
                <a:lnTo>
                  <a:pt x="56295" y="46375"/>
                </a:lnTo>
                <a:lnTo>
                  <a:pt x="60852" y="46375"/>
                </a:lnTo>
                <a:close/>
                <a:moveTo>
                  <a:pt x="60852" y="46133"/>
                </a:moveTo>
                <a:lnTo>
                  <a:pt x="56295" y="46133"/>
                </a:lnTo>
                <a:lnTo>
                  <a:pt x="56295" y="41576"/>
                </a:lnTo>
                <a:lnTo>
                  <a:pt x="60852" y="41576"/>
                </a:lnTo>
                <a:close/>
                <a:moveTo>
                  <a:pt x="60852" y="41334"/>
                </a:moveTo>
                <a:lnTo>
                  <a:pt x="56295" y="41334"/>
                </a:lnTo>
                <a:lnTo>
                  <a:pt x="56295" y="36777"/>
                </a:lnTo>
                <a:lnTo>
                  <a:pt x="60852" y="36777"/>
                </a:lnTo>
                <a:close/>
                <a:moveTo>
                  <a:pt x="60852" y="36535"/>
                </a:moveTo>
                <a:lnTo>
                  <a:pt x="56295" y="36535"/>
                </a:lnTo>
                <a:lnTo>
                  <a:pt x="56295" y="31938"/>
                </a:lnTo>
                <a:lnTo>
                  <a:pt x="60852" y="31938"/>
                </a:lnTo>
                <a:close/>
                <a:moveTo>
                  <a:pt x="60852" y="31696"/>
                </a:moveTo>
                <a:lnTo>
                  <a:pt x="56295" y="31696"/>
                </a:lnTo>
                <a:lnTo>
                  <a:pt x="56295" y="27139"/>
                </a:lnTo>
                <a:lnTo>
                  <a:pt x="60852" y="27139"/>
                </a:lnTo>
                <a:close/>
                <a:moveTo>
                  <a:pt x="60852" y="26897"/>
                </a:moveTo>
                <a:lnTo>
                  <a:pt x="56295" y="26897"/>
                </a:lnTo>
                <a:lnTo>
                  <a:pt x="56295" y="22341"/>
                </a:lnTo>
                <a:lnTo>
                  <a:pt x="60852" y="22341"/>
                </a:lnTo>
                <a:close/>
                <a:moveTo>
                  <a:pt x="60852" y="22099"/>
                </a:moveTo>
                <a:lnTo>
                  <a:pt x="56295" y="22099"/>
                </a:lnTo>
                <a:lnTo>
                  <a:pt x="56295" y="17501"/>
                </a:lnTo>
                <a:lnTo>
                  <a:pt x="60852" y="17501"/>
                </a:lnTo>
                <a:close/>
                <a:moveTo>
                  <a:pt x="60852" y="17260"/>
                </a:moveTo>
                <a:lnTo>
                  <a:pt x="56295" y="17260"/>
                </a:lnTo>
                <a:lnTo>
                  <a:pt x="56295" y="12703"/>
                </a:lnTo>
                <a:lnTo>
                  <a:pt x="60852" y="12703"/>
                </a:lnTo>
                <a:close/>
                <a:moveTo>
                  <a:pt x="60852" y="12461"/>
                </a:moveTo>
                <a:lnTo>
                  <a:pt x="56295" y="12461"/>
                </a:lnTo>
                <a:lnTo>
                  <a:pt x="56295" y="7904"/>
                </a:lnTo>
                <a:lnTo>
                  <a:pt x="60852" y="7904"/>
                </a:lnTo>
                <a:close/>
                <a:moveTo>
                  <a:pt x="60852" y="7662"/>
                </a:moveTo>
                <a:lnTo>
                  <a:pt x="56295" y="7662"/>
                </a:lnTo>
                <a:lnTo>
                  <a:pt x="56295" y="3307"/>
                </a:lnTo>
                <a:lnTo>
                  <a:pt x="60852" y="3307"/>
                </a:lnTo>
                <a:lnTo>
                  <a:pt x="60852" y="7904"/>
                </a:lnTo>
                <a:close/>
                <a:moveTo>
                  <a:pt x="65651" y="84644"/>
                </a:moveTo>
                <a:lnTo>
                  <a:pt x="61094" y="84644"/>
                </a:lnTo>
                <a:lnTo>
                  <a:pt x="61094" y="80047"/>
                </a:lnTo>
                <a:lnTo>
                  <a:pt x="65651" y="80047"/>
                </a:lnTo>
                <a:close/>
                <a:moveTo>
                  <a:pt x="65651" y="79805"/>
                </a:moveTo>
                <a:lnTo>
                  <a:pt x="61094" y="79805"/>
                </a:lnTo>
                <a:lnTo>
                  <a:pt x="61094" y="75248"/>
                </a:lnTo>
                <a:lnTo>
                  <a:pt x="65651" y="75248"/>
                </a:lnTo>
                <a:close/>
                <a:moveTo>
                  <a:pt x="65651" y="75006"/>
                </a:moveTo>
                <a:lnTo>
                  <a:pt x="61094" y="75006"/>
                </a:lnTo>
                <a:lnTo>
                  <a:pt x="61094" y="70449"/>
                </a:lnTo>
                <a:lnTo>
                  <a:pt x="65651" y="70449"/>
                </a:lnTo>
                <a:close/>
                <a:moveTo>
                  <a:pt x="65651" y="70208"/>
                </a:moveTo>
                <a:lnTo>
                  <a:pt x="61094" y="70208"/>
                </a:lnTo>
                <a:lnTo>
                  <a:pt x="61094" y="65610"/>
                </a:lnTo>
                <a:lnTo>
                  <a:pt x="65651" y="65610"/>
                </a:lnTo>
                <a:close/>
                <a:moveTo>
                  <a:pt x="65651" y="65368"/>
                </a:moveTo>
                <a:lnTo>
                  <a:pt x="61094" y="65368"/>
                </a:lnTo>
                <a:lnTo>
                  <a:pt x="61094" y="60812"/>
                </a:lnTo>
                <a:lnTo>
                  <a:pt x="65651" y="60812"/>
                </a:lnTo>
                <a:close/>
                <a:moveTo>
                  <a:pt x="65651" y="60570"/>
                </a:moveTo>
                <a:lnTo>
                  <a:pt x="61094" y="60570"/>
                </a:lnTo>
                <a:lnTo>
                  <a:pt x="61094" y="56013"/>
                </a:lnTo>
                <a:lnTo>
                  <a:pt x="65651" y="56013"/>
                </a:lnTo>
                <a:close/>
                <a:moveTo>
                  <a:pt x="65651" y="55771"/>
                </a:moveTo>
                <a:lnTo>
                  <a:pt x="61094" y="55771"/>
                </a:lnTo>
                <a:lnTo>
                  <a:pt x="61094" y="51174"/>
                </a:lnTo>
                <a:lnTo>
                  <a:pt x="65651" y="51174"/>
                </a:lnTo>
                <a:close/>
                <a:moveTo>
                  <a:pt x="65651" y="50932"/>
                </a:moveTo>
                <a:lnTo>
                  <a:pt x="61094" y="50932"/>
                </a:lnTo>
                <a:lnTo>
                  <a:pt x="61094" y="46375"/>
                </a:lnTo>
                <a:lnTo>
                  <a:pt x="65651" y="46375"/>
                </a:lnTo>
                <a:close/>
                <a:moveTo>
                  <a:pt x="65651" y="46133"/>
                </a:moveTo>
                <a:lnTo>
                  <a:pt x="61094" y="46133"/>
                </a:lnTo>
                <a:lnTo>
                  <a:pt x="61094" y="41536"/>
                </a:lnTo>
                <a:lnTo>
                  <a:pt x="65651" y="41536"/>
                </a:lnTo>
                <a:close/>
                <a:moveTo>
                  <a:pt x="65651" y="41294"/>
                </a:moveTo>
                <a:lnTo>
                  <a:pt x="61094" y="41294"/>
                </a:lnTo>
                <a:lnTo>
                  <a:pt x="61094" y="36737"/>
                </a:lnTo>
                <a:lnTo>
                  <a:pt x="65651" y="36737"/>
                </a:lnTo>
                <a:close/>
                <a:moveTo>
                  <a:pt x="65651" y="36495"/>
                </a:moveTo>
                <a:lnTo>
                  <a:pt x="61094" y="36495"/>
                </a:lnTo>
                <a:lnTo>
                  <a:pt x="61094" y="31938"/>
                </a:lnTo>
                <a:lnTo>
                  <a:pt x="65651" y="31938"/>
                </a:lnTo>
                <a:close/>
                <a:moveTo>
                  <a:pt x="65651" y="31696"/>
                </a:moveTo>
                <a:lnTo>
                  <a:pt x="61094" y="31696"/>
                </a:lnTo>
                <a:lnTo>
                  <a:pt x="61094" y="27099"/>
                </a:lnTo>
                <a:lnTo>
                  <a:pt x="65651" y="27099"/>
                </a:lnTo>
                <a:close/>
                <a:moveTo>
                  <a:pt x="65651" y="26857"/>
                </a:moveTo>
                <a:lnTo>
                  <a:pt x="61094" y="26857"/>
                </a:lnTo>
                <a:lnTo>
                  <a:pt x="61094" y="22300"/>
                </a:lnTo>
                <a:lnTo>
                  <a:pt x="65651" y="22300"/>
                </a:lnTo>
                <a:close/>
                <a:moveTo>
                  <a:pt x="65651" y="22058"/>
                </a:moveTo>
                <a:lnTo>
                  <a:pt x="61094" y="22058"/>
                </a:lnTo>
                <a:lnTo>
                  <a:pt x="61094" y="17501"/>
                </a:lnTo>
                <a:lnTo>
                  <a:pt x="65651" y="17501"/>
                </a:lnTo>
                <a:close/>
                <a:moveTo>
                  <a:pt x="65651" y="17260"/>
                </a:moveTo>
                <a:lnTo>
                  <a:pt x="61094" y="17260"/>
                </a:lnTo>
                <a:lnTo>
                  <a:pt x="61094" y="12662"/>
                </a:lnTo>
                <a:lnTo>
                  <a:pt x="65651" y="12662"/>
                </a:lnTo>
                <a:close/>
                <a:moveTo>
                  <a:pt x="65651" y="12420"/>
                </a:moveTo>
                <a:lnTo>
                  <a:pt x="61094" y="12420"/>
                </a:lnTo>
                <a:lnTo>
                  <a:pt x="61094" y="7864"/>
                </a:lnTo>
                <a:lnTo>
                  <a:pt x="65651" y="7864"/>
                </a:lnTo>
                <a:close/>
                <a:moveTo>
                  <a:pt x="70490" y="84604"/>
                </a:moveTo>
                <a:lnTo>
                  <a:pt x="65893" y="84604"/>
                </a:lnTo>
                <a:lnTo>
                  <a:pt x="65893" y="80047"/>
                </a:lnTo>
                <a:lnTo>
                  <a:pt x="70490" y="80047"/>
                </a:lnTo>
                <a:close/>
                <a:moveTo>
                  <a:pt x="70490" y="79805"/>
                </a:moveTo>
                <a:lnTo>
                  <a:pt x="65893" y="79805"/>
                </a:lnTo>
                <a:lnTo>
                  <a:pt x="65893" y="75208"/>
                </a:lnTo>
                <a:lnTo>
                  <a:pt x="70490" y="75208"/>
                </a:lnTo>
                <a:close/>
                <a:moveTo>
                  <a:pt x="70490" y="74966"/>
                </a:moveTo>
                <a:lnTo>
                  <a:pt x="65893" y="74966"/>
                </a:lnTo>
                <a:lnTo>
                  <a:pt x="65893" y="70409"/>
                </a:lnTo>
                <a:lnTo>
                  <a:pt x="70490" y="70409"/>
                </a:lnTo>
                <a:close/>
                <a:moveTo>
                  <a:pt x="70490" y="70167"/>
                </a:moveTo>
                <a:lnTo>
                  <a:pt x="65893" y="70167"/>
                </a:lnTo>
                <a:lnTo>
                  <a:pt x="65893" y="65610"/>
                </a:lnTo>
                <a:lnTo>
                  <a:pt x="70490" y="65610"/>
                </a:lnTo>
                <a:close/>
                <a:moveTo>
                  <a:pt x="70490" y="65368"/>
                </a:moveTo>
                <a:lnTo>
                  <a:pt x="65893" y="65368"/>
                </a:lnTo>
                <a:lnTo>
                  <a:pt x="65893" y="60771"/>
                </a:lnTo>
                <a:lnTo>
                  <a:pt x="70490" y="60771"/>
                </a:lnTo>
                <a:close/>
                <a:moveTo>
                  <a:pt x="70490" y="60529"/>
                </a:moveTo>
                <a:lnTo>
                  <a:pt x="65893" y="60529"/>
                </a:lnTo>
                <a:lnTo>
                  <a:pt x="65893" y="55972"/>
                </a:lnTo>
                <a:lnTo>
                  <a:pt x="70490" y="55972"/>
                </a:lnTo>
                <a:close/>
                <a:moveTo>
                  <a:pt x="70490" y="55730"/>
                </a:moveTo>
                <a:lnTo>
                  <a:pt x="65893" y="55730"/>
                </a:lnTo>
                <a:lnTo>
                  <a:pt x="65893" y="51174"/>
                </a:lnTo>
                <a:lnTo>
                  <a:pt x="70490" y="51174"/>
                </a:lnTo>
                <a:close/>
                <a:moveTo>
                  <a:pt x="70490" y="50932"/>
                </a:moveTo>
                <a:lnTo>
                  <a:pt x="65893" y="50932"/>
                </a:lnTo>
                <a:lnTo>
                  <a:pt x="65893" y="46335"/>
                </a:lnTo>
                <a:lnTo>
                  <a:pt x="70490" y="46335"/>
                </a:lnTo>
                <a:close/>
                <a:moveTo>
                  <a:pt x="70490" y="46093"/>
                </a:moveTo>
                <a:lnTo>
                  <a:pt x="65893" y="46093"/>
                </a:lnTo>
                <a:lnTo>
                  <a:pt x="65893" y="41536"/>
                </a:lnTo>
                <a:lnTo>
                  <a:pt x="70490" y="41536"/>
                </a:lnTo>
                <a:close/>
                <a:moveTo>
                  <a:pt x="70490" y="41294"/>
                </a:moveTo>
                <a:lnTo>
                  <a:pt x="65893" y="41294"/>
                </a:lnTo>
                <a:lnTo>
                  <a:pt x="65893" y="36737"/>
                </a:lnTo>
                <a:lnTo>
                  <a:pt x="70490" y="36737"/>
                </a:lnTo>
                <a:close/>
                <a:moveTo>
                  <a:pt x="70490" y="36495"/>
                </a:moveTo>
                <a:lnTo>
                  <a:pt x="65893" y="36495"/>
                </a:lnTo>
                <a:lnTo>
                  <a:pt x="65893" y="31898"/>
                </a:lnTo>
                <a:lnTo>
                  <a:pt x="70490" y="31898"/>
                </a:lnTo>
                <a:close/>
                <a:moveTo>
                  <a:pt x="70490" y="31656"/>
                </a:moveTo>
                <a:lnTo>
                  <a:pt x="65893" y="31656"/>
                </a:lnTo>
                <a:lnTo>
                  <a:pt x="65893" y="27099"/>
                </a:lnTo>
                <a:lnTo>
                  <a:pt x="70490" y="27099"/>
                </a:lnTo>
                <a:close/>
                <a:moveTo>
                  <a:pt x="70490" y="26857"/>
                </a:moveTo>
                <a:lnTo>
                  <a:pt x="65893" y="26857"/>
                </a:lnTo>
                <a:lnTo>
                  <a:pt x="65893" y="22260"/>
                </a:lnTo>
                <a:lnTo>
                  <a:pt x="70490" y="22260"/>
                </a:lnTo>
                <a:close/>
                <a:moveTo>
                  <a:pt x="70490" y="22018"/>
                </a:moveTo>
                <a:lnTo>
                  <a:pt x="65893" y="22018"/>
                </a:lnTo>
                <a:lnTo>
                  <a:pt x="65893" y="17461"/>
                </a:lnTo>
                <a:lnTo>
                  <a:pt x="70490" y="17461"/>
                </a:lnTo>
                <a:close/>
                <a:moveTo>
                  <a:pt x="70490" y="17219"/>
                </a:moveTo>
                <a:lnTo>
                  <a:pt x="65893" y="17219"/>
                </a:lnTo>
                <a:lnTo>
                  <a:pt x="65893" y="12662"/>
                </a:lnTo>
                <a:lnTo>
                  <a:pt x="70490" y="12662"/>
                </a:lnTo>
                <a:close/>
                <a:moveTo>
                  <a:pt x="70490" y="12420"/>
                </a:moveTo>
                <a:lnTo>
                  <a:pt x="65893" y="12420"/>
                </a:lnTo>
                <a:lnTo>
                  <a:pt x="65893" y="7823"/>
                </a:lnTo>
                <a:lnTo>
                  <a:pt x="70490" y="7823"/>
                </a:lnTo>
                <a:close/>
                <a:moveTo>
                  <a:pt x="75289" y="79765"/>
                </a:moveTo>
                <a:lnTo>
                  <a:pt x="70732" y="79765"/>
                </a:lnTo>
                <a:lnTo>
                  <a:pt x="70732" y="75208"/>
                </a:lnTo>
                <a:lnTo>
                  <a:pt x="75289" y="75208"/>
                </a:lnTo>
                <a:close/>
                <a:moveTo>
                  <a:pt x="75289" y="74966"/>
                </a:moveTo>
                <a:lnTo>
                  <a:pt x="70732" y="74966"/>
                </a:lnTo>
                <a:lnTo>
                  <a:pt x="70732" y="70409"/>
                </a:lnTo>
                <a:lnTo>
                  <a:pt x="75289" y="70409"/>
                </a:lnTo>
                <a:close/>
                <a:moveTo>
                  <a:pt x="75289" y="70167"/>
                </a:moveTo>
                <a:lnTo>
                  <a:pt x="70732" y="70167"/>
                </a:lnTo>
                <a:lnTo>
                  <a:pt x="70732" y="65570"/>
                </a:lnTo>
                <a:lnTo>
                  <a:pt x="75289" y="65570"/>
                </a:lnTo>
                <a:close/>
                <a:moveTo>
                  <a:pt x="75289" y="65328"/>
                </a:moveTo>
                <a:lnTo>
                  <a:pt x="70732" y="65328"/>
                </a:lnTo>
                <a:lnTo>
                  <a:pt x="70732" y="60771"/>
                </a:lnTo>
                <a:lnTo>
                  <a:pt x="75289" y="60771"/>
                </a:lnTo>
                <a:close/>
                <a:moveTo>
                  <a:pt x="75289" y="60529"/>
                </a:moveTo>
                <a:lnTo>
                  <a:pt x="70732" y="60529"/>
                </a:lnTo>
                <a:lnTo>
                  <a:pt x="70732" y="55972"/>
                </a:lnTo>
                <a:lnTo>
                  <a:pt x="75289" y="55972"/>
                </a:lnTo>
                <a:close/>
                <a:moveTo>
                  <a:pt x="75289" y="55730"/>
                </a:moveTo>
                <a:lnTo>
                  <a:pt x="70732" y="55730"/>
                </a:lnTo>
                <a:lnTo>
                  <a:pt x="70732" y="51133"/>
                </a:lnTo>
                <a:lnTo>
                  <a:pt x="75289" y="51133"/>
                </a:lnTo>
                <a:close/>
                <a:moveTo>
                  <a:pt x="75289" y="50891"/>
                </a:moveTo>
                <a:lnTo>
                  <a:pt x="70732" y="50891"/>
                </a:lnTo>
                <a:lnTo>
                  <a:pt x="70732" y="46335"/>
                </a:lnTo>
                <a:lnTo>
                  <a:pt x="75289" y="46335"/>
                </a:lnTo>
                <a:close/>
                <a:moveTo>
                  <a:pt x="75289" y="46093"/>
                </a:moveTo>
                <a:lnTo>
                  <a:pt x="70732" y="46093"/>
                </a:lnTo>
                <a:lnTo>
                  <a:pt x="70732" y="41495"/>
                </a:lnTo>
                <a:lnTo>
                  <a:pt x="75289" y="41495"/>
                </a:lnTo>
                <a:close/>
                <a:moveTo>
                  <a:pt x="75289" y="41253"/>
                </a:moveTo>
                <a:lnTo>
                  <a:pt x="70732" y="41253"/>
                </a:lnTo>
                <a:lnTo>
                  <a:pt x="70732" y="36697"/>
                </a:lnTo>
                <a:lnTo>
                  <a:pt x="75289" y="36697"/>
                </a:lnTo>
                <a:close/>
                <a:moveTo>
                  <a:pt x="75289" y="36455"/>
                </a:moveTo>
                <a:lnTo>
                  <a:pt x="70732" y="36455"/>
                </a:lnTo>
                <a:lnTo>
                  <a:pt x="70732" y="31898"/>
                </a:lnTo>
                <a:lnTo>
                  <a:pt x="75289" y="31898"/>
                </a:lnTo>
                <a:close/>
                <a:moveTo>
                  <a:pt x="75289" y="31656"/>
                </a:moveTo>
                <a:lnTo>
                  <a:pt x="70732" y="31656"/>
                </a:lnTo>
                <a:lnTo>
                  <a:pt x="70732" y="27059"/>
                </a:lnTo>
                <a:lnTo>
                  <a:pt x="75289" y="27059"/>
                </a:lnTo>
                <a:close/>
                <a:moveTo>
                  <a:pt x="75289" y="26817"/>
                </a:moveTo>
                <a:lnTo>
                  <a:pt x="70732" y="26817"/>
                </a:lnTo>
                <a:lnTo>
                  <a:pt x="70732" y="22260"/>
                </a:lnTo>
                <a:lnTo>
                  <a:pt x="75289" y="22260"/>
                </a:lnTo>
                <a:close/>
                <a:moveTo>
                  <a:pt x="75289" y="22018"/>
                </a:moveTo>
                <a:lnTo>
                  <a:pt x="70732" y="22018"/>
                </a:lnTo>
                <a:lnTo>
                  <a:pt x="70732" y="17461"/>
                </a:lnTo>
                <a:lnTo>
                  <a:pt x="75289" y="17461"/>
                </a:lnTo>
                <a:close/>
                <a:moveTo>
                  <a:pt x="75289" y="17219"/>
                </a:moveTo>
                <a:lnTo>
                  <a:pt x="70732" y="17219"/>
                </a:lnTo>
                <a:lnTo>
                  <a:pt x="70732" y="12622"/>
                </a:lnTo>
                <a:lnTo>
                  <a:pt x="75289" y="12622"/>
                </a:lnTo>
                <a:close/>
                <a:moveTo>
                  <a:pt x="80087" y="74926"/>
                </a:moveTo>
                <a:lnTo>
                  <a:pt x="75531" y="74926"/>
                </a:lnTo>
                <a:lnTo>
                  <a:pt x="75531" y="70369"/>
                </a:lnTo>
                <a:lnTo>
                  <a:pt x="80087" y="70369"/>
                </a:lnTo>
                <a:close/>
                <a:moveTo>
                  <a:pt x="80087" y="70127"/>
                </a:moveTo>
                <a:lnTo>
                  <a:pt x="75531" y="70127"/>
                </a:lnTo>
                <a:lnTo>
                  <a:pt x="75531" y="65570"/>
                </a:lnTo>
                <a:lnTo>
                  <a:pt x="80087" y="65570"/>
                </a:lnTo>
                <a:close/>
                <a:moveTo>
                  <a:pt x="80087" y="65328"/>
                </a:moveTo>
                <a:lnTo>
                  <a:pt x="75531" y="65328"/>
                </a:lnTo>
                <a:lnTo>
                  <a:pt x="75531" y="60731"/>
                </a:lnTo>
                <a:lnTo>
                  <a:pt x="80087" y="60731"/>
                </a:lnTo>
                <a:close/>
                <a:moveTo>
                  <a:pt x="80087" y="60489"/>
                </a:moveTo>
                <a:lnTo>
                  <a:pt x="75531" y="60489"/>
                </a:lnTo>
                <a:lnTo>
                  <a:pt x="75531" y="55932"/>
                </a:lnTo>
                <a:lnTo>
                  <a:pt x="80087" y="55932"/>
                </a:lnTo>
                <a:close/>
                <a:moveTo>
                  <a:pt x="80087" y="55690"/>
                </a:moveTo>
                <a:lnTo>
                  <a:pt x="75531" y="55690"/>
                </a:lnTo>
                <a:lnTo>
                  <a:pt x="75531" y="51133"/>
                </a:lnTo>
                <a:lnTo>
                  <a:pt x="80087" y="51133"/>
                </a:lnTo>
                <a:close/>
                <a:moveTo>
                  <a:pt x="80087" y="50891"/>
                </a:moveTo>
                <a:lnTo>
                  <a:pt x="75531" y="50891"/>
                </a:lnTo>
                <a:lnTo>
                  <a:pt x="75531" y="46294"/>
                </a:lnTo>
                <a:lnTo>
                  <a:pt x="80087" y="46294"/>
                </a:lnTo>
                <a:close/>
                <a:moveTo>
                  <a:pt x="80087" y="46052"/>
                </a:moveTo>
                <a:lnTo>
                  <a:pt x="75531" y="46052"/>
                </a:lnTo>
                <a:lnTo>
                  <a:pt x="75531" y="41495"/>
                </a:lnTo>
                <a:lnTo>
                  <a:pt x="80087" y="41495"/>
                </a:lnTo>
                <a:close/>
                <a:moveTo>
                  <a:pt x="80087" y="41253"/>
                </a:moveTo>
                <a:lnTo>
                  <a:pt x="75531" y="41253"/>
                </a:lnTo>
                <a:lnTo>
                  <a:pt x="75531" y="36697"/>
                </a:lnTo>
                <a:lnTo>
                  <a:pt x="80087" y="36697"/>
                </a:lnTo>
                <a:close/>
                <a:moveTo>
                  <a:pt x="80087" y="36455"/>
                </a:moveTo>
                <a:lnTo>
                  <a:pt x="75531" y="36455"/>
                </a:lnTo>
                <a:lnTo>
                  <a:pt x="75531" y="31858"/>
                </a:lnTo>
                <a:lnTo>
                  <a:pt x="80087" y="31858"/>
                </a:lnTo>
                <a:close/>
                <a:moveTo>
                  <a:pt x="80087" y="31616"/>
                </a:moveTo>
                <a:lnTo>
                  <a:pt x="75531" y="31616"/>
                </a:lnTo>
                <a:lnTo>
                  <a:pt x="75531" y="27059"/>
                </a:lnTo>
                <a:lnTo>
                  <a:pt x="80087" y="27059"/>
                </a:lnTo>
                <a:close/>
                <a:moveTo>
                  <a:pt x="80087" y="26817"/>
                </a:moveTo>
                <a:lnTo>
                  <a:pt x="75531" y="26817"/>
                </a:lnTo>
                <a:lnTo>
                  <a:pt x="75531" y="22260"/>
                </a:lnTo>
                <a:lnTo>
                  <a:pt x="80087" y="22260"/>
                </a:lnTo>
                <a:close/>
                <a:moveTo>
                  <a:pt x="80087" y="22018"/>
                </a:moveTo>
                <a:lnTo>
                  <a:pt x="75531" y="22018"/>
                </a:lnTo>
                <a:lnTo>
                  <a:pt x="75531" y="17421"/>
                </a:lnTo>
                <a:lnTo>
                  <a:pt x="80087" y="17421"/>
                </a:lnTo>
                <a:close/>
                <a:moveTo>
                  <a:pt x="84886" y="70127"/>
                </a:moveTo>
                <a:lnTo>
                  <a:pt x="80329" y="70127"/>
                </a:lnTo>
                <a:lnTo>
                  <a:pt x="80329" y="65530"/>
                </a:lnTo>
                <a:lnTo>
                  <a:pt x="84886" y="65530"/>
                </a:lnTo>
                <a:close/>
                <a:moveTo>
                  <a:pt x="84886" y="65288"/>
                </a:moveTo>
                <a:lnTo>
                  <a:pt x="80329" y="65288"/>
                </a:lnTo>
                <a:lnTo>
                  <a:pt x="80329" y="60731"/>
                </a:lnTo>
                <a:lnTo>
                  <a:pt x="84886" y="60731"/>
                </a:lnTo>
                <a:close/>
                <a:moveTo>
                  <a:pt x="84886" y="60489"/>
                </a:moveTo>
                <a:lnTo>
                  <a:pt x="80329" y="60489"/>
                </a:lnTo>
                <a:lnTo>
                  <a:pt x="80329" y="55932"/>
                </a:lnTo>
                <a:lnTo>
                  <a:pt x="84886" y="55932"/>
                </a:lnTo>
                <a:close/>
                <a:moveTo>
                  <a:pt x="84886" y="55690"/>
                </a:moveTo>
                <a:lnTo>
                  <a:pt x="80329" y="55690"/>
                </a:lnTo>
                <a:lnTo>
                  <a:pt x="80329" y="51093"/>
                </a:lnTo>
                <a:lnTo>
                  <a:pt x="84886" y="51093"/>
                </a:lnTo>
                <a:close/>
                <a:moveTo>
                  <a:pt x="84886" y="50851"/>
                </a:moveTo>
                <a:lnTo>
                  <a:pt x="80329" y="50851"/>
                </a:lnTo>
                <a:lnTo>
                  <a:pt x="80329" y="46294"/>
                </a:lnTo>
                <a:lnTo>
                  <a:pt x="84886" y="46294"/>
                </a:lnTo>
                <a:close/>
                <a:moveTo>
                  <a:pt x="84886" y="46052"/>
                </a:moveTo>
                <a:lnTo>
                  <a:pt x="80329" y="46052"/>
                </a:lnTo>
                <a:lnTo>
                  <a:pt x="80329" y="41495"/>
                </a:lnTo>
                <a:lnTo>
                  <a:pt x="84886" y="41495"/>
                </a:lnTo>
                <a:close/>
                <a:moveTo>
                  <a:pt x="84886" y="41253"/>
                </a:moveTo>
                <a:lnTo>
                  <a:pt x="80329" y="41253"/>
                </a:lnTo>
                <a:lnTo>
                  <a:pt x="80329" y="36656"/>
                </a:lnTo>
                <a:lnTo>
                  <a:pt x="84886" y="36656"/>
                </a:lnTo>
                <a:close/>
                <a:moveTo>
                  <a:pt x="84886" y="36414"/>
                </a:moveTo>
                <a:lnTo>
                  <a:pt x="80329" y="36414"/>
                </a:lnTo>
                <a:lnTo>
                  <a:pt x="80329" y="31858"/>
                </a:lnTo>
                <a:lnTo>
                  <a:pt x="84886" y="31858"/>
                </a:lnTo>
                <a:close/>
                <a:moveTo>
                  <a:pt x="84886" y="31616"/>
                </a:moveTo>
                <a:lnTo>
                  <a:pt x="80329" y="31616"/>
                </a:lnTo>
                <a:lnTo>
                  <a:pt x="80329" y="27018"/>
                </a:lnTo>
                <a:lnTo>
                  <a:pt x="84886" y="27018"/>
                </a:lnTo>
                <a:close/>
                <a:moveTo>
                  <a:pt x="84886" y="26776"/>
                </a:moveTo>
                <a:lnTo>
                  <a:pt x="80329" y="26776"/>
                </a:lnTo>
                <a:lnTo>
                  <a:pt x="80329" y="22220"/>
                </a:lnTo>
                <a:lnTo>
                  <a:pt x="84886" y="222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 txBox="1">
            <a:spLocks noGrp="1"/>
          </p:cNvSpPr>
          <p:nvPr>
            <p:ph type="title"/>
          </p:nvPr>
        </p:nvSpPr>
        <p:spPr>
          <a:xfrm>
            <a:off x="2330700" y="1718288"/>
            <a:ext cx="4482600" cy="7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8" name="Google Shape;218;p9"/>
          <p:cNvSpPr txBox="1">
            <a:spLocks noGrp="1"/>
          </p:cNvSpPr>
          <p:nvPr>
            <p:ph type="subTitle" idx="1"/>
          </p:nvPr>
        </p:nvSpPr>
        <p:spPr>
          <a:xfrm>
            <a:off x="2330700" y="2336514"/>
            <a:ext cx="4482600" cy="10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_1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1" name="Google Shape;521;p22"/>
          <p:cNvGrpSpPr/>
          <p:nvPr/>
        </p:nvGrpSpPr>
        <p:grpSpPr>
          <a:xfrm>
            <a:off x="-378350" y="-71600"/>
            <a:ext cx="10617113" cy="3308050"/>
            <a:chOff x="-378350" y="-71600"/>
            <a:chExt cx="10617113" cy="3308050"/>
          </a:xfrm>
        </p:grpSpPr>
        <p:sp>
          <p:nvSpPr>
            <p:cNvPr id="522" name="Google Shape;522;p22"/>
            <p:cNvSpPr/>
            <p:nvPr/>
          </p:nvSpPr>
          <p:spPr>
            <a:xfrm rot="10800000" flipH="1">
              <a:off x="-378350" y="-716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523" name="Google Shape;523;p22"/>
            <p:cNvGrpSpPr/>
            <p:nvPr/>
          </p:nvGrpSpPr>
          <p:grpSpPr>
            <a:xfrm>
              <a:off x="8353488" y="1352200"/>
              <a:ext cx="1885275" cy="1884250"/>
              <a:chOff x="2609275" y="3149350"/>
              <a:chExt cx="1885275" cy="1884250"/>
            </a:xfrm>
          </p:grpSpPr>
          <p:sp>
            <p:nvSpPr>
              <p:cNvPr id="524" name="Google Shape;524;p22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2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2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2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2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2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2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2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2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2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2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22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2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2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3" name="Google Shape;543;p22"/>
          <p:cNvSpPr/>
          <p:nvPr/>
        </p:nvSpPr>
        <p:spPr>
          <a:xfrm rot="10800000">
            <a:off x="6872575" y="0"/>
            <a:ext cx="2263500" cy="313800"/>
          </a:xfrm>
          <a:prstGeom prst="round1Rect">
            <a:avLst>
              <a:gd name="adj" fmla="val 50000"/>
            </a:avLst>
          </a:prstGeom>
          <a:solidFill>
            <a:srgbClr val="006DF5">
              <a:alpha val="40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4" name="Google Shape;544;p22"/>
          <p:cNvSpPr txBox="1">
            <a:spLocks noGrp="1"/>
          </p:cNvSpPr>
          <p:nvPr>
            <p:ph type="title"/>
          </p:nvPr>
        </p:nvSpPr>
        <p:spPr>
          <a:xfrm>
            <a:off x="1352263" y="1785450"/>
            <a:ext cx="3029700" cy="9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5" name="Google Shape;545;p22"/>
          <p:cNvSpPr txBox="1">
            <a:spLocks noGrp="1"/>
          </p:cNvSpPr>
          <p:nvPr>
            <p:ph type="subTitle" idx="1"/>
          </p:nvPr>
        </p:nvSpPr>
        <p:spPr>
          <a:xfrm>
            <a:off x="1352263" y="2641021"/>
            <a:ext cx="30297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5" name="Google Shape;605;p25"/>
          <p:cNvGrpSpPr/>
          <p:nvPr/>
        </p:nvGrpSpPr>
        <p:grpSpPr>
          <a:xfrm>
            <a:off x="-49825" y="-374550"/>
            <a:ext cx="9556425" cy="7430813"/>
            <a:chOff x="-49825" y="-374550"/>
            <a:chExt cx="9556425" cy="7430813"/>
          </a:xfrm>
        </p:grpSpPr>
        <p:sp>
          <p:nvSpPr>
            <p:cNvPr id="606" name="Google Shape;606;p25"/>
            <p:cNvSpPr/>
            <p:nvPr/>
          </p:nvSpPr>
          <p:spPr>
            <a:xfrm rot="10800000" flipH="1">
              <a:off x="-49825" y="-195100"/>
              <a:ext cx="3162000" cy="611100"/>
            </a:xfrm>
            <a:prstGeom prst="round1Rect">
              <a:avLst>
                <a:gd name="adj" fmla="val 16667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607" name="Google Shape;607;p25"/>
            <p:cNvGrpSpPr/>
            <p:nvPr/>
          </p:nvGrpSpPr>
          <p:grpSpPr>
            <a:xfrm>
              <a:off x="8520475" y="-374550"/>
              <a:ext cx="986125" cy="2095500"/>
              <a:chOff x="7631225" y="2241175"/>
              <a:chExt cx="986125" cy="2095500"/>
            </a:xfrm>
          </p:grpSpPr>
          <p:cxnSp>
            <p:nvCxnSpPr>
              <p:cNvPr id="608" name="Google Shape;608;p25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9" name="Google Shape;609;p25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0" name="Google Shape;610;p25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1" name="Google Shape;611;p25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2" name="Google Shape;612;p25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3" name="Google Shape;613;p25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4" name="Google Shape;614;p25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25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25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7" name="Google Shape;617;p25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8" name="Google Shape;618;p25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9" name="Google Shape;619;p25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0" name="Google Shape;620;p25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5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22" name="Google Shape;622;p25"/>
            <p:cNvSpPr/>
            <p:nvPr/>
          </p:nvSpPr>
          <p:spPr>
            <a:xfrm rot="5400000">
              <a:off x="2920037" y="4730438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3" name="Google Shape;623;p25"/>
          <p:cNvGrpSpPr/>
          <p:nvPr/>
        </p:nvGrpSpPr>
        <p:grpSpPr>
          <a:xfrm>
            <a:off x="-323125" y="3272100"/>
            <a:ext cx="9467125" cy="1871400"/>
            <a:chOff x="-323125" y="3272100"/>
            <a:chExt cx="9467125" cy="1871400"/>
          </a:xfrm>
        </p:grpSpPr>
        <p:sp>
          <p:nvSpPr>
            <p:cNvPr id="624" name="Google Shape;624;p25"/>
            <p:cNvSpPr/>
            <p:nvPr/>
          </p:nvSpPr>
          <p:spPr>
            <a:xfrm>
              <a:off x="0" y="3272100"/>
              <a:ext cx="4575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5" name="Google Shape;625;p25"/>
            <p:cNvSpPr/>
            <p:nvPr/>
          </p:nvSpPr>
          <p:spPr>
            <a:xfrm flipH="1">
              <a:off x="8600100" y="3551700"/>
              <a:ext cx="543900" cy="15918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-323125" y="4730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27" name="Google Shape;627;p25"/>
            <p:cNvSpPr/>
            <p:nvPr/>
          </p:nvSpPr>
          <p:spPr>
            <a:xfrm flipH="1">
              <a:off x="6880500" y="482970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628" name="Google Shape;628;p2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9" name="Google Shape;629;p25"/>
          <p:cNvSpPr txBox="1">
            <a:spLocks noGrp="1"/>
          </p:cNvSpPr>
          <p:nvPr>
            <p:ph type="subTitle" idx="1"/>
          </p:nvPr>
        </p:nvSpPr>
        <p:spPr>
          <a:xfrm>
            <a:off x="798552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25"/>
          <p:cNvSpPr txBox="1">
            <a:spLocks noGrp="1"/>
          </p:cNvSpPr>
          <p:nvPr>
            <p:ph type="subTitle" idx="2"/>
          </p:nvPr>
        </p:nvSpPr>
        <p:spPr>
          <a:xfrm>
            <a:off x="3377088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1" name="Google Shape;631;p25"/>
          <p:cNvSpPr txBox="1">
            <a:spLocks noGrp="1"/>
          </p:cNvSpPr>
          <p:nvPr>
            <p:ph type="subTitle" idx="3"/>
          </p:nvPr>
        </p:nvSpPr>
        <p:spPr>
          <a:xfrm>
            <a:off x="798552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32" name="Google Shape;632;p25"/>
          <p:cNvSpPr txBox="1">
            <a:spLocks noGrp="1"/>
          </p:cNvSpPr>
          <p:nvPr>
            <p:ph type="subTitle" idx="4"/>
          </p:nvPr>
        </p:nvSpPr>
        <p:spPr>
          <a:xfrm>
            <a:off x="3377096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33" name="Google Shape;633;p25"/>
          <p:cNvSpPr txBox="1">
            <a:spLocks noGrp="1"/>
          </p:cNvSpPr>
          <p:nvPr>
            <p:ph type="subTitle" idx="5"/>
          </p:nvPr>
        </p:nvSpPr>
        <p:spPr>
          <a:xfrm>
            <a:off x="5955640" y="2867950"/>
            <a:ext cx="2389800" cy="12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25"/>
          <p:cNvSpPr txBox="1">
            <a:spLocks noGrp="1"/>
          </p:cNvSpPr>
          <p:nvPr>
            <p:ph type="subTitle" idx="6"/>
          </p:nvPr>
        </p:nvSpPr>
        <p:spPr>
          <a:xfrm>
            <a:off x="5955648" y="2567475"/>
            <a:ext cx="23898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_1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9" name="Google Shape;689;p27"/>
          <p:cNvGrpSpPr/>
          <p:nvPr/>
        </p:nvGrpSpPr>
        <p:grpSpPr>
          <a:xfrm>
            <a:off x="-373450" y="0"/>
            <a:ext cx="9517450" cy="5162825"/>
            <a:chOff x="-373450" y="0"/>
            <a:chExt cx="9517450" cy="5162825"/>
          </a:xfrm>
        </p:grpSpPr>
        <p:sp>
          <p:nvSpPr>
            <p:cNvPr id="690" name="Google Shape;690;p27"/>
            <p:cNvSpPr/>
            <p:nvPr/>
          </p:nvSpPr>
          <p:spPr>
            <a:xfrm flipH="1">
              <a:off x="8421600" y="0"/>
              <a:ext cx="7224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91" name="Google Shape;691;p27"/>
            <p:cNvSpPr/>
            <p:nvPr/>
          </p:nvSpPr>
          <p:spPr>
            <a:xfrm rot="5400000" flipH="1">
              <a:off x="893400" y="3800225"/>
              <a:ext cx="441600" cy="2283600"/>
            </a:xfrm>
            <a:prstGeom prst="round1Rect">
              <a:avLst>
                <a:gd name="adj" fmla="val 49349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92" name="Google Shape;692;p27"/>
            <p:cNvSpPr/>
            <p:nvPr/>
          </p:nvSpPr>
          <p:spPr>
            <a:xfrm rot="10800000">
              <a:off x="6880500" y="0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-373450" y="10080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694" name="Google Shape;694;p27"/>
          <p:cNvGrpSpPr/>
          <p:nvPr/>
        </p:nvGrpSpPr>
        <p:grpSpPr>
          <a:xfrm>
            <a:off x="8575563" y="3999888"/>
            <a:ext cx="1885275" cy="1884250"/>
            <a:chOff x="2609275" y="3149350"/>
            <a:chExt cx="1885275" cy="1884250"/>
          </a:xfrm>
        </p:grpSpPr>
        <p:sp>
          <p:nvSpPr>
            <p:cNvPr id="695" name="Google Shape;695;p27"/>
            <p:cNvSpPr/>
            <p:nvPr/>
          </p:nvSpPr>
          <p:spPr>
            <a:xfrm>
              <a:off x="3923900" y="3224950"/>
              <a:ext cx="494025" cy="495025"/>
            </a:xfrm>
            <a:custGeom>
              <a:avLst/>
              <a:gdLst/>
              <a:ahLst/>
              <a:cxnLst/>
              <a:rect l="l" t="t" r="r" b="b"/>
              <a:pathLst>
                <a:path w="19761" h="19801" extrusionOk="0">
                  <a:moveTo>
                    <a:pt x="485" y="202"/>
                  </a:moveTo>
                  <a:cubicBezTo>
                    <a:pt x="323" y="162"/>
                    <a:pt x="162" y="81"/>
                    <a:pt x="1" y="1"/>
                  </a:cubicBezTo>
                  <a:lnTo>
                    <a:pt x="19761" y="19801"/>
                  </a:lnTo>
                  <a:cubicBezTo>
                    <a:pt x="19720" y="19640"/>
                    <a:pt x="19640" y="19478"/>
                    <a:pt x="19559" y="19317"/>
                  </a:cubicBezTo>
                  <a:lnTo>
                    <a:pt x="485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3725300" y="3164475"/>
              <a:ext cx="753125" cy="753100"/>
            </a:xfrm>
            <a:custGeom>
              <a:avLst/>
              <a:gdLst/>
              <a:ahLst/>
              <a:cxnLst/>
              <a:rect l="l" t="t" r="r" b="b"/>
              <a:pathLst>
                <a:path w="30125" h="30124" extrusionOk="0">
                  <a:moveTo>
                    <a:pt x="323" y="81"/>
                  </a:moveTo>
                  <a:cubicBezTo>
                    <a:pt x="202" y="41"/>
                    <a:pt x="122" y="41"/>
                    <a:pt x="1" y="0"/>
                  </a:cubicBezTo>
                  <a:lnTo>
                    <a:pt x="30124" y="30124"/>
                  </a:lnTo>
                  <a:cubicBezTo>
                    <a:pt x="30084" y="30043"/>
                    <a:pt x="30084" y="29922"/>
                    <a:pt x="30043" y="29801"/>
                  </a:cubicBezTo>
                  <a:lnTo>
                    <a:pt x="323" y="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3572075" y="3149350"/>
              <a:ext cx="922475" cy="922475"/>
            </a:xfrm>
            <a:custGeom>
              <a:avLst/>
              <a:gdLst/>
              <a:ahLst/>
              <a:cxnLst/>
              <a:rect l="l" t="t" r="r" b="b"/>
              <a:pathLst>
                <a:path w="36899" h="36899" extrusionOk="0">
                  <a:moveTo>
                    <a:pt x="282" y="0"/>
                  </a:moveTo>
                  <a:cubicBezTo>
                    <a:pt x="161" y="0"/>
                    <a:pt x="81" y="0"/>
                    <a:pt x="0" y="0"/>
                  </a:cubicBezTo>
                  <a:lnTo>
                    <a:pt x="36898" y="36899"/>
                  </a:lnTo>
                  <a:cubicBezTo>
                    <a:pt x="36898" y="36778"/>
                    <a:pt x="36898" y="36697"/>
                    <a:pt x="36858" y="36616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3440000" y="315440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242" y="0"/>
                  </a:moveTo>
                  <a:cubicBezTo>
                    <a:pt x="162" y="40"/>
                    <a:pt x="81" y="40"/>
                    <a:pt x="0" y="40"/>
                  </a:cubicBezTo>
                  <a:lnTo>
                    <a:pt x="41899" y="41939"/>
                  </a:lnTo>
                  <a:cubicBezTo>
                    <a:pt x="41899" y="41858"/>
                    <a:pt x="41939" y="41778"/>
                    <a:pt x="41939" y="416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3323050" y="3175550"/>
              <a:ext cx="1145275" cy="1144275"/>
            </a:xfrm>
            <a:custGeom>
              <a:avLst/>
              <a:gdLst/>
              <a:ahLst/>
              <a:cxnLst/>
              <a:rect l="l" t="t" r="r" b="b"/>
              <a:pathLst>
                <a:path w="45811" h="45771" extrusionOk="0">
                  <a:moveTo>
                    <a:pt x="243" y="1"/>
                  </a:moveTo>
                  <a:cubicBezTo>
                    <a:pt x="162" y="1"/>
                    <a:pt x="81" y="41"/>
                    <a:pt x="1" y="41"/>
                  </a:cubicBezTo>
                  <a:lnTo>
                    <a:pt x="45730" y="45771"/>
                  </a:lnTo>
                  <a:cubicBezTo>
                    <a:pt x="45771" y="45690"/>
                    <a:pt x="45771" y="45610"/>
                    <a:pt x="45811" y="455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3218200" y="320782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202" y="0"/>
                  </a:moveTo>
                  <a:cubicBezTo>
                    <a:pt x="122" y="0"/>
                    <a:pt x="81" y="41"/>
                    <a:pt x="1" y="81"/>
                  </a:cubicBezTo>
                  <a:lnTo>
                    <a:pt x="48593" y="48674"/>
                  </a:lnTo>
                  <a:cubicBezTo>
                    <a:pt x="48634" y="48633"/>
                    <a:pt x="48674" y="48553"/>
                    <a:pt x="48674" y="48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3122425" y="324915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202" y="1"/>
                  </a:moveTo>
                  <a:cubicBezTo>
                    <a:pt x="122" y="41"/>
                    <a:pt x="81" y="81"/>
                    <a:pt x="1" y="122"/>
                  </a:cubicBezTo>
                  <a:lnTo>
                    <a:pt x="50771" y="50852"/>
                  </a:lnTo>
                  <a:cubicBezTo>
                    <a:pt x="50771" y="50811"/>
                    <a:pt x="50811" y="50731"/>
                    <a:pt x="50852" y="506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3035725" y="3299550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162" y="1"/>
                  </a:moveTo>
                  <a:cubicBezTo>
                    <a:pt x="81" y="41"/>
                    <a:pt x="41" y="82"/>
                    <a:pt x="1" y="122"/>
                  </a:cubicBezTo>
                  <a:lnTo>
                    <a:pt x="52182" y="52344"/>
                  </a:lnTo>
                  <a:cubicBezTo>
                    <a:pt x="52223" y="52263"/>
                    <a:pt x="52263" y="52223"/>
                    <a:pt x="52303" y="5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2956075" y="3358025"/>
              <a:ext cx="1328775" cy="1329775"/>
            </a:xfrm>
            <a:custGeom>
              <a:avLst/>
              <a:gdLst/>
              <a:ahLst/>
              <a:cxnLst/>
              <a:rect l="l" t="t" r="r" b="b"/>
              <a:pathLst>
                <a:path w="53151" h="53191" extrusionOk="0">
                  <a:moveTo>
                    <a:pt x="122" y="1"/>
                  </a:moveTo>
                  <a:cubicBezTo>
                    <a:pt x="82" y="41"/>
                    <a:pt x="41" y="82"/>
                    <a:pt x="1" y="122"/>
                  </a:cubicBezTo>
                  <a:lnTo>
                    <a:pt x="53030" y="53191"/>
                  </a:lnTo>
                  <a:cubicBezTo>
                    <a:pt x="53070" y="53110"/>
                    <a:pt x="53110" y="53070"/>
                    <a:pt x="53151" y="53030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2883500" y="3422550"/>
              <a:ext cx="1336825" cy="1336825"/>
            </a:xfrm>
            <a:custGeom>
              <a:avLst/>
              <a:gdLst/>
              <a:ahLst/>
              <a:cxnLst/>
              <a:rect l="l" t="t" r="r" b="b"/>
              <a:pathLst>
                <a:path w="53473" h="53473" extrusionOk="0">
                  <a:moveTo>
                    <a:pt x="121" y="1"/>
                  </a:moveTo>
                  <a:cubicBezTo>
                    <a:pt x="121" y="1"/>
                    <a:pt x="81" y="81"/>
                    <a:pt x="81" y="81"/>
                  </a:cubicBezTo>
                  <a:cubicBezTo>
                    <a:pt x="41" y="122"/>
                    <a:pt x="0" y="122"/>
                    <a:pt x="0" y="162"/>
                  </a:cubicBezTo>
                  <a:lnTo>
                    <a:pt x="53311" y="53473"/>
                  </a:lnTo>
                  <a:cubicBezTo>
                    <a:pt x="53311" y="53473"/>
                    <a:pt x="53392" y="53433"/>
                    <a:pt x="53392" y="53433"/>
                  </a:cubicBezTo>
                  <a:cubicBezTo>
                    <a:pt x="53432" y="53392"/>
                    <a:pt x="53432" y="53392"/>
                    <a:pt x="53473" y="53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2817975" y="3495150"/>
              <a:ext cx="1329775" cy="1329775"/>
            </a:xfrm>
            <a:custGeom>
              <a:avLst/>
              <a:gdLst/>
              <a:ahLst/>
              <a:cxnLst/>
              <a:rect l="l" t="t" r="r" b="b"/>
              <a:pathLst>
                <a:path w="53191" h="53191" extrusionOk="0">
                  <a:moveTo>
                    <a:pt x="121" y="0"/>
                  </a:moveTo>
                  <a:cubicBezTo>
                    <a:pt x="81" y="41"/>
                    <a:pt x="41" y="121"/>
                    <a:pt x="0" y="161"/>
                  </a:cubicBezTo>
                  <a:lnTo>
                    <a:pt x="53029" y="53190"/>
                  </a:lnTo>
                  <a:cubicBezTo>
                    <a:pt x="53110" y="53150"/>
                    <a:pt x="53150" y="53109"/>
                    <a:pt x="53190" y="53069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2760500" y="3574775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81" y="1"/>
                  </a:moveTo>
                  <a:cubicBezTo>
                    <a:pt x="41" y="82"/>
                    <a:pt x="41" y="122"/>
                    <a:pt x="1" y="162"/>
                  </a:cubicBezTo>
                  <a:lnTo>
                    <a:pt x="52142" y="52344"/>
                  </a:lnTo>
                  <a:cubicBezTo>
                    <a:pt x="52182" y="52304"/>
                    <a:pt x="52263" y="52263"/>
                    <a:pt x="52303" y="52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2710100" y="366250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81" y="0"/>
                  </a:moveTo>
                  <a:cubicBezTo>
                    <a:pt x="41" y="41"/>
                    <a:pt x="41" y="121"/>
                    <a:pt x="0" y="162"/>
                  </a:cubicBezTo>
                  <a:lnTo>
                    <a:pt x="50650" y="50851"/>
                  </a:lnTo>
                  <a:cubicBezTo>
                    <a:pt x="50690" y="50811"/>
                    <a:pt x="50771" y="50771"/>
                    <a:pt x="50851" y="50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2667750" y="375827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81" y="0"/>
                  </a:moveTo>
                  <a:cubicBezTo>
                    <a:pt x="41" y="41"/>
                    <a:pt x="41" y="121"/>
                    <a:pt x="1" y="202"/>
                  </a:cubicBezTo>
                  <a:lnTo>
                    <a:pt x="48513" y="48674"/>
                  </a:lnTo>
                  <a:cubicBezTo>
                    <a:pt x="48553" y="48633"/>
                    <a:pt x="48634" y="48633"/>
                    <a:pt x="48674" y="48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7"/>
            <p:cNvSpPr/>
            <p:nvPr/>
          </p:nvSpPr>
          <p:spPr>
            <a:xfrm>
              <a:off x="2635500" y="3863125"/>
              <a:ext cx="1144275" cy="1144275"/>
            </a:xfrm>
            <a:custGeom>
              <a:avLst/>
              <a:gdLst/>
              <a:ahLst/>
              <a:cxnLst/>
              <a:rect l="l" t="t" r="r" b="b"/>
              <a:pathLst>
                <a:path w="45771" h="45771" extrusionOk="0">
                  <a:moveTo>
                    <a:pt x="41" y="0"/>
                  </a:moveTo>
                  <a:cubicBezTo>
                    <a:pt x="41" y="81"/>
                    <a:pt x="0" y="121"/>
                    <a:pt x="0" y="202"/>
                  </a:cubicBezTo>
                  <a:lnTo>
                    <a:pt x="45569" y="45770"/>
                  </a:lnTo>
                  <a:cubicBezTo>
                    <a:pt x="45649" y="45770"/>
                    <a:pt x="45730" y="45730"/>
                    <a:pt x="45770" y="45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7"/>
            <p:cNvSpPr/>
            <p:nvPr/>
          </p:nvSpPr>
          <p:spPr>
            <a:xfrm>
              <a:off x="2615325" y="398005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1" y="1"/>
                  </a:moveTo>
                  <a:cubicBezTo>
                    <a:pt x="1" y="82"/>
                    <a:pt x="1" y="162"/>
                    <a:pt x="1" y="243"/>
                  </a:cubicBezTo>
                  <a:lnTo>
                    <a:pt x="41657" y="41940"/>
                  </a:lnTo>
                  <a:cubicBezTo>
                    <a:pt x="41738" y="41900"/>
                    <a:pt x="41859" y="41900"/>
                    <a:pt x="41940" y="41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2609275" y="4111125"/>
              <a:ext cx="922500" cy="922475"/>
            </a:xfrm>
            <a:custGeom>
              <a:avLst/>
              <a:gdLst/>
              <a:ahLst/>
              <a:cxnLst/>
              <a:rect l="l" t="t" r="r" b="b"/>
              <a:pathLst>
                <a:path w="36900" h="36899" extrusionOk="0">
                  <a:moveTo>
                    <a:pt x="1" y="0"/>
                  </a:moveTo>
                  <a:cubicBezTo>
                    <a:pt x="1" y="81"/>
                    <a:pt x="1" y="202"/>
                    <a:pt x="1" y="283"/>
                  </a:cubicBezTo>
                  <a:lnTo>
                    <a:pt x="36617" y="36899"/>
                  </a:lnTo>
                  <a:cubicBezTo>
                    <a:pt x="36697" y="36899"/>
                    <a:pt x="36818" y="36899"/>
                    <a:pt x="36899" y="368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7"/>
            <p:cNvSpPr/>
            <p:nvPr/>
          </p:nvSpPr>
          <p:spPr>
            <a:xfrm>
              <a:off x="2625400" y="4264350"/>
              <a:ext cx="753125" cy="754125"/>
            </a:xfrm>
            <a:custGeom>
              <a:avLst/>
              <a:gdLst/>
              <a:ahLst/>
              <a:cxnLst/>
              <a:rect l="l" t="t" r="r" b="b"/>
              <a:pathLst>
                <a:path w="30125" h="30165" extrusionOk="0">
                  <a:moveTo>
                    <a:pt x="1" y="1"/>
                  </a:moveTo>
                  <a:cubicBezTo>
                    <a:pt x="1" y="122"/>
                    <a:pt x="41" y="243"/>
                    <a:pt x="41" y="364"/>
                  </a:cubicBezTo>
                  <a:lnTo>
                    <a:pt x="29762" y="30084"/>
                  </a:lnTo>
                  <a:cubicBezTo>
                    <a:pt x="29883" y="30124"/>
                    <a:pt x="30004" y="30124"/>
                    <a:pt x="30124" y="30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7"/>
            <p:cNvSpPr/>
            <p:nvPr/>
          </p:nvSpPr>
          <p:spPr>
            <a:xfrm>
              <a:off x="2684900" y="4462975"/>
              <a:ext cx="495025" cy="495025"/>
            </a:xfrm>
            <a:custGeom>
              <a:avLst/>
              <a:gdLst/>
              <a:ahLst/>
              <a:cxnLst/>
              <a:rect l="l" t="t" r="r" b="b"/>
              <a:pathLst>
                <a:path w="19801" h="19801" extrusionOk="0">
                  <a:moveTo>
                    <a:pt x="0" y="0"/>
                  </a:moveTo>
                  <a:cubicBezTo>
                    <a:pt x="81" y="161"/>
                    <a:pt x="161" y="323"/>
                    <a:pt x="242" y="484"/>
                  </a:cubicBezTo>
                  <a:lnTo>
                    <a:pt x="19316" y="19599"/>
                  </a:lnTo>
                  <a:cubicBezTo>
                    <a:pt x="19478" y="19639"/>
                    <a:pt x="19639" y="19720"/>
                    <a:pt x="19800" y="19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4" name="Google Shape;714;p2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5" name="Google Shape;715;p27"/>
          <p:cNvSpPr txBox="1">
            <a:spLocks noGrp="1"/>
          </p:cNvSpPr>
          <p:nvPr>
            <p:ph type="subTitle" idx="1"/>
          </p:nvPr>
        </p:nvSpPr>
        <p:spPr>
          <a:xfrm>
            <a:off x="1677575" y="17622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6" name="Google Shape;716;p27"/>
          <p:cNvSpPr txBox="1">
            <a:spLocks noGrp="1"/>
          </p:cNvSpPr>
          <p:nvPr>
            <p:ph type="subTitle" idx="2"/>
          </p:nvPr>
        </p:nvSpPr>
        <p:spPr>
          <a:xfrm>
            <a:off x="5718250" y="17622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7" name="Google Shape;717;p27"/>
          <p:cNvSpPr txBox="1">
            <a:spLocks noGrp="1"/>
          </p:cNvSpPr>
          <p:nvPr>
            <p:ph type="subTitle" idx="3"/>
          </p:nvPr>
        </p:nvSpPr>
        <p:spPr>
          <a:xfrm>
            <a:off x="1677575" y="14617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18" name="Google Shape;718;p27"/>
          <p:cNvSpPr txBox="1">
            <a:spLocks noGrp="1"/>
          </p:cNvSpPr>
          <p:nvPr>
            <p:ph type="subTitle" idx="4"/>
          </p:nvPr>
        </p:nvSpPr>
        <p:spPr>
          <a:xfrm>
            <a:off x="5718266" y="14617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19" name="Google Shape;719;p27"/>
          <p:cNvSpPr txBox="1">
            <a:spLocks noGrp="1"/>
          </p:cNvSpPr>
          <p:nvPr>
            <p:ph type="subTitle" idx="5"/>
          </p:nvPr>
        </p:nvSpPr>
        <p:spPr>
          <a:xfrm>
            <a:off x="1677575" y="34531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27"/>
          <p:cNvSpPr txBox="1">
            <a:spLocks noGrp="1"/>
          </p:cNvSpPr>
          <p:nvPr>
            <p:ph type="subTitle" idx="6"/>
          </p:nvPr>
        </p:nvSpPr>
        <p:spPr>
          <a:xfrm>
            <a:off x="5718250" y="3453100"/>
            <a:ext cx="27033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1" name="Google Shape;721;p27"/>
          <p:cNvSpPr txBox="1">
            <a:spLocks noGrp="1"/>
          </p:cNvSpPr>
          <p:nvPr>
            <p:ph type="subTitle" idx="7"/>
          </p:nvPr>
        </p:nvSpPr>
        <p:spPr>
          <a:xfrm>
            <a:off x="1677575" y="31526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22" name="Google Shape;722;p27"/>
          <p:cNvSpPr txBox="1">
            <a:spLocks noGrp="1"/>
          </p:cNvSpPr>
          <p:nvPr>
            <p:ph type="subTitle" idx="8"/>
          </p:nvPr>
        </p:nvSpPr>
        <p:spPr>
          <a:xfrm>
            <a:off x="5718266" y="3152625"/>
            <a:ext cx="27033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sz="2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924" y="0"/>
            <a:ext cx="9128151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1" name="Google Shape;881;p33"/>
          <p:cNvGrpSpPr/>
          <p:nvPr/>
        </p:nvGrpSpPr>
        <p:grpSpPr>
          <a:xfrm>
            <a:off x="0" y="-25"/>
            <a:ext cx="9552075" cy="5143375"/>
            <a:chOff x="0" y="-25"/>
            <a:chExt cx="9552075" cy="5143375"/>
          </a:xfrm>
        </p:grpSpPr>
        <p:sp>
          <p:nvSpPr>
            <p:cNvPr id="882" name="Google Shape;882;p33"/>
            <p:cNvSpPr/>
            <p:nvPr/>
          </p:nvSpPr>
          <p:spPr>
            <a:xfrm>
              <a:off x="0" y="0"/>
              <a:ext cx="722400" cy="24021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3" name="Google Shape;883;p33"/>
            <p:cNvSpPr/>
            <p:nvPr/>
          </p:nvSpPr>
          <p:spPr>
            <a:xfrm flipH="1">
              <a:off x="6943500" y="4306950"/>
              <a:ext cx="2200500" cy="8364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4" name="Google Shape;884;p33"/>
            <p:cNvSpPr/>
            <p:nvPr/>
          </p:nvSpPr>
          <p:spPr>
            <a:xfrm rot="10800000" flipH="1">
              <a:off x="0" y="-25"/>
              <a:ext cx="2263500" cy="8421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886" name="Google Shape;886;p33"/>
          <p:cNvGrpSpPr/>
          <p:nvPr/>
        </p:nvGrpSpPr>
        <p:grpSpPr>
          <a:xfrm>
            <a:off x="489563" y="-211525"/>
            <a:ext cx="8425113" cy="6291588"/>
            <a:chOff x="489563" y="-211525"/>
            <a:chExt cx="8425113" cy="6291588"/>
          </a:xfrm>
        </p:grpSpPr>
        <p:grpSp>
          <p:nvGrpSpPr>
            <p:cNvPr id="887" name="Google Shape;887;p33"/>
            <p:cNvGrpSpPr/>
            <p:nvPr/>
          </p:nvGrpSpPr>
          <p:grpSpPr>
            <a:xfrm>
              <a:off x="489563" y="4195813"/>
              <a:ext cx="1885275" cy="1884250"/>
              <a:chOff x="2609275" y="3149350"/>
              <a:chExt cx="1885275" cy="1884250"/>
            </a:xfrm>
          </p:grpSpPr>
          <p:sp>
            <p:nvSpPr>
              <p:cNvPr id="888" name="Google Shape;888;p33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33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3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3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3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3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3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3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3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3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3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3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3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3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3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3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3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3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3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7" name="Google Shape;907;p33"/>
            <p:cNvGrpSpPr/>
            <p:nvPr/>
          </p:nvGrpSpPr>
          <p:grpSpPr>
            <a:xfrm>
              <a:off x="7928550" y="-211525"/>
              <a:ext cx="986125" cy="2095500"/>
              <a:chOff x="7631225" y="2241175"/>
              <a:chExt cx="986125" cy="2095500"/>
            </a:xfrm>
          </p:grpSpPr>
          <p:cxnSp>
            <p:nvCxnSpPr>
              <p:cNvPr id="908" name="Google Shape;908;p33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33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0" name="Google Shape;910;p33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1" name="Google Shape;911;p33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2" name="Google Shape;912;p33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3" name="Google Shape;913;p33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33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" name="Google Shape;915;p33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6" name="Google Shape;916;p33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7" name="Google Shape;917;p33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8" name="Google Shape;918;p33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9" name="Google Shape;919;p33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0" name="Google Shape;920;p33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1" name="Google Shape;921;p33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5" r:id="rId4"/>
    <p:sldLayoutId id="2147483658" r:id="rId5"/>
    <p:sldLayoutId id="2147483668" r:id="rId6"/>
    <p:sldLayoutId id="2147483671" r:id="rId7"/>
    <p:sldLayoutId id="2147483673" r:id="rId8"/>
    <p:sldLayoutId id="2147483678" r:id="rId9"/>
    <p:sldLayoutId id="214748367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7"/>
          <p:cNvSpPr txBox="1">
            <a:spLocks noGrp="1"/>
          </p:cNvSpPr>
          <p:nvPr>
            <p:ph type="ctrTitle"/>
          </p:nvPr>
        </p:nvSpPr>
        <p:spPr>
          <a:xfrm>
            <a:off x="884035" y="1394039"/>
            <a:ext cx="7010967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/>
              <a:t>LIDERANÇA ÁGIL </a:t>
            </a:r>
            <a:r>
              <a:rPr lang="en" sz="2800" b="0" dirty="0"/>
              <a:t>BRASIL CAP</a:t>
            </a:r>
            <a:endParaRPr sz="2800" b="0" dirty="0"/>
          </a:p>
        </p:txBody>
      </p:sp>
      <p:sp>
        <p:nvSpPr>
          <p:cNvPr id="933" name="Google Shape;933;p37"/>
          <p:cNvSpPr txBox="1">
            <a:spLocks noGrp="1"/>
          </p:cNvSpPr>
          <p:nvPr>
            <p:ph type="subTitle" idx="1"/>
          </p:nvPr>
        </p:nvSpPr>
        <p:spPr>
          <a:xfrm>
            <a:off x="2308350" y="3204600"/>
            <a:ext cx="4527300" cy="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Nov 2023</a:t>
            </a:r>
            <a:endParaRPr dirty="0"/>
          </a:p>
        </p:txBody>
      </p:sp>
      <p:grpSp>
        <p:nvGrpSpPr>
          <p:cNvPr id="934" name="Google Shape;934;p37"/>
          <p:cNvGrpSpPr/>
          <p:nvPr/>
        </p:nvGrpSpPr>
        <p:grpSpPr>
          <a:xfrm>
            <a:off x="5524419" y="2241175"/>
            <a:ext cx="3619432" cy="2902209"/>
            <a:chOff x="5524419" y="2241175"/>
            <a:chExt cx="3619432" cy="2902209"/>
          </a:xfrm>
        </p:grpSpPr>
        <p:grpSp>
          <p:nvGrpSpPr>
            <p:cNvPr id="935" name="Google Shape;935;p37"/>
            <p:cNvGrpSpPr/>
            <p:nvPr/>
          </p:nvGrpSpPr>
          <p:grpSpPr>
            <a:xfrm>
              <a:off x="5524419" y="4160759"/>
              <a:ext cx="3619432" cy="982624"/>
              <a:chOff x="4986600" y="4014825"/>
              <a:chExt cx="4157400" cy="1128675"/>
            </a:xfrm>
          </p:grpSpPr>
          <p:sp>
            <p:nvSpPr>
              <p:cNvPr id="936" name="Google Shape;936;p37"/>
              <p:cNvSpPr/>
              <p:nvPr/>
            </p:nvSpPr>
            <p:spPr>
              <a:xfrm flipH="1">
                <a:off x="5715000" y="4014825"/>
                <a:ext cx="3429000" cy="1128600"/>
              </a:xfrm>
              <a:prstGeom prst="round1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  <p:sp>
            <p:nvSpPr>
              <p:cNvPr id="937" name="Google Shape;937;p37"/>
              <p:cNvSpPr/>
              <p:nvPr/>
            </p:nvSpPr>
            <p:spPr>
              <a:xfrm flipH="1">
                <a:off x="4986600" y="4527300"/>
                <a:ext cx="4157400" cy="616200"/>
              </a:xfrm>
              <a:prstGeom prst="round1Rect">
                <a:avLst>
                  <a:gd name="adj" fmla="val 50000"/>
                </a:avLst>
              </a:prstGeom>
              <a:solidFill>
                <a:srgbClr val="63DBF5">
                  <a:alpha val="6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  <p:grpSp>
          <p:nvGrpSpPr>
            <p:cNvPr id="938" name="Google Shape;938;p37"/>
            <p:cNvGrpSpPr/>
            <p:nvPr/>
          </p:nvGrpSpPr>
          <p:grpSpPr>
            <a:xfrm>
              <a:off x="7631225" y="2241175"/>
              <a:ext cx="986125" cy="2095500"/>
              <a:chOff x="7631225" y="2241175"/>
              <a:chExt cx="986125" cy="2095500"/>
            </a:xfrm>
          </p:grpSpPr>
          <p:cxnSp>
            <p:nvCxnSpPr>
              <p:cNvPr id="939" name="Google Shape;939;p37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0" name="Google Shape;940;p37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1" name="Google Shape;941;p37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2" name="Google Shape;942;p37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3" name="Google Shape;943;p37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4" name="Google Shape;944;p37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5" name="Google Shape;945;p37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6" name="Google Shape;946;p37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7" name="Google Shape;947;p37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8" name="Google Shape;948;p37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9" name="Google Shape;949;p37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0" name="Google Shape;950;p37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1" name="Google Shape;951;p37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2" name="Google Shape;952;p37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953" name="Google Shape;953;p37"/>
          <p:cNvGrpSpPr/>
          <p:nvPr/>
        </p:nvGrpSpPr>
        <p:grpSpPr>
          <a:xfrm>
            <a:off x="-630087" y="1859288"/>
            <a:ext cx="2893588" cy="3284238"/>
            <a:chOff x="-630087" y="1859288"/>
            <a:chExt cx="2893588" cy="3284238"/>
          </a:xfrm>
        </p:grpSpPr>
        <p:sp>
          <p:nvSpPr>
            <p:cNvPr id="954" name="Google Shape;954;p37"/>
            <p:cNvSpPr/>
            <p:nvPr/>
          </p:nvSpPr>
          <p:spPr>
            <a:xfrm>
              <a:off x="0" y="3272100"/>
              <a:ext cx="12552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55" name="Google Shape;955;p37"/>
            <p:cNvSpPr/>
            <p:nvPr/>
          </p:nvSpPr>
          <p:spPr>
            <a:xfrm>
              <a:off x="0" y="4829725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956" name="Google Shape;956;p37"/>
            <p:cNvGrpSpPr/>
            <p:nvPr/>
          </p:nvGrpSpPr>
          <p:grpSpPr>
            <a:xfrm>
              <a:off x="-630087" y="1859288"/>
              <a:ext cx="1885275" cy="1884250"/>
              <a:chOff x="2609275" y="3149350"/>
              <a:chExt cx="1885275" cy="1884250"/>
            </a:xfrm>
          </p:grpSpPr>
          <p:sp>
            <p:nvSpPr>
              <p:cNvPr id="957" name="Google Shape;957;p37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7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7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7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7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7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7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7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7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7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7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7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7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7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7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7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7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7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7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76" name="Google Shape;976;p37"/>
          <p:cNvGrpSpPr/>
          <p:nvPr/>
        </p:nvGrpSpPr>
        <p:grpSpPr>
          <a:xfrm>
            <a:off x="5969750" y="-1678600"/>
            <a:ext cx="3756875" cy="2788075"/>
            <a:chOff x="5969750" y="-1678600"/>
            <a:chExt cx="3756875" cy="2788075"/>
          </a:xfrm>
        </p:grpSpPr>
        <p:sp>
          <p:nvSpPr>
            <p:cNvPr id="977" name="Google Shape;977;p37"/>
            <p:cNvSpPr/>
            <p:nvPr/>
          </p:nvSpPr>
          <p:spPr>
            <a:xfrm>
              <a:off x="7844125" y="89647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78" name="Google Shape;978;p37"/>
            <p:cNvSpPr/>
            <p:nvPr/>
          </p:nvSpPr>
          <p:spPr>
            <a:xfrm rot="-5400000">
              <a:off x="5969750" y="-1678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m 2" descr="Fundo preto com letras brancas&#10;&#10;Descrição gerada automaticamente">
            <a:extLst>
              <a:ext uri="{FF2B5EF4-FFF2-40B4-BE49-F238E27FC236}">
                <a16:creationId xmlns:a16="http://schemas.microsoft.com/office/drawing/2014/main" id="{5A02120D-5068-0FD4-AAF3-D1CE36216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4" y="3934226"/>
            <a:ext cx="1095854" cy="11092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7"/>
          <p:cNvSpPr txBox="1">
            <a:spLocks noGrp="1"/>
          </p:cNvSpPr>
          <p:nvPr>
            <p:ph type="ctrTitle"/>
          </p:nvPr>
        </p:nvSpPr>
        <p:spPr>
          <a:xfrm>
            <a:off x="931550" y="763712"/>
            <a:ext cx="7010967" cy="9992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/>
              <a:t>REJA</a:t>
            </a:r>
            <a:endParaRPr sz="2800" b="0" dirty="0"/>
          </a:p>
        </p:txBody>
      </p:sp>
      <p:sp>
        <p:nvSpPr>
          <p:cNvPr id="933" name="Google Shape;933;p37"/>
          <p:cNvSpPr txBox="1">
            <a:spLocks noGrp="1"/>
          </p:cNvSpPr>
          <p:nvPr>
            <p:ph type="subTitle" idx="1"/>
          </p:nvPr>
        </p:nvSpPr>
        <p:spPr>
          <a:xfrm>
            <a:off x="1331042" y="2150137"/>
            <a:ext cx="5849538" cy="19490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934" name="Google Shape;934;p37"/>
          <p:cNvGrpSpPr/>
          <p:nvPr/>
        </p:nvGrpSpPr>
        <p:grpSpPr>
          <a:xfrm>
            <a:off x="5524419" y="2241175"/>
            <a:ext cx="3619432" cy="2902209"/>
            <a:chOff x="5524419" y="2241175"/>
            <a:chExt cx="3619432" cy="2902209"/>
          </a:xfrm>
        </p:grpSpPr>
        <p:grpSp>
          <p:nvGrpSpPr>
            <p:cNvPr id="935" name="Google Shape;935;p37"/>
            <p:cNvGrpSpPr/>
            <p:nvPr/>
          </p:nvGrpSpPr>
          <p:grpSpPr>
            <a:xfrm>
              <a:off x="5524419" y="4160759"/>
              <a:ext cx="3619432" cy="982624"/>
              <a:chOff x="4986600" y="4014825"/>
              <a:chExt cx="4157400" cy="1128675"/>
            </a:xfrm>
          </p:grpSpPr>
          <p:sp>
            <p:nvSpPr>
              <p:cNvPr id="936" name="Google Shape;936;p37"/>
              <p:cNvSpPr/>
              <p:nvPr/>
            </p:nvSpPr>
            <p:spPr>
              <a:xfrm flipH="1">
                <a:off x="5715000" y="4014825"/>
                <a:ext cx="3429000" cy="1128600"/>
              </a:xfrm>
              <a:prstGeom prst="round1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  <p:sp>
            <p:nvSpPr>
              <p:cNvPr id="937" name="Google Shape;937;p37"/>
              <p:cNvSpPr/>
              <p:nvPr/>
            </p:nvSpPr>
            <p:spPr>
              <a:xfrm flipH="1">
                <a:off x="4986600" y="4527300"/>
                <a:ext cx="4157400" cy="616200"/>
              </a:xfrm>
              <a:prstGeom prst="round1Rect">
                <a:avLst>
                  <a:gd name="adj" fmla="val 50000"/>
                </a:avLst>
              </a:prstGeom>
              <a:solidFill>
                <a:srgbClr val="63DBF5">
                  <a:alpha val="6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  <p:grpSp>
          <p:nvGrpSpPr>
            <p:cNvPr id="938" name="Google Shape;938;p37"/>
            <p:cNvGrpSpPr/>
            <p:nvPr/>
          </p:nvGrpSpPr>
          <p:grpSpPr>
            <a:xfrm>
              <a:off x="7631225" y="2241175"/>
              <a:ext cx="986125" cy="2095500"/>
              <a:chOff x="7631225" y="2241175"/>
              <a:chExt cx="986125" cy="2095500"/>
            </a:xfrm>
          </p:grpSpPr>
          <p:cxnSp>
            <p:nvCxnSpPr>
              <p:cNvPr id="939" name="Google Shape;939;p37"/>
              <p:cNvCxnSpPr/>
              <p:nvPr/>
            </p:nvCxnSpPr>
            <p:spPr>
              <a:xfrm>
                <a:off x="763122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0" name="Google Shape;940;p37"/>
              <p:cNvCxnSpPr/>
              <p:nvPr/>
            </p:nvCxnSpPr>
            <p:spPr>
              <a:xfrm>
                <a:off x="770708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1" name="Google Shape;941;p37"/>
              <p:cNvCxnSpPr/>
              <p:nvPr/>
            </p:nvCxnSpPr>
            <p:spPr>
              <a:xfrm>
                <a:off x="778293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2" name="Google Shape;942;p37"/>
              <p:cNvCxnSpPr/>
              <p:nvPr/>
            </p:nvCxnSpPr>
            <p:spPr>
              <a:xfrm>
                <a:off x="7858792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3" name="Google Shape;943;p37"/>
              <p:cNvCxnSpPr/>
              <p:nvPr/>
            </p:nvCxnSpPr>
            <p:spPr>
              <a:xfrm>
                <a:off x="801050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4" name="Google Shape;944;p37"/>
              <p:cNvCxnSpPr/>
              <p:nvPr/>
            </p:nvCxnSpPr>
            <p:spPr>
              <a:xfrm>
                <a:off x="8162215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5" name="Google Shape;945;p37"/>
              <p:cNvCxnSpPr/>
              <p:nvPr/>
            </p:nvCxnSpPr>
            <p:spPr>
              <a:xfrm>
                <a:off x="8313927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6" name="Google Shape;946;p37"/>
              <p:cNvCxnSpPr/>
              <p:nvPr/>
            </p:nvCxnSpPr>
            <p:spPr>
              <a:xfrm>
                <a:off x="793464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7" name="Google Shape;947;p37"/>
              <p:cNvCxnSpPr/>
              <p:nvPr/>
            </p:nvCxnSpPr>
            <p:spPr>
              <a:xfrm>
                <a:off x="808636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8" name="Google Shape;948;p37"/>
              <p:cNvCxnSpPr/>
              <p:nvPr/>
            </p:nvCxnSpPr>
            <p:spPr>
              <a:xfrm>
                <a:off x="8238071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49" name="Google Shape;949;p37"/>
              <p:cNvCxnSpPr/>
              <p:nvPr/>
            </p:nvCxnSpPr>
            <p:spPr>
              <a:xfrm>
                <a:off x="8389783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0" name="Google Shape;950;p37"/>
              <p:cNvCxnSpPr/>
              <p:nvPr/>
            </p:nvCxnSpPr>
            <p:spPr>
              <a:xfrm>
                <a:off x="8465638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1" name="Google Shape;951;p37"/>
              <p:cNvCxnSpPr/>
              <p:nvPr/>
            </p:nvCxnSpPr>
            <p:spPr>
              <a:xfrm>
                <a:off x="8541494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2" name="Google Shape;952;p37"/>
              <p:cNvCxnSpPr/>
              <p:nvPr/>
            </p:nvCxnSpPr>
            <p:spPr>
              <a:xfrm>
                <a:off x="8617350" y="2241175"/>
                <a:ext cx="0" cy="209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953" name="Google Shape;953;p37"/>
          <p:cNvGrpSpPr/>
          <p:nvPr/>
        </p:nvGrpSpPr>
        <p:grpSpPr>
          <a:xfrm>
            <a:off x="-630087" y="1859288"/>
            <a:ext cx="2893588" cy="3284238"/>
            <a:chOff x="-630087" y="1859288"/>
            <a:chExt cx="2893588" cy="3284238"/>
          </a:xfrm>
        </p:grpSpPr>
        <p:sp>
          <p:nvSpPr>
            <p:cNvPr id="954" name="Google Shape;954;p37"/>
            <p:cNvSpPr/>
            <p:nvPr/>
          </p:nvSpPr>
          <p:spPr>
            <a:xfrm>
              <a:off x="0" y="3272100"/>
              <a:ext cx="12552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55" name="Google Shape;955;p37"/>
            <p:cNvSpPr/>
            <p:nvPr/>
          </p:nvSpPr>
          <p:spPr>
            <a:xfrm>
              <a:off x="0" y="4829725"/>
              <a:ext cx="2263500" cy="313800"/>
            </a:xfrm>
            <a:prstGeom prst="round1Rect">
              <a:avLst>
                <a:gd name="adj" fmla="val 50000"/>
              </a:avLst>
            </a:prstGeom>
            <a:solidFill>
              <a:srgbClr val="006DF5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grpSp>
          <p:nvGrpSpPr>
            <p:cNvPr id="956" name="Google Shape;956;p37"/>
            <p:cNvGrpSpPr/>
            <p:nvPr/>
          </p:nvGrpSpPr>
          <p:grpSpPr>
            <a:xfrm>
              <a:off x="-630087" y="1859288"/>
              <a:ext cx="1885275" cy="1884250"/>
              <a:chOff x="2609275" y="3149350"/>
              <a:chExt cx="1885275" cy="1884250"/>
            </a:xfrm>
          </p:grpSpPr>
          <p:sp>
            <p:nvSpPr>
              <p:cNvPr id="957" name="Google Shape;957;p37"/>
              <p:cNvSpPr/>
              <p:nvPr/>
            </p:nvSpPr>
            <p:spPr>
              <a:xfrm>
                <a:off x="3923900" y="3224950"/>
                <a:ext cx="494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761" h="19801" extrusionOk="0">
                    <a:moveTo>
                      <a:pt x="485" y="202"/>
                    </a:moveTo>
                    <a:cubicBezTo>
                      <a:pt x="323" y="162"/>
                      <a:pt x="162" y="81"/>
                      <a:pt x="1" y="1"/>
                    </a:cubicBezTo>
                    <a:lnTo>
                      <a:pt x="19761" y="19801"/>
                    </a:lnTo>
                    <a:cubicBezTo>
                      <a:pt x="19720" y="19640"/>
                      <a:pt x="19640" y="19478"/>
                      <a:pt x="19559" y="19317"/>
                    </a:cubicBezTo>
                    <a:lnTo>
                      <a:pt x="485" y="2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7"/>
              <p:cNvSpPr/>
              <p:nvPr/>
            </p:nvSpPr>
            <p:spPr>
              <a:xfrm>
                <a:off x="3725300" y="3164475"/>
                <a:ext cx="753125" cy="753100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24" extrusionOk="0">
                    <a:moveTo>
                      <a:pt x="323" y="81"/>
                    </a:moveTo>
                    <a:cubicBezTo>
                      <a:pt x="202" y="41"/>
                      <a:pt x="122" y="41"/>
                      <a:pt x="1" y="0"/>
                    </a:cubicBezTo>
                    <a:lnTo>
                      <a:pt x="30124" y="30124"/>
                    </a:lnTo>
                    <a:cubicBezTo>
                      <a:pt x="30084" y="30043"/>
                      <a:pt x="30084" y="29922"/>
                      <a:pt x="30043" y="29801"/>
                    </a:cubicBezTo>
                    <a:lnTo>
                      <a:pt x="323" y="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7"/>
              <p:cNvSpPr/>
              <p:nvPr/>
            </p:nvSpPr>
            <p:spPr>
              <a:xfrm>
                <a:off x="3572075" y="3149350"/>
                <a:ext cx="922475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899" h="36899" extrusionOk="0">
                    <a:moveTo>
                      <a:pt x="282" y="0"/>
                    </a:moveTo>
                    <a:cubicBezTo>
                      <a:pt x="161" y="0"/>
                      <a:pt x="81" y="0"/>
                      <a:pt x="0" y="0"/>
                    </a:cubicBezTo>
                    <a:lnTo>
                      <a:pt x="36898" y="36899"/>
                    </a:lnTo>
                    <a:cubicBezTo>
                      <a:pt x="36898" y="36778"/>
                      <a:pt x="36898" y="36697"/>
                      <a:pt x="36858" y="36616"/>
                    </a:cubicBez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7"/>
              <p:cNvSpPr/>
              <p:nvPr/>
            </p:nvSpPr>
            <p:spPr>
              <a:xfrm>
                <a:off x="3440000" y="315440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242" y="0"/>
                    </a:moveTo>
                    <a:cubicBezTo>
                      <a:pt x="162" y="40"/>
                      <a:pt x="81" y="40"/>
                      <a:pt x="0" y="40"/>
                    </a:cubicBezTo>
                    <a:lnTo>
                      <a:pt x="41899" y="41939"/>
                    </a:lnTo>
                    <a:cubicBezTo>
                      <a:pt x="41899" y="41858"/>
                      <a:pt x="41939" y="41778"/>
                      <a:pt x="41939" y="416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7"/>
              <p:cNvSpPr/>
              <p:nvPr/>
            </p:nvSpPr>
            <p:spPr>
              <a:xfrm>
                <a:off x="3323050" y="3175550"/>
                <a:ext cx="1145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811" h="45771" extrusionOk="0">
                    <a:moveTo>
                      <a:pt x="243" y="1"/>
                    </a:moveTo>
                    <a:cubicBezTo>
                      <a:pt x="162" y="1"/>
                      <a:pt x="81" y="41"/>
                      <a:pt x="1" y="41"/>
                    </a:cubicBezTo>
                    <a:lnTo>
                      <a:pt x="45730" y="45771"/>
                    </a:lnTo>
                    <a:cubicBezTo>
                      <a:pt x="45771" y="45690"/>
                      <a:pt x="45771" y="45610"/>
                      <a:pt x="45811" y="45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7"/>
              <p:cNvSpPr/>
              <p:nvPr/>
            </p:nvSpPr>
            <p:spPr>
              <a:xfrm>
                <a:off x="3218200" y="320782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202" y="0"/>
                    </a:moveTo>
                    <a:cubicBezTo>
                      <a:pt x="122" y="0"/>
                      <a:pt x="81" y="41"/>
                      <a:pt x="1" y="81"/>
                    </a:cubicBezTo>
                    <a:lnTo>
                      <a:pt x="48593" y="48674"/>
                    </a:lnTo>
                    <a:cubicBezTo>
                      <a:pt x="48634" y="48633"/>
                      <a:pt x="48674" y="48553"/>
                      <a:pt x="48674" y="484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7"/>
              <p:cNvSpPr/>
              <p:nvPr/>
            </p:nvSpPr>
            <p:spPr>
              <a:xfrm>
                <a:off x="3122425" y="324915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202" y="1"/>
                    </a:moveTo>
                    <a:cubicBezTo>
                      <a:pt x="122" y="41"/>
                      <a:pt x="81" y="81"/>
                      <a:pt x="1" y="122"/>
                    </a:cubicBezTo>
                    <a:lnTo>
                      <a:pt x="50771" y="50852"/>
                    </a:lnTo>
                    <a:cubicBezTo>
                      <a:pt x="50771" y="50811"/>
                      <a:pt x="50811" y="50731"/>
                      <a:pt x="50852" y="50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7"/>
              <p:cNvSpPr/>
              <p:nvPr/>
            </p:nvSpPr>
            <p:spPr>
              <a:xfrm>
                <a:off x="3035725" y="3299550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162" y="1"/>
                    </a:moveTo>
                    <a:cubicBezTo>
                      <a:pt x="81" y="41"/>
                      <a:pt x="41" y="82"/>
                      <a:pt x="1" y="122"/>
                    </a:cubicBezTo>
                    <a:lnTo>
                      <a:pt x="52182" y="52344"/>
                    </a:lnTo>
                    <a:cubicBezTo>
                      <a:pt x="52223" y="52263"/>
                      <a:pt x="52263" y="52223"/>
                      <a:pt x="52303" y="521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7"/>
              <p:cNvSpPr/>
              <p:nvPr/>
            </p:nvSpPr>
            <p:spPr>
              <a:xfrm>
                <a:off x="2956075" y="3358025"/>
                <a:ext cx="1328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51" h="53191" extrusionOk="0">
                    <a:moveTo>
                      <a:pt x="122" y="1"/>
                    </a:moveTo>
                    <a:cubicBezTo>
                      <a:pt x="82" y="41"/>
                      <a:pt x="41" y="82"/>
                      <a:pt x="1" y="122"/>
                    </a:cubicBezTo>
                    <a:lnTo>
                      <a:pt x="53030" y="53191"/>
                    </a:lnTo>
                    <a:cubicBezTo>
                      <a:pt x="53070" y="53110"/>
                      <a:pt x="53110" y="53070"/>
                      <a:pt x="53151" y="5303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7"/>
              <p:cNvSpPr/>
              <p:nvPr/>
            </p:nvSpPr>
            <p:spPr>
              <a:xfrm>
                <a:off x="2883500" y="3422550"/>
                <a:ext cx="1336825" cy="1336825"/>
              </a:xfrm>
              <a:custGeom>
                <a:avLst/>
                <a:gdLst/>
                <a:ahLst/>
                <a:cxnLst/>
                <a:rect l="l" t="t" r="r" b="b"/>
                <a:pathLst>
                  <a:path w="53473" h="53473" extrusionOk="0">
                    <a:moveTo>
                      <a:pt x="121" y="1"/>
                    </a:moveTo>
                    <a:cubicBezTo>
                      <a:pt x="121" y="1"/>
                      <a:pt x="81" y="81"/>
                      <a:pt x="81" y="81"/>
                    </a:cubicBezTo>
                    <a:cubicBezTo>
                      <a:pt x="41" y="122"/>
                      <a:pt x="0" y="122"/>
                      <a:pt x="0" y="162"/>
                    </a:cubicBezTo>
                    <a:lnTo>
                      <a:pt x="53311" y="53473"/>
                    </a:lnTo>
                    <a:cubicBezTo>
                      <a:pt x="53311" y="53473"/>
                      <a:pt x="53392" y="53433"/>
                      <a:pt x="53392" y="53433"/>
                    </a:cubicBezTo>
                    <a:cubicBezTo>
                      <a:pt x="53432" y="53392"/>
                      <a:pt x="53432" y="53392"/>
                      <a:pt x="53473" y="5335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7"/>
              <p:cNvSpPr/>
              <p:nvPr/>
            </p:nvSpPr>
            <p:spPr>
              <a:xfrm>
                <a:off x="2817975" y="3495150"/>
                <a:ext cx="1329775" cy="1329775"/>
              </a:xfrm>
              <a:custGeom>
                <a:avLst/>
                <a:gdLst/>
                <a:ahLst/>
                <a:cxnLst/>
                <a:rect l="l" t="t" r="r" b="b"/>
                <a:pathLst>
                  <a:path w="53191" h="53191" extrusionOk="0">
                    <a:moveTo>
                      <a:pt x="121" y="0"/>
                    </a:moveTo>
                    <a:cubicBezTo>
                      <a:pt x="81" y="41"/>
                      <a:pt x="41" y="121"/>
                      <a:pt x="0" y="161"/>
                    </a:cubicBezTo>
                    <a:lnTo>
                      <a:pt x="53029" y="53190"/>
                    </a:lnTo>
                    <a:cubicBezTo>
                      <a:pt x="53110" y="53150"/>
                      <a:pt x="53150" y="53109"/>
                      <a:pt x="53190" y="53069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7"/>
              <p:cNvSpPr/>
              <p:nvPr/>
            </p:nvSpPr>
            <p:spPr>
              <a:xfrm>
                <a:off x="2760500" y="3574775"/>
                <a:ext cx="1307600" cy="1308625"/>
              </a:xfrm>
              <a:custGeom>
                <a:avLst/>
                <a:gdLst/>
                <a:ahLst/>
                <a:cxnLst/>
                <a:rect l="l" t="t" r="r" b="b"/>
                <a:pathLst>
                  <a:path w="52304" h="52345" extrusionOk="0">
                    <a:moveTo>
                      <a:pt x="81" y="1"/>
                    </a:moveTo>
                    <a:cubicBezTo>
                      <a:pt x="41" y="82"/>
                      <a:pt x="41" y="122"/>
                      <a:pt x="1" y="162"/>
                    </a:cubicBezTo>
                    <a:lnTo>
                      <a:pt x="52142" y="52344"/>
                    </a:lnTo>
                    <a:cubicBezTo>
                      <a:pt x="52182" y="52304"/>
                      <a:pt x="52263" y="52263"/>
                      <a:pt x="52303" y="52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7"/>
              <p:cNvSpPr/>
              <p:nvPr/>
            </p:nvSpPr>
            <p:spPr>
              <a:xfrm>
                <a:off x="2710100" y="3662500"/>
                <a:ext cx="1271300" cy="1271300"/>
              </a:xfrm>
              <a:custGeom>
                <a:avLst/>
                <a:gdLst/>
                <a:ahLst/>
                <a:cxnLst/>
                <a:rect l="l" t="t" r="r" b="b"/>
                <a:pathLst>
                  <a:path w="50852" h="50852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0" y="162"/>
                    </a:cubicBezTo>
                    <a:lnTo>
                      <a:pt x="50650" y="50851"/>
                    </a:lnTo>
                    <a:cubicBezTo>
                      <a:pt x="50690" y="50811"/>
                      <a:pt x="50771" y="50771"/>
                      <a:pt x="50851" y="50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7"/>
              <p:cNvSpPr/>
              <p:nvPr/>
            </p:nvSpPr>
            <p:spPr>
              <a:xfrm>
                <a:off x="2667750" y="3758275"/>
                <a:ext cx="1216875" cy="1216850"/>
              </a:xfrm>
              <a:custGeom>
                <a:avLst/>
                <a:gdLst/>
                <a:ahLst/>
                <a:cxnLst/>
                <a:rect l="l" t="t" r="r" b="b"/>
                <a:pathLst>
                  <a:path w="48675" h="48674" extrusionOk="0">
                    <a:moveTo>
                      <a:pt x="81" y="0"/>
                    </a:moveTo>
                    <a:cubicBezTo>
                      <a:pt x="41" y="41"/>
                      <a:pt x="41" y="121"/>
                      <a:pt x="1" y="202"/>
                    </a:cubicBezTo>
                    <a:lnTo>
                      <a:pt x="48513" y="48674"/>
                    </a:lnTo>
                    <a:cubicBezTo>
                      <a:pt x="48553" y="48633"/>
                      <a:pt x="48634" y="48633"/>
                      <a:pt x="48674" y="4859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7"/>
              <p:cNvSpPr/>
              <p:nvPr/>
            </p:nvSpPr>
            <p:spPr>
              <a:xfrm>
                <a:off x="2635500" y="3863125"/>
                <a:ext cx="1144275" cy="1144275"/>
              </a:xfrm>
              <a:custGeom>
                <a:avLst/>
                <a:gdLst/>
                <a:ahLst/>
                <a:cxnLst/>
                <a:rect l="l" t="t" r="r" b="b"/>
                <a:pathLst>
                  <a:path w="45771" h="45771" extrusionOk="0">
                    <a:moveTo>
                      <a:pt x="41" y="0"/>
                    </a:moveTo>
                    <a:cubicBezTo>
                      <a:pt x="41" y="81"/>
                      <a:pt x="0" y="121"/>
                      <a:pt x="0" y="202"/>
                    </a:cubicBezTo>
                    <a:lnTo>
                      <a:pt x="45569" y="45770"/>
                    </a:lnTo>
                    <a:cubicBezTo>
                      <a:pt x="45649" y="45770"/>
                      <a:pt x="45730" y="45730"/>
                      <a:pt x="45770" y="4573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7"/>
              <p:cNvSpPr/>
              <p:nvPr/>
            </p:nvSpPr>
            <p:spPr>
              <a:xfrm>
                <a:off x="2615325" y="3980050"/>
                <a:ext cx="1048500" cy="1048500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41940" extrusionOk="0">
                    <a:moveTo>
                      <a:pt x="1" y="1"/>
                    </a:moveTo>
                    <a:cubicBezTo>
                      <a:pt x="1" y="82"/>
                      <a:pt x="1" y="162"/>
                      <a:pt x="1" y="243"/>
                    </a:cubicBezTo>
                    <a:lnTo>
                      <a:pt x="41657" y="41940"/>
                    </a:lnTo>
                    <a:cubicBezTo>
                      <a:pt x="41738" y="41900"/>
                      <a:pt x="41859" y="41900"/>
                      <a:pt x="41940" y="419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7"/>
              <p:cNvSpPr/>
              <p:nvPr/>
            </p:nvSpPr>
            <p:spPr>
              <a:xfrm>
                <a:off x="2609275" y="4111125"/>
                <a:ext cx="922500" cy="922475"/>
              </a:xfrm>
              <a:custGeom>
                <a:avLst/>
                <a:gdLst/>
                <a:ahLst/>
                <a:cxnLst/>
                <a:rect l="l" t="t" r="r" b="b"/>
                <a:pathLst>
                  <a:path w="36900" h="36899" extrusionOk="0">
                    <a:moveTo>
                      <a:pt x="1" y="0"/>
                    </a:moveTo>
                    <a:cubicBezTo>
                      <a:pt x="1" y="81"/>
                      <a:pt x="1" y="202"/>
                      <a:pt x="1" y="283"/>
                    </a:cubicBezTo>
                    <a:lnTo>
                      <a:pt x="36617" y="36899"/>
                    </a:lnTo>
                    <a:cubicBezTo>
                      <a:pt x="36697" y="36899"/>
                      <a:pt x="36818" y="36899"/>
                      <a:pt x="36899" y="36899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7"/>
              <p:cNvSpPr/>
              <p:nvPr/>
            </p:nvSpPr>
            <p:spPr>
              <a:xfrm>
                <a:off x="2625400" y="4264350"/>
                <a:ext cx="753125" cy="754125"/>
              </a:xfrm>
              <a:custGeom>
                <a:avLst/>
                <a:gdLst/>
                <a:ahLst/>
                <a:cxnLst/>
                <a:rect l="l" t="t" r="r" b="b"/>
                <a:pathLst>
                  <a:path w="30125" h="30165" extrusionOk="0">
                    <a:moveTo>
                      <a:pt x="1" y="1"/>
                    </a:moveTo>
                    <a:cubicBezTo>
                      <a:pt x="1" y="122"/>
                      <a:pt x="41" y="243"/>
                      <a:pt x="41" y="364"/>
                    </a:cubicBezTo>
                    <a:lnTo>
                      <a:pt x="29762" y="30084"/>
                    </a:lnTo>
                    <a:cubicBezTo>
                      <a:pt x="29883" y="30124"/>
                      <a:pt x="30004" y="30124"/>
                      <a:pt x="30124" y="301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7"/>
              <p:cNvSpPr/>
              <p:nvPr/>
            </p:nvSpPr>
            <p:spPr>
              <a:xfrm>
                <a:off x="2684900" y="4462975"/>
                <a:ext cx="495025" cy="495025"/>
              </a:xfrm>
              <a:custGeom>
                <a:avLst/>
                <a:gdLst/>
                <a:ahLst/>
                <a:cxnLst/>
                <a:rect l="l" t="t" r="r" b="b"/>
                <a:pathLst>
                  <a:path w="19801" h="19801" extrusionOk="0">
                    <a:moveTo>
                      <a:pt x="0" y="0"/>
                    </a:moveTo>
                    <a:cubicBezTo>
                      <a:pt x="81" y="161"/>
                      <a:pt x="161" y="323"/>
                      <a:pt x="242" y="484"/>
                    </a:cubicBezTo>
                    <a:lnTo>
                      <a:pt x="19316" y="19599"/>
                    </a:lnTo>
                    <a:cubicBezTo>
                      <a:pt x="19478" y="19639"/>
                      <a:pt x="19639" y="19720"/>
                      <a:pt x="19800" y="198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76" name="Google Shape;976;p37"/>
          <p:cNvGrpSpPr/>
          <p:nvPr/>
        </p:nvGrpSpPr>
        <p:grpSpPr>
          <a:xfrm>
            <a:off x="5969750" y="-1678600"/>
            <a:ext cx="3756875" cy="2788075"/>
            <a:chOff x="5969750" y="-1678600"/>
            <a:chExt cx="3756875" cy="2788075"/>
          </a:xfrm>
        </p:grpSpPr>
        <p:sp>
          <p:nvSpPr>
            <p:cNvPr id="977" name="Google Shape;977;p37"/>
            <p:cNvSpPr/>
            <p:nvPr/>
          </p:nvSpPr>
          <p:spPr>
            <a:xfrm>
              <a:off x="7844125" y="89647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78" name="Google Shape;978;p37"/>
            <p:cNvSpPr/>
            <p:nvPr/>
          </p:nvSpPr>
          <p:spPr>
            <a:xfrm rot="-5400000">
              <a:off x="5969750" y="-1678600"/>
              <a:ext cx="2325825" cy="2325825"/>
            </a:xfrm>
            <a:custGeom>
              <a:avLst/>
              <a:gdLst/>
              <a:ahLst/>
              <a:cxnLst/>
              <a:rect l="l" t="t" r="r" b="b"/>
              <a:pathLst>
                <a:path w="93033" h="93033" extrusionOk="0">
                  <a:moveTo>
                    <a:pt x="89685" y="61054"/>
                  </a:moveTo>
                  <a:lnTo>
                    <a:pt x="89685" y="63796"/>
                  </a:lnTo>
                  <a:lnTo>
                    <a:pt x="89927" y="63150"/>
                  </a:lnTo>
                  <a:lnTo>
                    <a:pt x="89927" y="61054"/>
                  </a:lnTo>
                  <a:lnTo>
                    <a:pt x="90693" y="61054"/>
                  </a:lnTo>
                  <a:cubicBezTo>
                    <a:pt x="90733" y="60973"/>
                    <a:pt x="90733" y="60892"/>
                    <a:pt x="90774" y="60812"/>
                  </a:cubicBezTo>
                  <a:lnTo>
                    <a:pt x="89927" y="60812"/>
                  </a:lnTo>
                  <a:lnTo>
                    <a:pt x="89927" y="56255"/>
                  </a:lnTo>
                  <a:lnTo>
                    <a:pt x="91984" y="56255"/>
                  </a:lnTo>
                  <a:cubicBezTo>
                    <a:pt x="92024" y="56174"/>
                    <a:pt x="92024" y="56093"/>
                    <a:pt x="92064" y="56013"/>
                  </a:cubicBezTo>
                  <a:lnTo>
                    <a:pt x="89927" y="56013"/>
                  </a:lnTo>
                  <a:lnTo>
                    <a:pt x="89927" y="51456"/>
                  </a:lnTo>
                  <a:lnTo>
                    <a:pt x="92750" y="51456"/>
                  </a:lnTo>
                  <a:cubicBezTo>
                    <a:pt x="92750" y="51375"/>
                    <a:pt x="92790" y="51295"/>
                    <a:pt x="92790" y="51174"/>
                  </a:cubicBezTo>
                  <a:lnTo>
                    <a:pt x="89927" y="51174"/>
                  </a:lnTo>
                  <a:lnTo>
                    <a:pt x="89927" y="46617"/>
                  </a:lnTo>
                  <a:lnTo>
                    <a:pt x="93032" y="46617"/>
                  </a:lnTo>
                  <a:lnTo>
                    <a:pt x="93032" y="46496"/>
                  </a:lnTo>
                  <a:lnTo>
                    <a:pt x="93032" y="46375"/>
                  </a:lnTo>
                  <a:lnTo>
                    <a:pt x="89927" y="46375"/>
                  </a:lnTo>
                  <a:lnTo>
                    <a:pt x="89927" y="41818"/>
                  </a:lnTo>
                  <a:lnTo>
                    <a:pt x="92790" y="41818"/>
                  </a:lnTo>
                  <a:cubicBezTo>
                    <a:pt x="92790" y="41737"/>
                    <a:pt x="92750" y="41657"/>
                    <a:pt x="92750" y="41576"/>
                  </a:cubicBezTo>
                  <a:lnTo>
                    <a:pt x="89927" y="41576"/>
                  </a:lnTo>
                  <a:lnTo>
                    <a:pt x="89927" y="36979"/>
                  </a:lnTo>
                  <a:lnTo>
                    <a:pt x="92064" y="36979"/>
                  </a:lnTo>
                  <a:cubicBezTo>
                    <a:pt x="92024" y="36898"/>
                    <a:pt x="92024" y="36818"/>
                    <a:pt x="91984" y="36737"/>
                  </a:cubicBezTo>
                  <a:lnTo>
                    <a:pt x="89927" y="36737"/>
                  </a:lnTo>
                  <a:lnTo>
                    <a:pt x="89927" y="32180"/>
                  </a:lnTo>
                  <a:lnTo>
                    <a:pt x="90774" y="32180"/>
                  </a:lnTo>
                  <a:cubicBezTo>
                    <a:pt x="90733" y="32099"/>
                    <a:pt x="90733" y="32019"/>
                    <a:pt x="90693" y="31938"/>
                  </a:cubicBezTo>
                  <a:lnTo>
                    <a:pt x="89927" y="31938"/>
                  </a:lnTo>
                  <a:lnTo>
                    <a:pt x="89927" y="29841"/>
                  </a:lnTo>
                  <a:lnTo>
                    <a:pt x="89685" y="29196"/>
                  </a:lnTo>
                  <a:lnTo>
                    <a:pt x="89685" y="31938"/>
                  </a:lnTo>
                  <a:lnTo>
                    <a:pt x="85128" y="31938"/>
                  </a:lnTo>
                  <a:lnTo>
                    <a:pt x="85128" y="27381"/>
                  </a:lnTo>
                  <a:lnTo>
                    <a:pt x="88919" y="27381"/>
                  </a:lnTo>
                  <a:cubicBezTo>
                    <a:pt x="88879" y="27301"/>
                    <a:pt x="88838" y="27220"/>
                    <a:pt x="88798" y="27139"/>
                  </a:cubicBezTo>
                  <a:lnTo>
                    <a:pt x="85128" y="27139"/>
                  </a:lnTo>
                  <a:lnTo>
                    <a:pt x="85128" y="22542"/>
                  </a:lnTo>
                  <a:lnTo>
                    <a:pt x="86378" y="22542"/>
                  </a:lnTo>
                  <a:cubicBezTo>
                    <a:pt x="86338" y="22462"/>
                    <a:pt x="86298" y="22381"/>
                    <a:pt x="86257" y="22300"/>
                  </a:cubicBezTo>
                  <a:lnTo>
                    <a:pt x="85128" y="22300"/>
                  </a:lnTo>
                  <a:lnTo>
                    <a:pt x="85128" y="20566"/>
                  </a:lnTo>
                  <a:cubicBezTo>
                    <a:pt x="85048" y="20445"/>
                    <a:pt x="84967" y="20324"/>
                    <a:pt x="84886" y="20203"/>
                  </a:cubicBezTo>
                  <a:lnTo>
                    <a:pt x="84886" y="22300"/>
                  </a:lnTo>
                  <a:lnTo>
                    <a:pt x="80329" y="22300"/>
                  </a:lnTo>
                  <a:lnTo>
                    <a:pt x="80329" y="17743"/>
                  </a:lnTo>
                  <a:lnTo>
                    <a:pt x="83072" y="17743"/>
                  </a:lnTo>
                  <a:lnTo>
                    <a:pt x="82870" y="17501"/>
                  </a:lnTo>
                  <a:lnTo>
                    <a:pt x="80329" y="17501"/>
                  </a:lnTo>
                  <a:lnTo>
                    <a:pt x="80329" y="14558"/>
                  </a:lnTo>
                  <a:lnTo>
                    <a:pt x="80087" y="14316"/>
                  </a:lnTo>
                  <a:lnTo>
                    <a:pt x="80087" y="17501"/>
                  </a:lnTo>
                  <a:lnTo>
                    <a:pt x="75490" y="17501"/>
                  </a:lnTo>
                  <a:lnTo>
                    <a:pt x="75490" y="12945"/>
                  </a:lnTo>
                  <a:lnTo>
                    <a:pt x="78716" y="12945"/>
                  </a:lnTo>
                  <a:lnTo>
                    <a:pt x="78434" y="12703"/>
                  </a:lnTo>
                  <a:lnTo>
                    <a:pt x="75490" y="12703"/>
                  </a:lnTo>
                  <a:lnTo>
                    <a:pt x="75490" y="10122"/>
                  </a:lnTo>
                  <a:lnTo>
                    <a:pt x="75248" y="9920"/>
                  </a:lnTo>
                  <a:lnTo>
                    <a:pt x="75248" y="12703"/>
                  </a:lnTo>
                  <a:lnTo>
                    <a:pt x="70691" y="12703"/>
                  </a:lnTo>
                  <a:lnTo>
                    <a:pt x="70691" y="8106"/>
                  </a:lnTo>
                  <a:lnTo>
                    <a:pt x="72788" y="8106"/>
                  </a:lnTo>
                  <a:cubicBezTo>
                    <a:pt x="72667" y="8025"/>
                    <a:pt x="72546" y="7944"/>
                    <a:pt x="72425" y="7864"/>
                  </a:cubicBezTo>
                  <a:lnTo>
                    <a:pt x="70691" y="7864"/>
                  </a:lnTo>
                  <a:lnTo>
                    <a:pt x="70691" y="6775"/>
                  </a:lnTo>
                  <a:cubicBezTo>
                    <a:pt x="70611" y="6694"/>
                    <a:pt x="70530" y="6654"/>
                    <a:pt x="70450" y="6613"/>
                  </a:cubicBezTo>
                  <a:lnTo>
                    <a:pt x="70450" y="7864"/>
                  </a:lnTo>
                  <a:lnTo>
                    <a:pt x="65893" y="7864"/>
                  </a:lnTo>
                  <a:lnTo>
                    <a:pt x="65893" y="4194"/>
                  </a:lnTo>
                  <a:cubicBezTo>
                    <a:pt x="65812" y="4154"/>
                    <a:pt x="65731" y="4113"/>
                    <a:pt x="65651" y="4073"/>
                  </a:cubicBezTo>
                  <a:lnTo>
                    <a:pt x="65651" y="7864"/>
                  </a:lnTo>
                  <a:lnTo>
                    <a:pt x="61054" y="7864"/>
                  </a:lnTo>
                  <a:lnTo>
                    <a:pt x="61054" y="3307"/>
                  </a:lnTo>
                  <a:lnTo>
                    <a:pt x="63796" y="3307"/>
                  </a:lnTo>
                  <a:lnTo>
                    <a:pt x="63191" y="3065"/>
                  </a:lnTo>
                  <a:lnTo>
                    <a:pt x="61054" y="3065"/>
                  </a:lnTo>
                  <a:lnTo>
                    <a:pt x="61054" y="2339"/>
                  </a:lnTo>
                  <a:cubicBezTo>
                    <a:pt x="60973" y="2299"/>
                    <a:pt x="60892" y="2258"/>
                    <a:pt x="60812" y="2258"/>
                  </a:cubicBezTo>
                  <a:lnTo>
                    <a:pt x="60812" y="3065"/>
                  </a:lnTo>
                  <a:lnTo>
                    <a:pt x="56255" y="3065"/>
                  </a:lnTo>
                  <a:lnTo>
                    <a:pt x="56255" y="1048"/>
                  </a:lnTo>
                  <a:cubicBezTo>
                    <a:pt x="56174" y="1008"/>
                    <a:pt x="56093" y="1008"/>
                    <a:pt x="56013" y="968"/>
                  </a:cubicBezTo>
                  <a:lnTo>
                    <a:pt x="56013" y="3065"/>
                  </a:lnTo>
                  <a:lnTo>
                    <a:pt x="51456" y="3065"/>
                  </a:lnTo>
                  <a:lnTo>
                    <a:pt x="51456" y="282"/>
                  </a:lnTo>
                  <a:cubicBezTo>
                    <a:pt x="51375" y="242"/>
                    <a:pt x="51295" y="242"/>
                    <a:pt x="51214" y="242"/>
                  </a:cubicBezTo>
                  <a:lnTo>
                    <a:pt x="51214" y="3065"/>
                  </a:lnTo>
                  <a:lnTo>
                    <a:pt x="46617" y="3065"/>
                  </a:lnTo>
                  <a:lnTo>
                    <a:pt x="46617" y="0"/>
                  </a:lnTo>
                  <a:lnTo>
                    <a:pt x="46496" y="0"/>
                  </a:lnTo>
                  <a:lnTo>
                    <a:pt x="46375" y="0"/>
                  </a:lnTo>
                  <a:lnTo>
                    <a:pt x="46375" y="3065"/>
                  </a:lnTo>
                  <a:lnTo>
                    <a:pt x="41818" y="3065"/>
                  </a:lnTo>
                  <a:lnTo>
                    <a:pt x="41818" y="242"/>
                  </a:lnTo>
                  <a:cubicBezTo>
                    <a:pt x="41737" y="242"/>
                    <a:pt x="41657" y="242"/>
                    <a:pt x="41576" y="242"/>
                  </a:cubicBezTo>
                  <a:lnTo>
                    <a:pt x="41576" y="3065"/>
                  </a:lnTo>
                  <a:lnTo>
                    <a:pt x="37019" y="3065"/>
                  </a:lnTo>
                  <a:lnTo>
                    <a:pt x="37019" y="968"/>
                  </a:lnTo>
                  <a:cubicBezTo>
                    <a:pt x="36939" y="1008"/>
                    <a:pt x="36858" y="1008"/>
                    <a:pt x="36777" y="1008"/>
                  </a:cubicBezTo>
                  <a:lnTo>
                    <a:pt x="36777" y="3065"/>
                  </a:lnTo>
                  <a:lnTo>
                    <a:pt x="32180" y="3065"/>
                  </a:lnTo>
                  <a:lnTo>
                    <a:pt x="32180" y="2258"/>
                  </a:lnTo>
                  <a:cubicBezTo>
                    <a:pt x="32099" y="2258"/>
                    <a:pt x="32019" y="2299"/>
                    <a:pt x="31938" y="2339"/>
                  </a:cubicBezTo>
                  <a:lnTo>
                    <a:pt x="31938" y="3065"/>
                  </a:lnTo>
                  <a:lnTo>
                    <a:pt x="29841" y="3065"/>
                  </a:lnTo>
                  <a:lnTo>
                    <a:pt x="29236" y="3307"/>
                  </a:lnTo>
                  <a:lnTo>
                    <a:pt x="31938" y="3307"/>
                  </a:lnTo>
                  <a:lnTo>
                    <a:pt x="31938" y="7904"/>
                  </a:lnTo>
                  <a:lnTo>
                    <a:pt x="27381" y="7904"/>
                  </a:lnTo>
                  <a:lnTo>
                    <a:pt x="27381" y="4113"/>
                  </a:lnTo>
                  <a:cubicBezTo>
                    <a:pt x="27301" y="4154"/>
                    <a:pt x="27220" y="4194"/>
                    <a:pt x="27139" y="4234"/>
                  </a:cubicBezTo>
                  <a:lnTo>
                    <a:pt x="27139" y="7904"/>
                  </a:lnTo>
                  <a:lnTo>
                    <a:pt x="22542" y="7904"/>
                  </a:lnTo>
                  <a:lnTo>
                    <a:pt x="22542" y="6613"/>
                  </a:lnTo>
                  <a:cubicBezTo>
                    <a:pt x="22462" y="6694"/>
                    <a:pt x="22381" y="6734"/>
                    <a:pt x="22300" y="6775"/>
                  </a:cubicBezTo>
                  <a:lnTo>
                    <a:pt x="22300" y="7904"/>
                  </a:lnTo>
                  <a:lnTo>
                    <a:pt x="20566" y="7904"/>
                  </a:lnTo>
                  <a:cubicBezTo>
                    <a:pt x="20445" y="7985"/>
                    <a:pt x="20324" y="8065"/>
                    <a:pt x="20203" y="8146"/>
                  </a:cubicBezTo>
                  <a:lnTo>
                    <a:pt x="22300" y="8146"/>
                  </a:lnTo>
                  <a:lnTo>
                    <a:pt x="22300" y="12703"/>
                  </a:lnTo>
                  <a:lnTo>
                    <a:pt x="17743" y="12703"/>
                  </a:lnTo>
                  <a:lnTo>
                    <a:pt x="17743" y="9961"/>
                  </a:lnTo>
                  <a:lnTo>
                    <a:pt x="17501" y="10162"/>
                  </a:lnTo>
                  <a:lnTo>
                    <a:pt x="17501" y="12703"/>
                  </a:lnTo>
                  <a:lnTo>
                    <a:pt x="14558" y="12703"/>
                  </a:lnTo>
                  <a:lnTo>
                    <a:pt x="14316" y="12945"/>
                  </a:lnTo>
                  <a:lnTo>
                    <a:pt x="17501" y="12945"/>
                  </a:lnTo>
                  <a:lnTo>
                    <a:pt x="17501" y="17542"/>
                  </a:lnTo>
                  <a:lnTo>
                    <a:pt x="12945" y="17542"/>
                  </a:lnTo>
                  <a:lnTo>
                    <a:pt x="12945" y="14316"/>
                  </a:lnTo>
                  <a:lnTo>
                    <a:pt x="12703" y="14598"/>
                  </a:lnTo>
                  <a:lnTo>
                    <a:pt x="12703" y="17542"/>
                  </a:lnTo>
                  <a:lnTo>
                    <a:pt x="10122" y="17542"/>
                  </a:lnTo>
                  <a:lnTo>
                    <a:pt x="9920" y="17784"/>
                  </a:lnTo>
                  <a:lnTo>
                    <a:pt x="12703" y="17784"/>
                  </a:lnTo>
                  <a:lnTo>
                    <a:pt x="12703" y="22341"/>
                  </a:lnTo>
                  <a:lnTo>
                    <a:pt x="8106" y="22341"/>
                  </a:lnTo>
                  <a:lnTo>
                    <a:pt x="8106" y="20244"/>
                  </a:lnTo>
                  <a:cubicBezTo>
                    <a:pt x="8025" y="20365"/>
                    <a:pt x="7944" y="20486"/>
                    <a:pt x="7864" y="20607"/>
                  </a:cubicBezTo>
                  <a:lnTo>
                    <a:pt x="7864" y="22341"/>
                  </a:lnTo>
                  <a:lnTo>
                    <a:pt x="6775" y="22341"/>
                  </a:lnTo>
                  <a:cubicBezTo>
                    <a:pt x="6694" y="22421"/>
                    <a:pt x="6654" y="22502"/>
                    <a:pt x="6613" y="22583"/>
                  </a:cubicBezTo>
                  <a:lnTo>
                    <a:pt x="7864" y="22583"/>
                  </a:lnTo>
                  <a:lnTo>
                    <a:pt x="7864" y="27139"/>
                  </a:lnTo>
                  <a:lnTo>
                    <a:pt x="4194" y="27139"/>
                  </a:lnTo>
                  <a:cubicBezTo>
                    <a:pt x="4154" y="27220"/>
                    <a:pt x="4113" y="27301"/>
                    <a:pt x="4073" y="27381"/>
                  </a:cubicBezTo>
                  <a:lnTo>
                    <a:pt x="7864" y="27381"/>
                  </a:lnTo>
                  <a:lnTo>
                    <a:pt x="7864" y="31978"/>
                  </a:lnTo>
                  <a:lnTo>
                    <a:pt x="3307" y="31978"/>
                  </a:lnTo>
                  <a:lnTo>
                    <a:pt x="3307" y="29236"/>
                  </a:lnTo>
                  <a:lnTo>
                    <a:pt x="3065" y="29841"/>
                  </a:lnTo>
                  <a:lnTo>
                    <a:pt x="3065" y="31978"/>
                  </a:lnTo>
                  <a:lnTo>
                    <a:pt x="2299" y="31978"/>
                  </a:lnTo>
                  <a:cubicBezTo>
                    <a:pt x="2299" y="32059"/>
                    <a:pt x="2258" y="32140"/>
                    <a:pt x="2218" y="32220"/>
                  </a:cubicBezTo>
                  <a:lnTo>
                    <a:pt x="3065" y="32220"/>
                  </a:lnTo>
                  <a:lnTo>
                    <a:pt x="3065" y="36777"/>
                  </a:lnTo>
                  <a:lnTo>
                    <a:pt x="1008" y="36777"/>
                  </a:lnTo>
                  <a:cubicBezTo>
                    <a:pt x="1008" y="36858"/>
                    <a:pt x="968" y="36939"/>
                    <a:pt x="968" y="37019"/>
                  </a:cubicBezTo>
                  <a:lnTo>
                    <a:pt x="3065" y="37019"/>
                  </a:lnTo>
                  <a:lnTo>
                    <a:pt x="3065" y="41576"/>
                  </a:lnTo>
                  <a:lnTo>
                    <a:pt x="242" y="41576"/>
                  </a:lnTo>
                  <a:cubicBezTo>
                    <a:pt x="242" y="41657"/>
                    <a:pt x="242" y="41737"/>
                    <a:pt x="242" y="41818"/>
                  </a:cubicBezTo>
                  <a:lnTo>
                    <a:pt x="3065" y="41818"/>
                  </a:lnTo>
                  <a:lnTo>
                    <a:pt x="3065" y="46415"/>
                  </a:lnTo>
                  <a:lnTo>
                    <a:pt x="0" y="46415"/>
                  </a:lnTo>
                  <a:lnTo>
                    <a:pt x="0" y="46536"/>
                  </a:lnTo>
                  <a:lnTo>
                    <a:pt x="0" y="46657"/>
                  </a:lnTo>
                  <a:lnTo>
                    <a:pt x="3065" y="46657"/>
                  </a:lnTo>
                  <a:lnTo>
                    <a:pt x="3065" y="51214"/>
                  </a:lnTo>
                  <a:lnTo>
                    <a:pt x="242" y="51214"/>
                  </a:lnTo>
                  <a:cubicBezTo>
                    <a:pt x="242" y="51295"/>
                    <a:pt x="242" y="51375"/>
                    <a:pt x="242" y="51456"/>
                  </a:cubicBezTo>
                  <a:lnTo>
                    <a:pt x="3065" y="51456"/>
                  </a:lnTo>
                  <a:lnTo>
                    <a:pt x="3065" y="56053"/>
                  </a:lnTo>
                  <a:lnTo>
                    <a:pt x="968" y="56053"/>
                  </a:lnTo>
                  <a:cubicBezTo>
                    <a:pt x="968" y="56134"/>
                    <a:pt x="1008" y="56174"/>
                    <a:pt x="1008" y="56295"/>
                  </a:cubicBezTo>
                  <a:lnTo>
                    <a:pt x="3065" y="56295"/>
                  </a:lnTo>
                  <a:lnTo>
                    <a:pt x="3065" y="60852"/>
                  </a:lnTo>
                  <a:lnTo>
                    <a:pt x="2218" y="60852"/>
                  </a:lnTo>
                  <a:cubicBezTo>
                    <a:pt x="2258" y="60933"/>
                    <a:pt x="2299" y="61013"/>
                    <a:pt x="2299" y="61094"/>
                  </a:cubicBezTo>
                  <a:lnTo>
                    <a:pt x="3065" y="61094"/>
                  </a:lnTo>
                  <a:lnTo>
                    <a:pt x="3065" y="63191"/>
                  </a:lnTo>
                  <a:lnTo>
                    <a:pt x="3307" y="63836"/>
                  </a:lnTo>
                  <a:lnTo>
                    <a:pt x="3307" y="61094"/>
                  </a:lnTo>
                  <a:lnTo>
                    <a:pt x="7864" y="61094"/>
                  </a:lnTo>
                  <a:lnTo>
                    <a:pt x="7864" y="65651"/>
                  </a:lnTo>
                  <a:lnTo>
                    <a:pt x="4073" y="65651"/>
                  </a:lnTo>
                  <a:cubicBezTo>
                    <a:pt x="4113" y="65731"/>
                    <a:pt x="4154" y="65812"/>
                    <a:pt x="4194" y="65893"/>
                  </a:cubicBezTo>
                  <a:lnTo>
                    <a:pt x="7864" y="65893"/>
                  </a:lnTo>
                  <a:lnTo>
                    <a:pt x="7864" y="70490"/>
                  </a:lnTo>
                  <a:lnTo>
                    <a:pt x="6613" y="70490"/>
                  </a:lnTo>
                  <a:cubicBezTo>
                    <a:pt x="6654" y="70570"/>
                    <a:pt x="6694" y="70651"/>
                    <a:pt x="6775" y="70732"/>
                  </a:cubicBezTo>
                  <a:lnTo>
                    <a:pt x="7864" y="70732"/>
                  </a:lnTo>
                  <a:lnTo>
                    <a:pt x="7864" y="72466"/>
                  </a:lnTo>
                  <a:cubicBezTo>
                    <a:pt x="7944" y="72587"/>
                    <a:pt x="8025" y="72708"/>
                    <a:pt x="8106" y="72829"/>
                  </a:cubicBezTo>
                  <a:lnTo>
                    <a:pt x="8106" y="70732"/>
                  </a:lnTo>
                  <a:lnTo>
                    <a:pt x="12703" y="70732"/>
                  </a:lnTo>
                  <a:lnTo>
                    <a:pt x="12703" y="75289"/>
                  </a:lnTo>
                  <a:lnTo>
                    <a:pt x="9920" y="75289"/>
                  </a:lnTo>
                  <a:lnTo>
                    <a:pt x="10122" y="75531"/>
                  </a:lnTo>
                  <a:lnTo>
                    <a:pt x="12703" y="75531"/>
                  </a:lnTo>
                  <a:lnTo>
                    <a:pt x="12703" y="78474"/>
                  </a:lnTo>
                  <a:lnTo>
                    <a:pt x="12945" y="78716"/>
                  </a:lnTo>
                  <a:lnTo>
                    <a:pt x="12945" y="75531"/>
                  </a:lnTo>
                  <a:lnTo>
                    <a:pt x="17501" y="75531"/>
                  </a:lnTo>
                  <a:lnTo>
                    <a:pt x="17501" y="80087"/>
                  </a:lnTo>
                  <a:lnTo>
                    <a:pt x="14316" y="80087"/>
                  </a:lnTo>
                  <a:lnTo>
                    <a:pt x="14558" y="80329"/>
                  </a:lnTo>
                  <a:lnTo>
                    <a:pt x="17501" y="80329"/>
                  </a:lnTo>
                  <a:lnTo>
                    <a:pt x="17501" y="82910"/>
                  </a:lnTo>
                  <a:lnTo>
                    <a:pt x="17743" y="83072"/>
                  </a:lnTo>
                  <a:lnTo>
                    <a:pt x="17743" y="80329"/>
                  </a:lnTo>
                  <a:lnTo>
                    <a:pt x="22300" y="80329"/>
                  </a:lnTo>
                  <a:lnTo>
                    <a:pt x="22300" y="84927"/>
                  </a:lnTo>
                  <a:lnTo>
                    <a:pt x="20203" y="84927"/>
                  </a:lnTo>
                  <a:cubicBezTo>
                    <a:pt x="20324" y="85007"/>
                    <a:pt x="20445" y="85088"/>
                    <a:pt x="20566" y="85168"/>
                  </a:cubicBezTo>
                  <a:lnTo>
                    <a:pt x="22300" y="85168"/>
                  </a:lnTo>
                  <a:lnTo>
                    <a:pt x="22300" y="86257"/>
                  </a:lnTo>
                  <a:cubicBezTo>
                    <a:pt x="22381" y="86338"/>
                    <a:pt x="22462" y="86378"/>
                    <a:pt x="22542" y="86419"/>
                  </a:cubicBezTo>
                  <a:lnTo>
                    <a:pt x="22542" y="85168"/>
                  </a:lnTo>
                  <a:lnTo>
                    <a:pt x="27139" y="85168"/>
                  </a:lnTo>
                  <a:lnTo>
                    <a:pt x="27139" y="88838"/>
                  </a:lnTo>
                  <a:cubicBezTo>
                    <a:pt x="27220" y="88878"/>
                    <a:pt x="27301" y="88919"/>
                    <a:pt x="27381" y="88959"/>
                  </a:cubicBezTo>
                  <a:lnTo>
                    <a:pt x="27381" y="85168"/>
                  </a:lnTo>
                  <a:lnTo>
                    <a:pt x="31938" y="85168"/>
                  </a:lnTo>
                  <a:lnTo>
                    <a:pt x="31938" y="89725"/>
                  </a:lnTo>
                  <a:lnTo>
                    <a:pt x="29236" y="89725"/>
                  </a:lnTo>
                  <a:lnTo>
                    <a:pt x="29841" y="89967"/>
                  </a:lnTo>
                  <a:lnTo>
                    <a:pt x="31938" y="89967"/>
                  </a:lnTo>
                  <a:lnTo>
                    <a:pt x="31938" y="90733"/>
                  </a:lnTo>
                  <a:cubicBezTo>
                    <a:pt x="32019" y="90733"/>
                    <a:pt x="32099" y="90774"/>
                    <a:pt x="32180" y="90814"/>
                  </a:cubicBezTo>
                  <a:lnTo>
                    <a:pt x="32180" y="89967"/>
                  </a:lnTo>
                  <a:lnTo>
                    <a:pt x="36777" y="89967"/>
                  </a:lnTo>
                  <a:lnTo>
                    <a:pt x="36777" y="92024"/>
                  </a:lnTo>
                  <a:cubicBezTo>
                    <a:pt x="36858" y="92024"/>
                    <a:pt x="36939" y="92064"/>
                    <a:pt x="37019" y="92064"/>
                  </a:cubicBezTo>
                  <a:lnTo>
                    <a:pt x="37019" y="89967"/>
                  </a:lnTo>
                  <a:lnTo>
                    <a:pt x="41576" y="89967"/>
                  </a:lnTo>
                  <a:lnTo>
                    <a:pt x="41576" y="92790"/>
                  </a:lnTo>
                  <a:cubicBezTo>
                    <a:pt x="41657" y="92790"/>
                    <a:pt x="41737" y="92790"/>
                    <a:pt x="41818" y="92790"/>
                  </a:cubicBezTo>
                  <a:lnTo>
                    <a:pt x="41818" y="89967"/>
                  </a:lnTo>
                  <a:lnTo>
                    <a:pt x="46375" y="89967"/>
                  </a:lnTo>
                  <a:lnTo>
                    <a:pt x="46375" y="93032"/>
                  </a:lnTo>
                  <a:lnTo>
                    <a:pt x="46496" y="93032"/>
                  </a:lnTo>
                  <a:lnTo>
                    <a:pt x="46617" y="93032"/>
                  </a:lnTo>
                  <a:lnTo>
                    <a:pt x="46617" y="89967"/>
                  </a:lnTo>
                  <a:lnTo>
                    <a:pt x="51214" y="89967"/>
                  </a:lnTo>
                  <a:lnTo>
                    <a:pt x="51214" y="92790"/>
                  </a:lnTo>
                  <a:cubicBezTo>
                    <a:pt x="51295" y="92790"/>
                    <a:pt x="51375" y="92790"/>
                    <a:pt x="51456" y="92790"/>
                  </a:cubicBezTo>
                  <a:lnTo>
                    <a:pt x="51456" y="89967"/>
                  </a:lnTo>
                  <a:lnTo>
                    <a:pt x="56013" y="89967"/>
                  </a:lnTo>
                  <a:lnTo>
                    <a:pt x="56013" y="92064"/>
                  </a:lnTo>
                  <a:cubicBezTo>
                    <a:pt x="56093" y="92064"/>
                    <a:pt x="56174" y="92024"/>
                    <a:pt x="56255" y="92024"/>
                  </a:cubicBezTo>
                  <a:lnTo>
                    <a:pt x="56255" y="89967"/>
                  </a:lnTo>
                  <a:lnTo>
                    <a:pt x="60812" y="89967"/>
                  </a:lnTo>
                  <a:lnTo>
                    <a:pt x="60812" y="90814"/>
                  </a:lnTo>
                  <a:cubicBezTo>
                    <a:pt x="60892" y="90774"/>
                    <a:pt x="60973" y="90733"/>
                    <a:pt x="61054" y="90733"/>
                  </a:cubicBezTo>
                  <a:lnTo>
                    <a:pt x="61054" y="89967"/>
                  </a:lnTo>
                  <a:lnTo>
                    <a:pt x="63191" y="89967"/>
                  </a:lnTo>
                  <a:lnTo>
                    <a:pt x="63796" y="89725"/>
                  </a:lnTo>
                  <a:lnTo>
                    <a:pt x="61054" y="89725"/>
                  </a:lnTo>
                  <a:lnTo>
                    <a:pt x="61054" y="85168"/>
                  </a:lnTo>
                  <a:lnTo>
                    <a:pt x="65651" y="85168"/>
                  </a:lnTo>
                  <a:lnTo>
                    <a:pt x="65651" y="88959"/>
                  </a:lnTo>
                  <a:cubicBezTo>
                    <a:pt x="65731" y="88919"/>
                    <a:pt x="65812" y="88878"/>
                    <a:pt x="65893" y="88838"/>
                  </a:cubicBezTo>
                  <a:lnTo>
                    <a:pt x="65893" y="85168"/>
                  </a:lnTo>
                  <a:lnTo>
                    <a:pt x="70450" y="85168"/>
                  </a:lnTo>
                  <a:lnTo>
                    <a:pt x="70450" y="86419"/>
                  </a:lnTo>
                  <a:cubicBezTo>
                    <a:pt x="70530" y="86378"/>
                    <a:pt x="70611" y="86338"/>
                    <a:pt x="70691" y="86257"/>
                  </a:cubicBezTo>
                  <a:lnTo>
                    <a:pt x="70691" y="85168"/>
                  </a:lnTo>
                  <a:lnTo>
                    <a:pt x="72425" y="85168"/>
                  </a:lnTo>
                  <a:cubicBezTo>
                    <a:pt x="72546" y="85088"/>
                    <a:pt x="72667" y="85007"/>
                    <a:pt x="72788" y="84927"/>
                  </a:cubicBezTo>
                  <a:lnTo>
                    <a:pt x="70691" y="84927"/>
                  </a:lnTo>
                  <a:lnTo>
                    <a:pt x="70691" y="80329"/>
                  </a:lnTo>
                  <a:lnTo>
                    <a:pt x="75248" y="80329"/>
                  </a:lnTo>
                  <a:lnTo>
                    <a:pt x="75248" y="83072"/>
                  </a:lnTo>
                  <a:lnTo>
                    <a:pt x="75490" y="82910"/>
                  </a:lnTo>
                  <a:lnTo>
                    <a:pt x="75490" y="80329"/>
                  </a:lnTo>
                  <a:lnTo>
                    <a:pt x="78434" y="80329"/>
                  </a:lnTo>
                  <a:lnTo>
                    <a:pt x="78716" y="80087"/>
                  </a:lnTo>
                  <a:lnTo>
                    <a:pt x="75490" y="80087"/>
                  </a:lnTo>
                  <a:lnTo>
                    <a:pt x="75490" y="75531"/>
                  </a:lnTo>
                  <a:lnTo>
                    <a:pt x="80087" y="75531"/>
                  </a:lnTo>
                  <a:lnTo>
                    <a:pt x="80087" y="78716"/>
                  </a:lnTo>
                  <a:lnTo>
                    <a:pt x="80329" y="78474"/>
                  </a:lnTo>
                  <a:lnTo>
                    <a:pt x="80329" y="75531"/>
                  </a:lnTo>
                  <a:lnTo>
                    <a:pt x="82870" y="75531"/>
                  </a:lnTo>
                  <a:lnTo>
                    <a:pt x="83072" y="75289"/>
                  </a:lnTo>
                  <a:lnTo>
                    <a:pt x="80329" y="75289"/>
                  </a:lnTo>
                  <a:lnTo>
                    <a:pt x="80329" y="70732"/>
                  </a:lnTo>
                  <a:lnTo>
                    <a:pt x="84886" y="70732"/>
                  </a:lnTo>
                  <a:lnTo>
                    <a:pt x="84886" y="72829"/>
                  </a:lnTo>
                  <a:cubicBezTo>
                    <a:pt x="84967" y="72708"/>
                    <a:pt x="85048" y="72587"/>
                    <a:pt x="85128" y="72466"/>
                  </a:cubicBezTo>
                  <a:lnTo>
                    <a:pt x="85128" y="70732"/>
                  </a:lnTo>
                  <a:lnTo>
                    <a:pt x="86257" y="70732"/>
                  </a:lnTo>
                  <a:cubicBezTo>
                    <a:pt x="86298" y="70651"/>
                    <a:pt x="86338" y="70570"/>
                    <a:pt x="86378" y="70490"/>
                  </a:cubicBezTo>
                  <a:lnTo>
                    <a:pt x="85128" y="70490"/>
                  </a:lnTo>
                  <a:lnTo>
                    <a:pt x="85128" y="65893"/>
                  </a:lnTo>
                  <a:lnTo>
                    <a:pt x="88798" y="65893"/>
                  </a:lnTo>
                  <a:cubicBezTo>
                    <a:pt x="88838" y="65812"/>
                    <a:pt x="88879" y="65731"/>
                    <a:pt x="88919" y="65651"/>
                  </a:cubicBezTo>
                  <a:lnTo>
                    <a:pt x="85128" y="65651"/>
                  </a:lnTo>
                  <a:lnTo>
                    <a:pt x="85128" y="61094"/>
                  </a:lnTo>
                  <a:lnTo>
                    <a:pt x="89685" y="61094"/>
                  </a:lnTo>
                  <a:close/>
                  <a:moveTo>
                    <a:pt x="85128" y="32180"/>
                  </a:moveTo>
                  <a:lnTo>
                    <a:pt x="89685" y="32180"/>
                  </a:lnTo>
                  <a:lnTo>
                    <a:pt x="89685" y="36777"/>
                  </a:lnTo>
                  <a:lnTo>
                    <a:pt x="85128" y="36777"/>
                  </a:lnTo>
                  <a:close/>
                  <a:moveTo>
                    <a:pt x="85128" y="37019"/>
                  </a:moveTo>
                  <a:lnTo>
                    <a:pt x="89685" y="37019"/>
                  </a:lnTo>
                  <a:lnTo>
                    <a:pt x="89685" y="41576"/>
                  </a:lnTo>
                  <a:lnTo>
                    <a:pt x="85128" y="41576"/>
                  </a:lnTo>
                  <a:close/>
                  <a:moveTo>
                    <a:pt x="85128" y="41818"/>
                  </a:moveTo>
                  <a:lnTo>
                    <a:pt x="89685" y="41818"/>
                  </a:lnTo>
                  <a:lnTo>
                    <a:pt x="89685" y="46375"/>
                  </a:lnTo>
                  <a:lnTo>
                    <a:pt x="85128" y="46375"/>
                  </a:lnTo>
                  <a:close/>
                  <a:moveTo>
                    <a:pt x="85128" y="46617"/>
                  </a:moveTo>
                  <a:lnTo>
                    <a:pt x="89685" y="46617"/>
                  </a:lnTo>
                  <a:lnTo>
                    <a:pt x="89685" y="51214"/>
                  </a:lnTo>
                  <a:lnTo>
                    <a:pt x="85128" y="51214"/>
                  </a:lnTo>
                  <a:close/>
                  <a:moveTo>
                    <a:pt x="85128" y="51456"/>
                  </a:moveTo>
                  <a:lnTo>
                    <a:pt x="89685" y="51456"/>
                  </a:lnTo>
                  <a:lnTo>
                    <a:pt x="89685" y="56013"/>
                  </a:lnTo>
                  <a:lnTo>
                    <a:pt x="85128" y="56013"/>
                  </a:lnTo>
                  <a:close/>
                  <a:moveTo>
                    <a:pt x="85128" y="56255"/>
                  </a:moveTo>
                  <a:lnTo>
                    <a:pt x="89685" y="56255"/>
                  </a:lnTo>
                  <a:lnTo>
                    <a:pt x="89685" y="60812"/>
                  </a:lnTo>
                  <a:lnTo>
                    <a:pt x="85128" y="60812"/>
                  </a:lnTo>
                  <a:close/>
                  <a:moveTo>
                    <a:pt x="7904" y="60812"/>
                  </a:moveTo>
                  <a:lnTo>
                    <a:pt x="3347" y="60812"/>
                  </a:lnTo>
                  <a:lnTo>
                    <a:pt x="3347" y="56255"/>
                  </a:lnTo>
                  <a:lnTo>
                    <a:pt x="7904" y="56255"/>
                  </a:lnTo>
                  <a:close/>
                  <a:moveTo>
                    <a:pt x="7904" y="56013"/>
                  </a:moveTo>
                  <a:lnTo>
                    <a:pt x="3347" y="56013"/>
                  </a:lnTo>
                  <a:lnTo>
                    <a:pt x="3347" y="51456"/>
                  </a:lnTo>
                  <a:lnTo>
                    <a:pt x="7904" y="51456"/>
                  </a:lnTo>
                  <a:close/>
                  <a:moveTo>
                    <a:pt x="7904" y="51214"/>
                  </a:moveTo>
                  <a:lnTo>
                    <a:pt x="3347" y="51214"/>
                  </a:lnTo>
                  <a:lnTo>
                    <a:pt x="3347" y="46617"/>
                  </a:lnTo>
                  <a:lnTo>
                    <a:pt x="7904" y="46617"/>
                  </a:lnTo>
                  <a:close/>
                  <a:moveTo>
                    <a:pt x="7904" y="46375"/>
                  </a:moveTo>
                  <a:lnTo>
                    <a:pt x="3347" y="46375"/>
                  </a:lnTo>
                  <a:lnTo>
                    <a:pt x="3347" y="41818"/>
                  </a:lnTo>
                  <a:lnTo>
                    <a:pt x="7904" y="41818"/>
                  </a:lnTo>
                  <a:close/>
                  <a:moveTo>
                    <a:pt x="7904" y="41576"/>
                  </a:moveTo>
                  <a:lnTo>
                    <a:pt x="3347" y="41576"/>
                  </a:lnTo>
                  <a:lnTo>
                    <a:pt x="3347" y="37019"/>
                  </a:lnTo>
                  <a:lnTo>
                    <a:pt x="7904" y="37019"/>
                  </a:lnTo>
                  <a:close/>
                  <a:moveTo>
                    <a:pt x="7904" y="36777"/>
                  </a:moveTo>
                  <a:lnTo>
                    <a:pt x="3347" y="36777"/>
                  </a:lnTo>
                  <a:lnTo>
                    <a:pt x="3347" y="32180"/>
                  </a:lnTo>
                  <a:lnTo>
                    <a:pt x="7904" y="32180"/>
                  </a:lnTo>
                  <a:close/>
                  <a:moveTo>
                    <a:pt x="12703" y="70449"/>
                  </a:moveTo>
                  <a:lnTo>
                    <a:pt x="8146" y="70449"/>
                  </a:lnTo>
                  <a:lnTo>
                    <a:pt x="8146" y="65893"/>
                  </a:lnTo>
                  <a:lnTo>
                    <a:pt x="12703" y="65893"/>
                  </a:lnTo>
                  <a:close/>
                  <a:moveTo>
                    <a:pt x="12703" y="65610"/>
                  </a:moveTo>
                  <a:lnTo>
                    <a:pt x="8146" y="65610"/>
                  </a:lnTo>
                  <a:lnTo>
                    <a:pt x="8146" y="61054"/>
                  </a:lnTo>
                  <a:lnTo>
                    <a:pt x="12703" y="61054"/>
                  </a:lnTo>
                  <a:close/>
                  <a:moveTo>
                    <a:pt x="12703" y="60812"/>
                  </a:moveTo>
                  <a:lnTo>
                    <a:pt x="8146" y="60812"/>
                  </a:lnTo>
                  <a:lnTo>
                    <a:pt x="8146" y="56255"/>
                  </a:lnTo>
                  <a:lnTo>
                    <a:pt x="12703" y="56255"/>
                  </a:lnTo>
                  <a:close/>
                  <a:moveTo>
                    <a:pt x="12703" y="56013"/>
                  </a:moveTo>
                  <a:lnTo>
                    <a:pt x="8146" y="56013"/>
                  </a:lnTo>
                  <a:lnTo>
                    <a:pt x="8146" y="51456"/>
                  </a:lnTo>
                  <a:lnTo>
                    <a:pt x="12703" y="51456"/>
                  </a:lnTo>
                  <a:close/>
                  <a:moveTo>
                    <a:pt x="12703" y="51174"/>
                  </a:moveTo>
                  <a:lnTo>
                    <a:pt x="8146" y="51174"/>
                  </a:lnTo>
                  <a:lnTo>
                    <a:pt x="8146" y="46617"/>
                  </a:lnTo>
                  <a:lnTo>
                    <a:pt x="12703" y="46617"/>
                  </a:lnTo>
                  <a:close/>
                  <a:moveTo>
                    <a:pt x="12703" y="46375"/>
                  </a:moveTo>
                  <a:lnTo>
                    <a:pt x="8146" y="46375"/>
                  </a:lnTo>
                  <a:lnTo>
                    <a:pt x="8146" y="41818"/>
                  </a:lnTo>
                  <a:lnTo>
                    <a:pt x="12703" y="41818"/>
                  </a:lnTo>
                  <a:close/>
                  <a:moveTo>
                    <a:pt x="12703" y="41576"/>
                  </a:moveTo>
                  <a:lnTo>
                    <a:pt x="8146" y="41576"/>
                  </a:lnTo>
                  <a:lnTo>
                    <a:pt x="8146" y="36979"/>
                  </a:lnTo>
                  <a:lnTo>
                    <a:pt x="12703" y="36979"/>
                  </a:lnTo>
                  <a:close/>
                  <a:moveTo>
                    <a:pt x="12703" y="36737"/>
                  </a:moveTo>
                  <a:lnTo>
                    <a:pt x="8146" y="36737"/>
                  </a:lnTo>
                  <a:lnTo>
                    <a:pt x="8146" y="32180"/>
                  </a:lnTo>
                  <a:lnTo>
                    <a:pt x="12703" y="32180"/>
                  </a:lnTo>
                  <a:close/>
                  <a:moveTo>
                    <a:pt x="12703" y="31938"/>
                  </a:moveTo>
                  <a:lnTo>
                    <a:pt x="8146" y="31938"/>
                  </a:lnTo>
                  <a:lnTo>
                    <a:pt x="8146" y="27381"/>
                  </a:lnTo>
                  <a:lnTo>
                    <a:pt x="12703" y="27381"/>
                  </a:lnTo>
                  <a:close/>
                  <a:moveTo>
                    <a:pt x="12703" y="27139"/>
                  </a:moveTo>
                  <a:lnTo>
                    <a:pt x="8146" y="27139"/>
                  </a:lnTo>
                  <a:lnTo>
                    <a:pt x="8146" y="22542"/>
                  </a:lnTo>
                  <a:lnTo>
                    <a:pt x="12703" y="22542"/>
                  </a:lnTo>
                  <a:close/>
                  <a:moveTo>
                    <a:pt x="17542" y="75248"/>
                  </a:moveTo>
                  <a:lnTo>
                    <a:pt x="12945" y="75248"/>
                  </a:lnTo>
                  <a:lnTo>
                    <a:pt x="12945" y="70651"/>
                  </a:lnTo>
                  <a:lnTo>
                    <a:pt x="17542" y="70651"/>
                  </a:lnTo>
                  <a:close/>
                  <a:moveTo>
                    <a:pt x="17542" y="70449"/>
                  </a:moveTo>
                  <a:lnTo>
                    <a:pt x="12945" y="70449"/>
                  </a:lnTo>
                  <a:lnTo>
                    <a:pt x="12945" y="65852"/>
                  </a:lnTo>
                  <a:lnTo>
                    <a:pt x="17542" y="65852"/>
                  </a:lnTo>
                  <a:close/>
                  <a:moveTo>
                    <a:pt x="17542" y="65610"/>
                  </a:moveTo>
                  <a:lnTo>
                    <a:pt x="12945" y="65610"/>
                  </a:lnTo>
                  <a:lnTo>
                    <a:pt x="12945" y="61054"/>
                  </a:lnTo>
                  <a:lnTo>
                    <a:pt x="17542" y="61054"/>
                  </a:lnTo>
                  <a:close/>
                  <a:moveTo>
                    <a:pt x="17542" y="60812"/>
                  </a:moveTo>
                  <a:lnTo>
                    <a:pt x="12945" y="60812"/>
                  </a:lnTo>
                  <a:lnTo>
                    <a:pt x="12945" y="56214"/>
                  </a:lnTo>
                  <a:lnTo>
                    <a:pt x="17542" y="56214"/>
                  </a:lnTo>
                  <a:close/>
                  <a:moveTo>
                    <a:pt x="17542" y="55972"/>
                  </a:moveTo>
                  <a:lnTo>
                    <a:pt x="12945" y="55972"/>
                  </a:lnTo>
                  <a:lnTo>
                    <a:pt x="12945" y="51416"/>
                  </a:lnTo>
                  <a:lnTo>
                    <a:pt x="17542" y="51416"/>
                  </a:lnTo>
                  <a:close/>
                  <a:moveTo>
                    <a:pt x="17542" y="51174"/>
                  </a:moveTo>
                  <a:lnTo>
                    <a:pt x="12945" y="51174"/>
                  </a:lnTo>
                  <a:lnTo>
                    <a:pt x="12945" y="46617"/>
                  </a:lnTo>
                  <a:lnTo>
                    <a:pt x="17542" y="46617"/>
                  </a:lnTo>
                  <a:close/>
                  <a:moveTo>
                    <a:pt x="17542" y="46375"/>
                  </a:moveTo>
                  <a:lnTo>
                    <a:pt x="12945" y="46375"/>
                  </a:lnTo>
                  <a:lnTo>
                    <a:pt x="12945" y="41778"/>
                  </a:lnTo>
                  <a:lnTo>
                    <a:pt x="17542" y="41778"/>
                  </a:lnTo>
                  <a:close/>
                  <a:moveTo>
                    <a:pt x="17542" y="41536"/>
                  </a:moveTo>
                  <a:lnTo>
                    <a:pt x="12945" y="41536"/>
                  </a:lnTo>
                  <a:lnTo>
                    <a:pt x="12945" y="36979"/>
                  </a:lnTo>
                  <a:lnTo>
                    <a:pt x="17542" y="36979"/>
                  </a:lnTo>
                  <a:close/>
                  <a:moveTo>
                    <a:pt x="17542" y="36737"/>
                  </a:moveTo>
                  <a:lnTo>
                    <a:pt x="12945" y="36737"/>
                  </a:lnTo>
                  <a:lnTo>
                    <a:pt x="12945" y="32180"/>
                  </a:lnTo>
                  <a:lnTo>
                    <a:pt x="17542" y="32180"/>
                  </a:lnTo>
                  <a:close/>
                  <a:moveTo>
                    <a:pt x="17542" y="31938"/>
                  </a:moveTo>
                  <a:lnTo>
                    <a:pt x="12945" y="31938"/>
                  </a:lnTo>
                  <a:lnTo>
                    <a:pt x="12945" y="27341"/>
                  </a:lnTo>
                  <a:lnTo>
                    <a:pt x="17542" y="27341"/>
                  </a:lnTo>
                  <a:close/>
                  <a:moveTo>
                    <a:pt x="17542" y="27099"/>
                  </a:moveTo>
                  <a:lnTo>
                    <a:pt x="12945" y="27099"/>
                  </a:lnTo>
                  <a:lnTo>
                    <a:pt x="12945" y="22542"/>
                  </a:lnTo>
                  <a:lnTo>
                    <a:pt x="17542" y="22542"/>
                  </a:lnTo>
                  <a:close/>
                  <a:moveTo>
                    <a:pt x="17542" y="22300"/>
                  </a:moveTo>
                  <a:lnTo>
                    <a:pt x="12945" y="22300"/>
                  </a:lnTo>
                  <a:lnTo>
                    <a:pt x="12945" y="17743"/>
                  </a:lnTo>
                  <a:lnTo>
                    <a:pt x="17542" y="17743"/>
                  </a:lnTo>
                  <a:close/>
                  <a:moveTo>
                    <a:pt x="22341" y="80047"/>
                  </a:moveTo>
                  <a:lnTo>
                    <a:pt x="17784" y="80047"/>
                  </a:lnTo>
                  <a:lnTo>
                    <a:pt x="17784" y="75450"/>
                  </a:lnTo>
                  <a:lnTo>
                    <a:pt x="22341" y="75450"/>
                  </a:lnTo>
                  <a:close/>
                  <a:moveTo>
                    <a:pt x="22341" y="75208"/>
                  </a:moveTo>
                  <a:lnTo>
                    <a:pt x="17784" y="75208"/>
                  </a:lnTo>
                  <a:lnTo>
                    <a:pt x="17784" y="70651"/>
                  </a:lnTo>
                  <a:lnTo>
                    <a:pt x="22341" y="70651"/>
                  </a:lnTo>
                  <a:close/>
                  <a:moveTo>
                    <a:pt x="22341" y="70409"/>
                  </a:moveTo>
                  <a:lnTo>
                    <a:pt x="17784" y="70409"/>
                  </a:lnTo>
                  <a:lnTo>
                    <a:pt x="17784" y="65852"/>
                  </a:lnTo>
                  <a:lnTo>
                    <a:pt x="22341" y="65852"/>
                  </a:lnTo>
                  <a:close/>
                  <a:moveTo>
                    <a:pt x="22341" y="65610"/>
                  </a:moveTo>
                  <a:lnTo>
                    <a:pt x="17784" y="65610"/>
                  </a:lnTo>
                  <a:lnTo>
                    <a:pt x="17784" y="61013"/>
                  </a:lnTo>
                  <a:lnTo>
                    <a:pt x="22341" y="61013"/>
                  </a:lnTo>
                  <a:close/>
                  <a:moveTo>
                    <a:pt x="22341" y="60771"/>
                  </a:moveTo>
                  <a:lnTo>
                    <a:pt x="17784" y="60771"/>
                  </a:lnTo>
                  <a:lnTo>
                    <a:pt x="17784" y="56214"/>
                  </a:lnTo>
                  <a:lnTo>
                    <a:pt x="22341" y="56214"/>
                  </a:lnTo>
                  <a:close/>
                  <a:moveTo>
                    <a:pt x="22341" y="55972"/>
                  </a:moveTo>
                  <a:lnTo>
                    <a:pt x="17784" y="55972"/>
                  </a:lnTo>
                  <a:lnTo>
                    <a:pt x="17784" y="51416"/>
                  </a:lnTo>
                  <a:lnTo>
                    <a:pt x="22341" y="51416"/>
                  </a:lnTo>
                  <a:close/>
                  <a:moveTo>
                    <a:pt x="22341" y="51174"/>
                  </a:moveTo>
                  <a:lnTo>
                    <a:pt x="17784" y="51174"/>
                  </a:lnTo>
                  <a:lnTo>
                    <a:pt x="17784" y="46577"/>
                  </a:lnTo>
                  <a:lnTo>
                    <a:pt x="22341" y="46577"/>
                  </a:lnTo>
                  <a:close/>
                  <a:moveTo>
                    <a:pt x="22341" y="46335"/>
                  </a:moveTo>
                  <a:lnTo>
                    <a:pt x="17784" y="46335"/>
                  </a:lnTo>
                  <a:lnTo>
                    <a:pt x="17784" y="41778"/>
                  </a:lnTo>
                  <a:lnTo>
                    <a:pt x="22341" y="41778"/>
                  </a:lnTo>
                  <a:close/>
                  <a:moveTo>
                    <a:pt x="22341" y="41536"/>
                  </a:moveTo>
                  <a:lnTo>
                    <a:pt x="17784" y="41536"/>
                  </a:lnTo>
                  <a:lnTo>
                    <a:pt x="17784" y="36939"/>
                  </a:lnTo>
                  <a:lnTo>
                    <a:pt x="22341" y="36939"/>
                  </a:lnTo>
                  <a:close/>
                  <a:moveTo>
                    <a:pt x="22341" y="36737"/>
                  </a:moveTo>
                  <a:lnTo>
                    <a:pt x="17784" y="36737"/>
                  </a:lnTo>
                  <a:lnTo>
                    <a:pt x="17784" y="32140"/>
                  </a:lnTo>
                  <a:lnTo>
                    <a:pt x="22341" y="32140"/>
                  </a:lnTo>
                  <a:close/>
                  <a:moveTo>
                    <a:pt x="22341" y="31898"/>
                  </a:moveTo>
                  <a:lnTo>
                    <a:pt x="17784" y="31898"/>
                  </a:lnTo>
                  <a:lnTo>
                    <a:pt x="17784" y="27341"/>
                  </a:lnTo>
                  <a:lnTo>
                    <a:pt x="22341" y="27341"/>
                  </a:lnTo>
                  <a:close/>
                  <a:moveTo>
                    <a:pt x="22341" y="27099"/>
                  </a:moveTo>
                  <a:lnTo>
                    <a:pt x="17784" y="27099"/>
                  </a:lnTo>
                  <a:lnTo>
                    <a:pt x="17784" y="22502"/>
                  </a:lnTo>
                  <a:lnTo>
                    <a:pt x="22341" y="22502"/>
                  </a:lnTo>
                  <a:close/>
                  <a:moveTo>
                    <a:pt x="22341" y="22260"/>
                  </a:moveTo>
                  <a:lnTo>
                    <a:pt x="17784" y="22260"/>
                  </a:lnTo>
                  <a:lnTo>
                    <a:pt x="17784" y="17703"/>
                  </a:lnTo>
                  <a:lnTo>
                    <a:pt x="22341" y="17703"/>
                  </a:lnTo>
                  <a:close/>
                  <a:moveTo>
                    <a:pt x="22341" y="17461"/>
                  </a:moveTo>
                  <a:lnTo>
                    <a:pt x="17784" y="17461"/>
                  </a:lnTo>
                  <a:lnTo>
                    <a:pt x="17784" y="12904"/>
                  </a:lnTo>
                  <a:lnTo>
                    <a:pt x="22341" y="12904"/>
                  </a:lnTo>
                  <a:close/>
                  <a:moveTo>
                    <a:pt x="27139" y="84846"/>
                  </a:moveTo>
                  <a:lnTo>
                    <a:pt x="22583" y="84846"/>
                  </a:lnTo>
                  <a:lnTo>
                    <a:pt x="22583" y="80249"/>
                  </a:lnTo>
                  <a:lnTo>
                    <a:pt x="27139" y="80249"/>
                  </a:lnTo>
                  <a:close/>
                  <a:moveTo>
                    <a:pt x="27139" y="80007"/>
                  </a:moveTo>
                  <a:lnTo>
                    <a:pt x="22583" y="80007"/>
                  </a:lnTo>
                  <a:lnTo>
                    <a:pt x="22583" y="75450"/>
                  </a:lnTo>
                  <a:lnTo>
                    <a:pt x="27139" y="75450"/>
                  </a:lnTo>
                  <a:close/>
                  <a:moveTo>
                    <a:pt x="27139" y="75208"/>
                  </a:moveTo>
                  <a:lnTo>
                    <a:pt x="22583" y="75208"/>
                  </a:lnTo>
                  <a:lnTo>
                    <a:pt x="22583" y="70611"/>
                  </a:lnTo>
                  <a:lnTo>
                    <a:pt x="27139" y="70611"/>
                  </a:lnTo>
                  <a:close/>
                  <a:moveTo>
                    <a:pt x="27139" y="70369"/>
                  </a:moveTo>
                  <a:lnTo>
                    <a:pt x="22583" y="70369"/>
                  </a:lnTo>
                  <a:lnTo>
                    <a:pt x="22583" y="65812"/>
                  </a:lnTo>
                  <a:lnTo>
                    <a:pt x="27139" y="65812"/>
                  </a:lnTo>
                  <a:close/>
                  <a:moveTo>
                    <a:pt x="27139" y="65570"/>
                  </a:moveTo>
                  <a:lnTo>
                    <a:pt x="22583" y="65570"/>
                  </a:lnTo>
                  <a:lnTo>
                    <a:pt x="22583" y="61013"/>
                  </a:lnTo>
                  <a:lnTo>
                    <a:pt x="27139" y="61013"/>
                  </a:lnTo>
                  <a:close/>
                  <a:moveTo>
                    <a:pt x="27139" y="60771"/>
                  </a:moveTo>
                  <a:lnTo>
                    <a:pt x="22583" y="60771"/>
                  </a:lnTo>
                  <a:lnTo>
                    <a:pt x="22583" y="56174"/>
                  </a:lnTo>
                  <a:lnTo>
                    <a:pt x="27139" y="56174"/>
                  </a:lnTo>
                  <a:close/>
                  <a:moveTo>
                    <a:pt x="27139" y="55932"/>
                  </a:moveTo>
                  <a:lnTo>
                    <a:pt x="22583" y="55932"/>
                  </a:lnTo>
                  <a:lnTo>
                    <a:pt x="22583" y="51375"/>
                  </a:lnTo>
                  <a:lnTo>
                    <a:pt x="27139" y="51375"/>
                  </a:lnTo>
                  <a:close/>
                  <a:moveTo>
                    <a:pt x="27139" y="51133"/>
                  </a:moveTo>
                  <a:lnTo>
                    <a:pt x="22583" y="51133"/>
                  </a:lnTo>
                  <a:lnTo>
                    <a:pt x="22583" y="46577"/>
                  </a:lnTo>
                  <a:lnTo>
                    <a:pt x="27139" y="46577"/>
                  </a:lnTo>
                  <a:close/>
                  <a:moveTo>
                    <a:pt x="27139" y="46335"/>
                  </a:moveTo>
                  <a:lnTo>
                    <a:pt x="22583" y="46335"/>
                  </a:lnTo>
                  <a:lnTo>
                    <a:pt x="22583" y="41737"/>
                  </a:lnTo>
                  <a:lnTo>
                    <a:pt x="27139" y="41737"/>
                  </a:lnTo>
                  <a:close/>
                  <a:moveTo>
                    <a:pt x="27139" y="41495"/>
                  </a:moveTo>
                  <a:lnTo>
                    <a:pt x="22583" y="41495"/>
                  </a:lnTo>
                  <a:lnTo>
                    <a:pt x="22583" y="36939"/>
                  </a:lnTo>
                  <a:lnTo>
                    <a:pt x="27139" y="36939"/>
                  </a:lnTo>
                  <a:close/>
                  <a:moveTo>
                    <a:pt x="27139" y="36697"/>
                  </a:moveTo>
                  <a:lnTo>
                    <a:pt x="22583" y="36697"/>
                  </a:lnTo>
                  <a:lnTo>
                    <a:pt x="22583" y="32140"/>
                  </a:lnTo>
                  <a:lnTo>
                    <a:pt x="27139" y="32140"/>
                  </a:lnTo>
                  <a:close/>
                  <a:moveTo>
                    <a:pt x="27139" y="31898"/>
                  </a:moveTo>
                  <a:lnTo>
                    <a:pt x="22583" y="31898"/>
                  </a:lnTo>
                  <a:lnTo>
                    <a:pt x="22583" y="27301"/>
                  </a:lnTo>
                  <a:lnTo>
                    <a:pt x="27139" y="27301"/>
                  </a:lnTo>
                  <a:close/>
                  <a:moveTo>
                    <a:pt x="27139" y="27059"/>
                  </a:moveTo>
                  <a:lnTo>
                    <a:pt x="22583" y="27059"/>
                  </a:lnTo>
                  <a:lnTo>
                    <a:pt x="22583" y="22502"/>
                  </a:lnTo>
                  <a:lnTo>
                    <a:pt x="27139" y="22502"/>
                  </a:lnTo>
                  <a:close/>
                  <a:moveTo>
                    <a:pt x="27139" y="22260"/>
                  </a:moveTo>
                  <a:lnTo>
                    <a:pt x="22583" y="22260"/>
                  </a:lnTo>
                  <a:lnTo>
                    <a:pt x="22583" y="17703"/>
                  </a:lnTo>
                  <a:lnTo>
                    <a:pt x="27139" y="17703"/>
                  </a:lnTo>
                  <a:close/>
                  <a:moveTo>
                    <a:pt x="27139" y="17461"/>
                  </a:moveTo>
                  <a:lnTo>
                    <a:pt x="22583" y="17461"/>
                  </a:lnTo>
                  <a:lnTo>
                    <a:pt x="22583" y="12864"/>
                  </a:lnTo>
                  <a:lnTo>
                    <a:pt x="27139" y="12864"/>
                  </a:lnTo>
                  <a:close/>
                  <a:moveTo>
                    <a:pt x="27139" y="12622"/>
                  </a:moveTo>
                  <a:lnTo>
                    <a:pt x="22583" y="12622"/>
                  </a:lnTo>
                  <a:lnTo>
                    <a:pt x="22583" y="8065"/>
                  </a:lnTo>
                  <a:lnTo>
                    <a:pt x="27139" y="8065"/>
                  </a:lnTo>
                  <a:close/>
                  <a:moveTo>
                    <a:pt x="31979" y="84806"/>
                  </a:moveTo>
                  <a:lnTo>
                    <a:pt x="27381" y="84806"/>
                  </a:lnTo>
                  <a:lnTo>
                    <a:pt x="27381" y="80249"/>
                  </a:lnTo>
                  <a:lnTo>
                    <a:pt x="31979" y="80249"/>
                  </a:lnTo>
                  <a:close/>
                  <a:moveTo>
                    <a:pt x="31979" y="80007"/>
                  </a:moveTo>
                  <a:lnTo>
                    <a:pt x="27381" y="80007"/>
                  </a:lnTo>
                  <a:lnTo>
                    <a:pt x="27381" y="75410"/>
                  </a:lnTo>
                  <a:lnTo>
                    <a:pt x="31979" y="75410"/>
                  </a:lnTo>
                  <a:close/>
                  <a:moveTo>
                    <a:pt x="31979" y="75168"/>
                  </a:moveTo>
                  <a:lnTo>
                    <a:pt x="27381" y="75168"/>
                  </a:lnTo>
                  <a:lnTo>
                    <a:pt x="27381" y="70611"/>
                  </a:lnTo>
                  <a:lnTo>
                    <a:pt x="31979" y="70611"/>
                  </a:lnTo>
                  <a:close/>
                  <a:moveTo>
                    <a:pt x="31979" y="70369"/>
                  </a:moveTo>
                  <a:lnTo>
                    <a:pt x="27381" y="70369"/>
                  </a:lnTo>
                  <a:lnTo>
                    <a:pt x="27381" y="65812"/>
                  </a:lnTo>
                  <a:lnTo>
                    <a:pt x="31979" y="65812"/>
                  </a:lnTo>
                  <a:close/>
                  <a:moveTo>
                    <a:pt x="31979" y="65570"/>
                  </a:moveTo>
                  <a:lnTo>
                    <a:pt x="27381" y="65570"/>
                  </a:lnTo>
                  <a:lnTo>
                    <a:pt x="27381" y="60973"/>
                  </a:lnTo>
                  <a:lnTo>
                    <a:pt x="31979" y="60973"/>
                  </a:lnTo>
                  <a:close/>
                  <a:moveTo>
                    <a:pt x="31979" y="60731"/>
                  </a:moveTo>
                  <a:lnTo>
                    <a:pt x="27381" y="60731"/>
                  </a:lnTo>
                  <a:lnTo>
                    <a:pt x="27381" y="56174"/>
                  </a:lnTo>
                  <a:lnTo>
                    <a:pt x="31979" y="56174"/>
                  </a:lnTo>
                  <a:close/>
                  <a:moveTo>
                    <a:pt x="31979" y="55932"/>
                  </a:moveTo>
                  <a:lnTo>
                    <a:pt x="27381" y="55932"/>
                  </a:lnTo>
                  <a:lnTo>
                    <a:pt x="27381" y="51375"/>
                  </a:lnTo>
                  <a:lnTo>
                    <a:pt x="31979" y="51375"/>
                  </a:lnTo>
                  <a:close/>
                  <a:moveTo>
                    <a:pt x="31979" y="51133"/>
                  </a:moveTo>
                  <a:lnTo>
                    <a:pt x="27381" y="51133"/>
                  </a:lnTo>
                  <a:lnTo>
                    <a:pt x="27381" y="46536"/>
                  </a:lnTo>
                  <a:lnTo>
                    <a:pt x="31979" y="46536"/>
                  </a:lnTo>
                  <a:close/>
                  <a:moveTo>
                    <a:pt x="31979" y="46294"/>
                  </a:moveTo>
                  <a:lnTo>
                    <a:pt x="27381" y="46294"/>
                  </a:lnTo>
                  <a:lnTo>
                    <a:pt x="27381" y="41737"/>
                  </a:lnTo>
                  <a:lnTo>
                    <a:pt x="31979" y="41737"/>
                  </a:lnTo>
                  <a:close/>
                  <a:moveTo>
                    <a:pt x="31979" y="41495"/>
                  </a:moveTo>
                  <a:lnTo>
                    <a:pt x="27381" y="41495"/>
                  </a:lnTo>
                  <a:lnTo>
                    <a:pt x="27381" y="36898"/>
                  </a:lnTo>
                  <a:lnTo>
                    <a:pt x="31979" y="36898"/>
                  </a:lnTo>
                  <a:close/>
                  <a:moveTo>
                    <a:pt x="31979" y="36656"/>
                  </a:moveTo>
                  <a:lnTo>
                    <a:pt x="27381" y="36656"/>
                  </a:lnTo>
                  <a:lnTo>
                    <a:pt x="27381" y="32099"/>
                  </a:lnTo>
                  <a:lnTo>
                    <a:pt x="31979" y="32099"/>
                  </a:lnTo>
                  <a:close/>
                  <a:moveTo>
                    <a:pt x="31979" y="31858"/>
                  </a:moveTo>
                  <a:lnTo>
                    <a:pt x="27381" y="31858"/>
                  </a:lnTo>
                  <a:lnTo>
                    <a:pt x="27381" y="27301"/>
                  </a:lnTo>
                  <a:lnTo>
                    <a:pt x="31979" y="27301"/>
                  </a:lnTo>
                  <a:close/>
                  <a:moveTo>
                    <a:pt x="31979" y="27059"/>
                  </a:moveTo>
                  <a:lnTo>
                    <a:pt x="27381" y="27059"/>
                  </a:lnTo>
                  <a:lnTo>
                    <a:pt x="27381" y="22462"/>
                  </a:lnTo>
                  <a:lnTo>
                    <a:pt x="31979" y="22462"/>
                  </a:lnTo>
                  <a:close/>
                  <a:moveTo>
                    <a:pt x="31979" y="22220"/>
                  </a:moveTo>
                  <a:lnTo>
                    <a:pt x="27381" y="22220"/>
                  </a:lnTo>
                  <a:lnTo>
                    <a:pt x="27381" y="17663"/>
                  </a:lnTo>
                  <a:lnTo>
                    <a:pt x="31979" y="17663"/>
                  </a:lnTo>
                  <a:close/>
                  <a:moveTo>
                    <a:pt x="31979" y="17421"/>
                  </a:moveTo>
                  <a:lnTo>
                    <a:pt x="27381" y="17421"/>
                  </a:lnTo>
                  <a:lnTo>
                    <a:pt x="27381" y="12864"/>
                  </a:lnTo>
                  <a:lnTo>
                    <a:pt x="31979" y="12864"/>
                  </a:lnTo>
                  <a:close/>
                  <a:moveTo>
                    <a:pt x="31979" y="12622"/>
                  </a:moveTo>
                  <a:lnTo>
                    <a:pt x="27381" y="12622"/>
                  </a:lnTo>
                  <a:lnTo>
                    <a:pt x="27381" y="8025"/>
                  </a:lnTo>
                  <a:lnTo>
                    <a:pt x="31979" y="8025"/>
                  </a:lnTo>
                  <a:close/>
                  <a:moveTo>
                    <a:pt x="36777" y="89604"/>
                  </a:moveTo>
                  <a:lnTo>
                    <a:pt x="32220" y="89604"/>
                  </a:lnTo>
                  <a:lnTo>
                    <a:pt x="32220" y="85007"/>
                  </a:lnTo>
                  <a:lnTo>
                    <a:pt x="36777" y="85007"/>
                  </a:lnTo>
                  <a:close/>
                  <a:moveTo>
                    <a:pt x="36777" y="84765"/>
                  </a:moveTo>
                  <a:lnTo>
                    <a:pt x="32220" y="84765"/>
                  </a:lnTo>
                  <a:lnTo>
                    <a:pt x="32220" y="80208"/>
                  </a:lnTo>
                  <a:lnTo>
                    <a:pt x="36777" y="80208"/>
                  </a:lnTo>
                  <a:close/>
                  <a:moveTo>
                    <a:pt x="36777" y="79966"/>
                  </a:moveTo>
                  <a:lnTo>
                    <a:pt x="32220" y="79966"/>
                  </a:lnTo>
                  <a:lnTo>
                    <a:pt x="32220" y="75410"/>
                  </a:lnTo>
                  <a:lnTo>
                    <a:pt x="36777" y="75410"/>
                  </a:lnTo>
                  <a:close/>
                  <a:moveTo>
                    <a:pt x="36777" y="75168"/>
                  </a:moveTo>
                  <a:lnTo>
                    <a:pt x="32220" y="75168"/>
                  </a:lnTo>
                  <a:lnTo>
                    <a:pt x="32220" y="70570"/>
                  </a:lnTo>
                  <a:lnTo>
                    <a:pt x="36777" y="70570"/>
                  </a:lnTo>
                  <a:close/>
                  <a:moveTo>
                    <a:pt x="36777" y="70329"/>
                  </a:moveTo>
                  <a:lnTo>
                    <a:pt x="32220" y="70329"/>
                  </a:lnTo>
                  <a:lnTo>
                    <a:pt x="32220" y="65772"/>
                  </a:lnTo>
                  <a:lnTo>
                    <a:pt x="36777" y="65772"/>
                  </a:lnTo>
                  <a:close/>
                  <a:moveTo>
                    <a:pt x="36777" y="65530"/>
                  </a:moveTo>
                  <a:lnTo>
                    <a:pt x="32220" y="65530"/>
                  </a:lnTo>
                  <a:lnTo>
                    <a:pt x="32220" y="60973"/>
                  </a:lnTo>
                  <a:lnTo>
                    <a:pt x="36777" y="60973"/>
                  </a:lnTo>
                  <a:close/>
                  <a:moveTo>
                    <a:pt x="36777" y="60731"/>
                  </a:moveTo>
                  <a:lnTo>
                    <a:pt x="32220" y="60731"/>
                  </a:lnTo>
                  <a:lnTo>
                    <a:pt x="32220" y="56134"/>
                  </a:lnTo>
                  <a:lnTo>
                    <a:pt x="36777" y="56134"/>
                  </a:lnTo>
                  <a:close/>
                  <a:moveTo>
                    <a:pt x="36777" y="55892"/>
                  </a:moveTo>
                  <a:lnTo>
                    <a:pt x="32220" y="55892"/>
                  </a:lnTo>
                  <a:lnTo>
                    <a:pt x="32220" y="51335"/>
                  </a:lnTo>
                  <a:lnTo>
                    <a:pt x="36777" y="51335"/>
                  </a:lnTo>
                  <a:close/>
                  <a:moveTo>
                    <a:pt x="36777" y="51093"/>
                  </a:moveTo>
                  <a:lnTo>
                    <a:pt x="32220" y="51093"/>
                  </a:lnTo>
                  <a:lnTo>
                    <a:pt x="32220" y="46536"/>
                  </a:lnTo>
                  <a:lnTo>
                    <a:pt x="36777" y="46536"/>
                  </a:lnTo>
                  <a:close/>
                  <a:moveTo>
                    <a:pt x="36777" y="46294"/>
                  </a:moveTo>
                  <a:lnTo>
                    <a:pt x="32220" y="46294"/>
                  </a:lnTo>
                  <a:lnTo>
                    <a:pt x="32220" y="41697"/>
                  </a:lnTo>
                  <a:lnTo>
                    <a:pt x="36777" y="41697"/>
                  </a:lnTo>
                  <a:close/>
                  <a:moveTo>
                    <a:pt x="36777" y="41455"/>
                  </a:moveTo>
                  <a:lnTo>
                    <a:pt x="32220" y="41455"/>
                  </a:lnTo>
                  <a:lnTo>
                    <a:pt x="32220" y="36898"/>
                  </a:lnTo>
                  <a:lnTo>
                    <a:pt x="36777" y="36898"/>
                  </a:lnTo>
                  <a:close/>
                  <a:moveTo>
                    <a:pt x="36777" y="36656"/>
                  </a:moveTo>
                  <a:lnTo>
                    <a:pt x="32220" y="36656"/>
                  </a:lnTo>
                  <a:lnTo>
                    <a:pt x="32220" y="32059"/>
                  </a:lnTo>
                  <a:lnTo>
                    <a:pt x="36777" y="32059"/>
                  </a:lnTo>
                  <a:close/>
                  <a:moveTo>
                    <a:pt x="36777" y="31817"/>
                  </a:moveTo>
                  <a:lnTo>
                    <a:pt x="32220" y="31817"/>
                  </a:lnTo>
                  <a:lnTo>
                    <a:pt x="32220" y="27260"/>
                  </a:lnTo>
                  <a:lnTo>
                    <a:pt x="36777" y="27260"/>
                  </a:lnTo>
                  <a:close/>
                  <a:moveTo>
                    <a:pt x="36777" y="27018"/>
                  </a:moveTo>
                  <a:lnTo>
                    <a:pt x="32220" y="27018"/>
                  </a:lnTo>
                  <a:lnTo>
                    <a:pt x="32220" y="22462"/>
                  </a:lnTo>
                  <a:lnTo>
                    <a:pt x="36777" y="22462"/>
                  </a:lnTo>
                  <a:close/>
                  <a:moveTo>
                    <a:pt x="36777" y="22220"/>
                  </a:moveTo>
                  <a:lnTo>
                    <a:pt x="32220" y="22220"/>
                  </a:lnTo>
                  <a:lnTo>
                    <a:pt x="32220" y="17622"/>
                  </a:lnTo>
                  <a:lnTo>
                    <a:pt x="36777" y="17622"/>
                  </a:lnTo>
                  <a:close/>
                  <a:moveTo>
                    <a:pt x="36777" y="17380"/>
                  </a:moveTo>
                  <a:lnTo>
                    <a:pt x="32220" y="17380"/>
                  </a:lnTo>
                  <a:lnTo>
                    <a:pt x="32220" y="12824"/>
                  </a:lnTo>
                  <a:lnTo>
                    <a:pt x="36777" y="12824"/>
                  </a:lnTo>
                  <a:close/>
                  <a:moveTo>
                    <a:pt x="36777" y="12582"/>
                  </a:moveTo>
                  <a:lnTo>
                    <a:pt x="32220" y="12582"/>
                  </a:lnTo>
                  <a:lnTo>
                    <a:pt x="32220" y="8025"/>
                  </a:lnTo>
                  <a:lnTo>
                    <a:pt x="36777" y="8025"/>
                  </a:lnTo>
                  <a:close/>
                  <a:moveTo>
                    <a:pt x="36777" y="7783"/>
                  </a:moveTo>
                  <a:lnTo>
                    <a:pt x="32220" y="7783"/>
                  </a:lnTo>
                  <a:lnTo>
                    <a:pt x="32220" y="3307"/>
                  </a:lnTo>
                  <a:lnTo>
                    <a:pt x="36777" y="3307"/>
                  </a:lnTo>
                  <a:lnTo>
                    <a:pt x="36777" y="7904"/>
                  </a:lnTo>
                  <a:close/>
                  <a:moveTo>
                    <a:pt x="41616" y="89564"/>
                  </a:moveTo>
                  <a:lnTo>
                    <a:pt x="37019" y="89564"/>
                  </a:lnTo>
                  <a:lnTo>
                    <a:pt x="37019" y="85007"/>
                  </a:lnTo>
                  <a:lnTo>
                    <a:pt x="41616" y="85007"/>
                  </a:lnTo>
                  <a:close/>
                  <a:moveTo>
                    <a:pt x="41616" y="84765"/>
                  </a:moveTo>
                  <a:lnTo>
                    <a:pt x="37019" y="84765"/>
                  </a:lnTo>
                  <a:lnTo>
                    <a:pt x="37019" y="80168"/>
                  </a:lnTo>
                  <a:lnTo>
                    <a:pt x="41616" y="80168"/>
                  </a:lnTo>
                  <a:close/>
                  <a:moveTo>
                    <a:pt x="41616" y="79926"/>
                  </a:moveTo>
                  <a:lnTo>
                    <a:pt x="37019" y="79926"/>
                  </a:lnTo>
                  <a:lnTo>
                    <a:pt x="37019" y="75369"/>
                  </a:lnTo>
                  <a:lnTo>
                    <a:pt x="41616" y="75369"/>
                  </a:lnTo>
                  <a:close/>
                  <a:moveTo>
                    <a:pt x="41616" y="75127"/>
                  </a:moveTo>
                  <a:lnTo>
                    <a:pt x="37019" y="75127"/>
                  </a:lnTo>
                  <a:lnTo>
                    <a:pt x="37019" y="70570"/>
                  </a:lnTo>
                  <a:lnTo>
                    <a:pt x="41616" y="70570"/>
                  </a:lnTo>
                  <a:close/>
                  <a:moveTo>
                    <a:pt x="41616" y="70329"/>
                  </a:moveTo>
                  <a:lnTo>
                    <a:pt x="37019" y="70329"/>
                  </a:lnTo>
                  <a:lnTo>
                    <a:pt x="37019" y="65731"/>
                  </a:lnTo>
                  <a:lnTo>
                    <a:pt x="41616" y="65731"/>
                  </a:lnTo>
                  <a:close/>
                  <a:moveTo>
                    <a:pt x="41616" y="65489"/>
                  </a:moveTo>
                  <a:lnTo>
                    <a:pt x="37019" y="65489"/>
                  </a:lnTo>
                  <a:lnTo>
                    <a:pt x="37019" y="60933"/>
                  </a:lnTo>
                  <a:lnTo>
                    <a:pt x="41616" y="60933"/>
                  </a:lnTo>
                  <a:close/>
                  <a:moveTo>
                    <a:pt x="41616" y="60691"/>
                  </a:moveTo>
                  <a:lnTo>
                    <a:pt x="37019" y="60691"/>
                  </a:lnTo>
                  <a:lnTo>
                    <a:pt x="37019" y="56134"/>
                  </a:lnTo>
                  <a:lnTo>
                    <a:pt x="41616" y="56134"/>
                  </a:lnTo>
                  <a:close/>
                  <a:moveTo>
                    <a:pt x="41616" y="55892"/>
                  </a:moveTo>
                  <a:lnTo>
                    <a:pt x="37019" y="55892"/>
                  </a:lnTo>
                  <a:lnTo>
                    <a:pt x="37019" y="51295"/>
                  </a:lnTo>
                  <a:lnTo>
                    <a:pt x="41616" y="51295"/>
                  </a:lnTo>
                  <a:close/>
                  <a:moveTo>
                    <a:pt x="41616" y="51053"/>
                  </a:moveTo>
                  <a:lnTo>
                    <a:pt x="37019" y="51053"/>
                  </a:lnTo>
                  <a:lnTo>
                    <a:pt x="37019" y="46496"/>
                  </a:lnTo>
                  <a:lnTo>
                    <a:pt x="41616" y="46496"/>
                  </a:lnTo>
                  <a:close/>
                  <a:moveTo>
                    <a:pt x="41616" y="46254"/>
                  </a:moveTo>
                  <a:lnTo>
                    <a:pt x="37019" y="46254"/>
                  </a:lnTo>
                  <a:lnTo>
                    <a:pt x="37019" y="41697"/>
                  </a:lnTo>
                  <a:lnTo>
                    <a:pt x="41616" y="41697"/>
                  </a:lnTo>
                  <a:close/>
                  <a:moveTo>
                    <a:pt x="41616" y="41455"/>
                  </a:moveTo>
                  <a:lnTo>
                    <a:pt x="37019" y="41455"/>
                  </a:lnTo>
                  <a:lnTo>
                    <a:pt x="37019" y="36858"/>
                  </a:lnTo>
                  <a:lnTo>
                    <a:pt x="41616" y="36858"/>
                  </a:lnTo>
                  <a:close/>
                  <a:moveTo>
                    <a:pt x="41616" y="36616"/>
                  </a:moveTo>
                  <a:lnTo>
                    <a:pt x="37019" y="36616"/>
                  </a:lnTo>
                  <a:lnTo>
                    <a:pt x="37019" y="32059"/>
                  </a:lnTo>
                  <a:lnTo>
                    <a:pt x="41616" y="32059"/>
                  </a:lnTo>
                  <a:close/>
                  <a:moveTo>
                    <a:pt x="41616" y="31817"/>
                  </a:moveTo>
                  <a:lnTo>
                    <a:pt x="37019" y="31817"/>
                  </a:lnTo>
                  <a:lnTo>
                    <a:pt x="37019" y="27220"/>
                  </a:lnTo>
                  <a:lnTo>
                    <a:pt x="41616" y="27220"/>
                  </a:lnTo>
                  <a:close/>
                  <a:moveTo>
                    <a:pt x="41616" y="26978"/>
                  </a:moveTo>
                  <a:lnTo>
                    <a:pt x="37019" y="26978"/>
                  </a:lnTo>
                  <a:lnTo>
                    <a:pt x="37019" y="22421"/>
                  </a:lnTo>
                  <a:lnTo>
                    <a:pt x="41616" y="22421"/>
                  </a:lnTo>
                  <a:close/>
                  <a:moveTo>
                    <a:pt x="41616" y="22179"/>
                  </a:moveTo>
                  <a:lnTo>
                    <a:pt x="37019" y="22179"/>
                  </a:lnTo>
                  <a:lnTo>
                    <a:pt x="37019" y="17622"/>
                  </a:lnTo>
                  <a:lnTo>
                    <a:pt x="41616" y="17622"/>
                  </a:lnTo>
                  <a:close/>
                  <a:moveTo>
                    <a:pt x="41616" y="17380"/>
                  </a:moveTo>
                  <a:lnTo>
                    <a:pt x="37019" y="17380"/>
                  </a:lnTo>
                  <a:lnTo>
                    <a:pt x="37019" y="12783"/>
                  </a:lnTo>
                  <a:lnTo>
                    <a:pt x="41616" y="12783"/>
                  </a:lnTo>
                  <a:close/>
                  <a:moveTo>
                    <a:pt x="41616" y="12541"/>
                  </a:moveTo>
                  <a:lnTo>
                    <a:pt x="37019" y="12541"/>
                  </a:lnTo>
                  <a:lnTo>
                    <a:pt x="37019" y="7985"/>
                  </a:lnTo>
                  <a:lnTo>
                    <a:pt x="41616" y="7985"/>
                  </a:lnTo>
                  <a:close/>
                  <a:moveTo>
                    <a:pt x="41616" y="7743"/>
                  </a:moveTo>
                  <a:lnTo>
                    <a:pt x="37019" y="7743"/>
                  </a:lnTo>
                  <a:lnTo>
                    <a:pt x="37019" y="3307"/>
                  </a:lnTo>
                  <a:lnTo>
                    <a:pt x="41616" y="3307"/>
                  </a:lnTo>
                  <a:lnTo>
                    <a:pt x="41616" y="7904"/>
                  </a:lnTo>
                  <a:close/>
                  <a:moveTo>
                    <a:pt x="46415" y="89564"/>
                  </a:moveTo>
                  <a:lnTo>
                    <a:pt x="41858" y="89564"/>
                  </a:lnTo>
                  <a:lnTo>
                    <a:pt x="41858" y="84967"/>
                  </a:lnTo>
                  <a:lnTo>
                    <a:pt x="46415" y="84967"/>
                  </a:lnTo>
                  <a:close/>
                  <a:moveTo>
                    <a:pt x="46415" y="84725"/>
                  </a:moveTo>
                  <a:lnTo>
                    <a:pt x="41858" y="84725"/>
                  </a:lnTo>
                  <a:lnTo>
                    <a:pt x="41858" y="80168"/>
                  </a:lnTo>
                  <a:lnTo>
                    <a:pt x="46415" y="80168"/>
                  </a:lnTo>
                  <a:close/>
                  <a:moveTo>
                    <a:pt x="46415" y="79926"/>
                  </a:moveTo>
                  <a:lnTo>
                    <a:pt x="41858" y="79926"/>
                  </a:lnTo>
                  <a:lnTo>
                    <a:pt x="41858" y="75329"/>
                  </a:lnTo>
                  <a:lnTo>
                    <a:pt x="46415" y="75329"/>
                  </a:lnTo>
                  <a:close/>
                  <a:moveTo>
                    <a:pt x="46415" y="75087"/>
                  </a:moveTo>
                  <a:lnTo>
                    <a:pt x="41858" y="75087"/>
                  </a:lnTo>
                  <a:lnTo>
                    <a:pt x="41858" y="70530"/>
                  </a:lnTo>
                  <a:lnTo>
                    <a:pt x="46415" y="70530"/>
                  </a:lnTo>
                  <a:close/>
                  <a:moveTo>
                    <a:pt x="46415" y="70288"/>
                  </a:moveTo>
                  <a:lnTo>
                    <a:pt x="41858" y="70288"/>
                  </a:lnTo>
                  <a:lnTo>
                    <a:pt x="41858" y="65731"/>
                  </a:lnTo>
                  <a:lnTo>
                    <a:pt x="46415" y="65731"/>
                  </a:lnTo>
                  <a:close/>
                  <a:moveTo>
                    <a:pt x="46415" y="65489"/>
                  </a:moveTo>
                  <a:lnTo>
                    <a:pt x="41858" y="65489"/>
                  </a:lnTo>
                  <a:lnTo>
                    <a:pt x="41858" y="60892"/>
                  </a:lnTo>
                  <a:lnTo>
                    <a:pt x="46415" y="60892"/>
                  </a:lnTo>
                  <a:close/>
                  <a:moveTo>
                    <a:pt x="46415" y="60650"/>
                  </a:moveTo>
                  <a:lnTo>
                    <a:pt x="41858" y="60650"/>
                  </a:lnTo>
                  <a:lnTo>
                    <a:pt x="41858" y="56093"/>
                  </a:lnTo>
                  <a:lnTo>
                    <a:pt x="46415" y="56093"/>
                  </a:lnTo>
                  <a:close/>
                  <a:moveTo>
                    <a:pt x="46415" y="55851"/>
                  </a:moveTo>
                  <a:lnTo>
                    <a:pt x="41858" y="55851"/>
                  </a:lnTo>
                  <a:lnTo>
                    <a:pt x="41858" y="51295"/>
                  </a:lnTo>
                  <a:lnTo>
                    <a:pt x="46415" y="51295"/>
                  </a:lnTo>
                  <a:close/>
                  <a:moveTo>
                    <a:pt x="46415" y="51053"/>
                  </a:moveTo>
                  <a:lnTo>
                    <a:pt x="41858" y="51053"/>
                  </a:lnTo>
                  <a:lnTo>
                    <a:pt x="41858" y="46456"/>
                  </a:lnTo>
                  <a:lnTo>
                    <a:pt x="46415" y="46456"/>
                  </a:lnTo>
                  <a:close/>
                  <a:moveTo>
                    <a:pt x="46415" y="46214"/>
                  </a:moveTo>
                  <a:lnTo>
                    <a:pt x="41858" y="46214"/>
                  </a:lnTo>
                  <a:lnTo>
                    <a:pt x="41858" y="41657"/>
                  </a:lnTo>
                  <a:lnTo>
                    <a:pt x="46415" y="41657"/>
                  </a:lnTo>
                  <a:close/>
                  <a:moveTo>
                    <a:pt x="46415" y="41415"/>
                  </a:moveTo>
                  <a:lnTo>
                    <a:pt x="41858" y="41415"/>
                  </a:lnTo>
                  <a:lnTo>
                    <a:pt x="41858" y="36858"/>
                  </a:lnTo>
                  <a:lnTo>
                    <a:pt x="46415" y="36858"/>
                  </a:lnTo>
                  <a:close/>
                  <a:moveTo>
                    <a:pt x="46415" y="36616"/>
                  </a:moveTo>
                  <a:lnTo>
                    <a:pt x="41858" y="36616"/>
                  </a:lnTo>
                  <a:lnTo>
                    <a:pt x="41858" y="32019"/>
                  </a:lnTo>
                  <a:lnTo>
                    <a:pt x="46415" y="32019"/>
                  </a:lnTo>
                  <a:close/>
                  <a:moveTo>
                    <a:pt x="46415" y="31777"/>
                  </a:moveTo>
                  <a:lnTo>
                    <a:pt x="41858" y="31777"/>
                  </a:lnTo>
                  <a:lnTo>
                    <a:pt x="41858" y="27220"/>
                  </a:lnTo>
                  <a:lnTo>
                    <a:pt x="46415" y="27220"/>
                  </a:lnTo>
                  <a:close/>
                  <a:moveTo>
                    <a:pt x="46415" y="26978"/>
                  </a:moveTo>
                  <a:lnTo>
                    <a:pt x="41858" y="26978"/>
                  </a:lnTo>
                  <a:lnTo>
                    <a:pt x="41858" y="22381"/>
                  </a:lnTo>
                  <a:lnTo>
                    <a:pt x="46415" y="22381"/>
                  </a:lnTo>
                  <a:close/>
                  <a:moveTo>
                    <a:pt x="46415" y="22139"/>
                  </a:moveTo>
                  <a:lnTo>
                    <a:pt x="41858" y="22139"/>
                  </a:lnTo>
                  <a:lnTo>
                    <a:pt x="41858" y="17582"/>
                  </a:lnTo>
                  <a:lnTo>
                    <a:pt x="46415" y="17582"/>
                  </a:lnTo>
                  <a:close/>
                  <a:moveTo>
                    <a:pt x="46415" y="17340"/>
                  </a:moveTo>
                  <a:lnTo>
                    <a:pt x="41858" y="17340"/>
                  </a:lnTo>
                  <a:lnTo>
                    <a:pt x="41858" y="12783"/>
                  </a:lnTo>
                  <a:lnTo>
                    <a:pt x="46415" y="12783"/>
                  </a:lnTo>
                  <a:close/>
                  <a:moveTo>
                    <a:pt x="46415" y="12541"/>
                  </a:moveTo>
                  <a:lnTo>
                    <a:pt x="41858" y="12541"/>
                  </a:lnTo>
                  <a:lnTo>
                    <a:pt x="41858" y="7944"/>
                  </a:lnTo>
                  <a:lnTo>
                    <a:pt x="46415" y="7944"/>
                  </a:lnTo>
                  <a:close/>
                  <a:moveTo>
                    <a:pt x="46415" y="7702"/>
                  </a:moveTo>
                  <a:lnTo>
                    <a:pt x="41858" y="7702"/>
                  </a:lnTo>
                  <a:lnTo>
                    <a:pt x="41858" y="3307"/>
                  </a:lnTo>
                  <a:lnTo>
                    <a:pt x="46415" y="3307"/>
                  </a:lnTo>
                  <a:lnTo>
                    <a:pt x="46415" y="7904"/>
                  </a:lnTo>
                  <a:close/>
                  <a:moveTo>
                    <a:pt x="51214" y="89524"/>
                  </a:moveTo>
                  <a:lnTo>
                    <a:pt x="46657" y="89524"/>
                  </a:lnTo>
                  <a:lnTo>
                    <a:pt x="46657" y="84967"/>
                  </a:lnTo>
                  <a:lnTo>
                    <a:pt x="51214" y="84967"/>
                  </a:lnTo>
                  <a:close/>
                  <a:moveTo>
                    <a:pt x="51214" y="84685"/>
                  </a:moveTo>
                  <a:lnTo>
                    <a:pt x="46657" y="84685"/>
                  </a:lnTo>
                  <a:lnTo>
                    <a:pt x="46657" y="80128"/>
                  </a:lnTo>
                  <a:lnTo>
                    <a:pt x="51214" y="80128"/>
                  </a:lnTo>
                  <a:close/>
                  <a:moveTo>
                    <a:pt x="51214" y="79886"/>
                  </a:moveTo>
                  <a:lnTo>
                    <a:pt x="46657" y="79886"/>
                  </a:lnTo>
                  <a:lnTo>
                    <a:pt x="46657" y="75329"/>
                  </a:lnTo>
                  <a:lnTo>
                    <a:pt x="51214" y="75329"/>
                  </a:lnTo>
                  <a:close/>
                  <a:moveTo>
                    <a:pt x="51214" y="75087"/>
                  </a:moveTo>
                  <a:lnTo>
                    <a:pt x="46657" y="75087"/>
                  </a:lnTo>
                  <a:lnTo>
                    <a:pt x="46657" y="70490"/>
                  </a:lnTo>
                  <a:lnTo>
                    <a:pt x="51214" y="70490"/>
                  </a:lnTo>
                  <a:close/>
                  <a:moveTo>
                    <a:pt x="51214" y="70248"/>
                  </a:moveTo>
                  <a:lnTo>
                    <a:pt x="46657" y="70248"/>
                  </a:lnTo>
                  <a:lnTo>
                    <a:pt x="46657" y="65691"/>
                  </a:lnTo>
                  <a:lnTo>
                    <a:pt x="51214" y="65691"/>
                  </a:lnTo>
                  <a:close/>
                  <a:moveTo>
                    <a:pt x="51214" y="65449"/>
                  </a:moveTo>
                  <a:lnTo>
                    <a:pt x="46657" y="65449"/>
                  </a:lnTo>
                  <a:lnTo>
                    <a:pt x="46657" y="60892"/>
                  </a:lnTo>
                  <a:lnTo>
                    <a:pt x="51214" y="60892"/>
                  </a:lnTo>
                  <a:close/>
                  <a:moveTo>
                    <a:pt x="51214" y="60650"/>
                  </a:moveTo>
                  <a:lnTo>
                    <a:pt x="46657" y="60650"/>
                  </a:lnTo>
                  <a:lnTo>
                    <a:pt x="46657" y="56053"/>
                  </a:lnTo>
                  <a:lnTo>
                    <a:pt x="51214" y="56053"/>
                  </a:lnTo>
                  <a:close/>
                  <a:moveTo>
                    <a:pt x="51214" y="55811"/>
                  </a:moveTo>
                  <a:lnTo>
                    <a:pt x="46657" y="55811"/>
                  </a:lnTo>
                  <a:lnTo>
                    <a:pt x="46657" y="51254"/>
                  </a:lnTo>
                  <a:lnTo>
                    <a:pt x="51214" y="51254"/>
                  </a:lnTo>
                  <a:close/>
                  <a:moveTo>
                    <a:pt x="51214" y="51012"/>
                  </a:moveTo>
                  <a:lnTo>
                    <a:pt x="46657" y="51012"/>
                  </a:lnTo>
                  <a:lnTo>
                    <a:pt x="46657" y="46456"/>
                  </a:lnTo>
                  <a:lnTo>
                    <a:pt x="51214" y="46456"/>
                  </a:lnTo>
                  <a:close/>
                  <a:moveTo>
                    <a:pt x="51214" y="46214"/>
                  </a:moveTo>
                  <a:lnTo>
                    <a:pt x="46657" y="46214"/>
                  </a:lnTo>
                  <a:lnTo>
                    <a:pt x="46657" y="41616"/>
                  </a:lnTo>
                  <a:lnTo>
                    <a:pt x="51214" y="41616"/>
                  </a:lnTo>
                  <a:close/>
                  <a:moveTo>
                    <a:pt x="51214" y="41374"/>
                  </a:moveTo>
                  <a:lnTo>
                    <a:pt x="46657" y="41374"/>
                  </a:lnTo>
                  <a:lnTo>
                    <a:pt x="46657" y="36818"/>
                  </a:lnTo>
                  <a:lnTo>
                    <a:pt x="51214" y="36818"/>
                  </a:lnTo>
                  <a:close/>
                  <a:moveTo>
                    <a:pt x="51214" y="36576"/>
                  </a:moveTo>
                  <a:lnTo>
                    <a:pt x="46657" y="36576"/>
                  </a:lnTo>
                  <a:lnTo>
                    <a:pt x="46657" y="32019"/>
                  </a:lnTo>
                  <a:lnTo>
                    <a:pt x="51214" y="32019"/>
                  </a:lnTo>
                  <a:close/>
                  <a:moveTo>
                    <a:pt x="51214" y="31777"/>
                  </a:moveTo>
                  <a:lnTo>
                    <a:pt x="46657" y="31777"/>
                  </a:lnTo>
                  <a:lnTo>
                    <a:pt x="46657" y="27180"/>
                  </a:lnTo>
                  <a:lnTo>
                    <a:pt x="51214" y="27180"/>
                  </a:lnTo>
                  <a:close/>
                  <a:moveTo>
                    <a:pt x="51214" y="26938"/>
                  </a:moveTo>
                  <a:lnTo>
                    <a:pt x="46657" y="26938"/>
                  </a:lnTo>
                  <a:lnTo>
                    <a:pt x="46657" y="22381"/>
                  </a:lnTo>
                  <a:lnTo>
                    <a:pt x="51214" y="22381"/>
                  </a:lnTo>
                  <a:close/>
                  <a:moveTo>
                    <a:pt x="51214" y="22139"/>
                  </a:moveTo>
                  <a:lnTo>
                    <a:pt x="46657" y="22139"/>
                  </a:lnTo>
                  <a:lnTo>
                    <a:pt x="46657" y="17582"/>
                  </a:lnTo>
                  <a:lnTo>
                    <a:pt x="51214" y="17582"/>
                  </a:lnTo>
                  <a:close/>
                  <a:moveTo>
                    <a:pt x="51214" y="17340"/>
                  </a:moveTo>
                  <a:lnTo>
                    <a:pt x="46657" y="17340"/>
                  </a:lnTo>
                  <a:lnTo>
                    <a:pt x="46657" y="12743"/>
                  </a:lnTo>
                  <a:lnTo>
                    <a:pt x="51214" y="12743"/>
                  </a:lnTo>
                  <a:close/>
                  <a:moveTo>
                    <a:pt x="51214" y="12501"/>
                  </a:moveTo>
                  <a:lnTo>
                    <a:pt x="46657" y="12501"/>
                  </a:lnTo>
                  <a:lnTo>
                    <a:pt x="46657" y="7944"/>
                  </a:lnTo>
                  <a:lnTo>
                    <a:pt x="51214" y="7944"/>
                  </a:lnTo>
                  <a:close/>
                  <a:moveTo>
                    <a:pt x="51214" y="7702"/>
                  </a:moveTo>
                  <a:lnTo>
                    <a:pt x="46657" y="7702"/>
                  </a:lnTo>
                  <a:lnTo>
                    <a:pt x="46657" y="3307"/>
                  </a:lnTo>
                  <a:lnTo>
                    <a:pt x="51214" y="3307"/>
                  </a:lnTo>
                  <a:lnTo>
                    <a:pt x="51214" y="7904"/>
                  </a:lnTo>
                  <a:close/>
                  <a:moveTo>
                    <a:pt x="56053" y="89483"/>
                  </a:moveTo>
                  <a:lnTo>
                    <a:pt x="51456" y="89483"/>
                  </a:lnTo>
                  <a:lnTo>
                    <a:pt x="51456" y="84927"/>
                  </a:lnTo>
                  <a:lnTo>
                    <a:pt x="56053" y="84927"/>
                  </a:lnTo>
                  <a:close/>
                  <a:moveTo>
                    <a:pt x="56053" y="84685"/>
                  </a:moveTo>
                  <a:lnTo>
                    <a:pt x="51456" y="84685"/>
                  </a:lnTo>
                  <a:lnTo>
                    <a:pt x="51456" y="80087"/>
                  </a:lnTo>
                  <a:lnTo>
                    <a:pt x="56053" y="80087"/>
                  </a:lnTo>
                  <a:close/>
                  <a:moveTo>
                    <a:pt x="56053" y="79845"/>
                  </a:moveTo>
                  <a:lnTo>
                    <a:pt x="51456" y="79845"/>
                  </a:lnTo>
                  <a:lnTo>
                    <a:pt x="51456" y="75289"/>
                  </a:lnTo>
                  <a:lnTo>
                    <a:pt x="56053" y="75289"/>
                  </a:lnTo>
                  <a:close/>
                  <a:moveTo>
                    <a:pt x="56053" y="75047"/>
                  </a:moveTo>
                  <a:lnTo>
                    <a:pt x="51456" y="75047"/>
                  </a:lnTo>
                  <a:lnTo>
                    <a:pt x="51456" y="70490"/>
                  </a:lnTo>
                  <a:lnTo>
                    <a:pt x="56053" y="70490"/>
                  </a:lnTo>
                  <a:close/>
                  <a:moveTo>
                    <a:pt x="56053" y="70248"/>
                  </a:moveTo>
                  <a:lnTo>
                    <a:pt x="51456" y="70248"/>
                  </a:lnTo>
                  <a:lnTo>
                    <a:pt x="51456" y="65651"/>
                  </a:lnTo>
                  <a:lnTo>
                    <a:pt x="56053" y="65651"/>
                  </a:lnTo>
                  <a:close/>
                  <a:moveTo>
                    <a:pt x="56053" y="65409"/>
                  </a:moveTo>
                  <a:lnTo>
                    <a:pt x="51456" y="65409"/>
                  </a:lnTo>
                  <a:lnTo>
                    <a:pt x="51456" y="60852"/>
                  </a:lnTo>
                  <a:lnTo>
                    <a:pt x="56053" y="60852"/>
                  </a:lnTo>
                  <a:close/>
                  <a:moveTo>
                    <a:pt x="56053" y="60610"/>
                  </a:moveTo>
                  <a:lnTo>
                    <a:pt x="51456" y="60610"/>
                  </a:lnTo>
                  <a:lnTo>
                    <a:pt x="51456" y="56053"/>
                  </a:lnTo>
                  <a:lnTo>
                    <a:pt x="56053" y="56053"/>
                  </a:lnTo>
                  <a:close/>
                  <a:moveTo>
                    <a:pt x="56053" y="55811"/>
                  </a:moveTo>
                  <a:lnTo>
                    <a:pt x="51456" y="55811"/>
                  </a:lnTo>
                  <a:lnTo>
                    <a:pt x="51456" y="51214"/>
                  </a:lnTo>
                  <a:lnTo>
                    <a:pt x="56053" y="51214"/>
                  </a:lnTo>
                  <a:close/>
                  <a:moveTo>
                    <a:pt x="56053" y="50972"/>
                  </a:moveTo>
                  <a:lnTo>
                    <a:pt x="51456" y="50972"/>
                  </a:lnTo>
                  <a:lnTo>
                    <a:pt x="51456" y="46415"/>
                  </a:lnTo>
                  <a:lnTo>
                    <a:pt x="56053" y="46415"/>
                  </a:lnTo>
                  <a:close/>
                  <a:moveTo>
                    <a:pt x="56053" y="46173"/>
                  </a:moveTo>
                  <a:lnTo>
                    <a:pt x="51456" y="46173"/>
                  </a:lnTo>
                  <a:lnTo>
                    <a:pt x="51456" y="41616"/>
                  </a:lnTo>
                  <a:lnTo>
                    <a:pt x="56053" y="41616"/>
                  </a:lnTo>
                  <a:close/>
                  <a:moveTo>
                    <a:pt x="56053" y="41374"/>
                  </a:moveTo>
                  <a:lnTo>
                    <a:pt x="51456" y="41374"/>
                  </a:lnTo>
                  <a:lnTo>
                    <a:pt x="51456" y="36777"/>
                  </a:lnTo>
                  <a:lnTo>
                    <a:pt x="56053" y="36777"/>
                  </a:lnTo>
                  <a:close/>
                  <a:moveTo>
                    <a:pt x="56053" y="36535"/>
                  </a:moveTo>
                  <a:lnTo>
                    <a:pt x="51456" y="36535"/>
                  </a:lnTo>
                  <a:lnTo>
                    <a:pt x="51456" y="31978"/>
                  </a:lnTo>
                  <a:lnTo>
                    <a:pt x="56053" y="31978"/>
                  </a:lnTo>
                  <a:close/>
                  <a:moveTo>
                    <a:pt x="56053" y="31737"/>
                  </a:moveTo>
                  <a:lnTo>
                    <a:pt x="51456" y="31737"/>
                  </a:lnTo>
                  <a:lnTo>
                    <a:pt x="51456" y="27180"/>
                  </a:lnTo>
                  <a:lnTo>
                    <a:pt x="56053" y="27180"/>
                  </a:lnTo>
                  <a:close/>
                  <a:moveTo>
                    <a:pt x="56053" y="26938"/>
                  </a:moveTo>
                  <a:lnTo>
                    <a:pt x="51456" y="26938"/>
                  </a:lnTo>
                  <a:lnTo>
                    <a:pt x="51456" y="22341"/>
                  </a:lnTo>
                  <a:lnTo>
                    <a:pt x="56053" y="22341"/>
                  </a:lnTo>
                  <a:close/>
                  <a:moveTo>
                    <a:pt x="56053" y="22099"/>
                  </a:moveTo>
                  <a:lnTo>
                    <a:pt x="51456" y="22099"/>
                  </a:lnTo>
                  <a:lnTo>
                    <a:pt x="51456" y="17542"/>
                  </a:lnTo>
                  <a:lnTo>
                    <a:pt x="56053" y="17542"/>
                  </a:lnTo>
                  <a:close/>
                  <a:moveTo>
                    <a:pt x="56053" y="17300"/>
                  </a:moveTo>
                  <a:lnTo>
                    <a:pt x="51456" y="17300"/>
                  </a:lnTo>
                  <a:lnTo>
                    <a:pt x="51456" y="12743"/>
                  </a:lnTo>
                  <a:lnTo>
                    <a:pt x="56053" y="12743"/>
                  </a:lnTo>
                  <a:close/>
                  <a:moveTo>
                    <a:pt x="56053" y="12501"/>
                  </a:moveTo>
                  <a:lnTo>
                    <a:pt x="51456" y="12501"/>
                  </a:lnTo>
                  <a:lnTo>
                    <a:pt x="51456" y="7904"/>
                  </a:lnTo>
                  <a:lnTo>
                    <a:pt x="56053" y="7904"/>
                  </a:lnTo>
                  <a:close/>
                  <a:moveTo>
                    <a:pt x="56053" y="7662"/>
                  </a:moveTo>
                  <a:lnTo>
                    <a:pt x="51456" y="7662"/>
                  </a:lnTo>
                  <a:lnTo>
                    <a:pt x="51456" y="3307"/>
                  </a:lnTo>
                  <a:lnTo>
                    <a:pt x="56053" y="3307"/>
                  </a:lnTo>
                  <a:lnTo>
                    <a:pt x="56053" y="7904"/>
                  </a:lnTo>
                  <a:close/>
                  <a:moveTo>
                    <a:pt x="60852" y="89483"/>
                  </a:moveTo>
                  <a:lnTo>
                    <a:pt x="56295" y="89483"/>
                  </a:lnTo>
                  <a:lnTo>
                    <a:pt x="56295" y="84886"/>
                  </a:lnTo>
                  <a:lnTo>
                    <a:pt x="60852" y="84886"/>
                  </a:lnTo>
                  <a:close/>
                  <a:moveTo>
                    <a:pt x="60852" y="84644"/>
                  </a:moveTo>
                  <a:lnTo>
                    <a:pt x="56295" y="84644"/>
                  </a:lnTo>
                  <a:lnTo>
                    <a:pt x="56295" y="80087"/>
                  </a:lnTo>
                  <a:lnTo>
                    <a:pt x="60852" y="80087"/>
                  </a:lnTo>
                  <a:close/>
                  <a:moveTo>
                    <a:pt x="60852" y="79845"/>
                  </a:moveTo>
                  <a:lnTo>
                    <a:pt x="56295" y="79845"/>
                  </a:lnTo>
                  <a:lnTo>
                    <a:pt x="56295" y="75248"/>
                  </a:lnTo>
                  <a:lnTo>
                    <a:pt x="60852" y="75248"/>
                  </a:lnTo>
                  <a:close/>
                  <a:moveTo>
                    <a:pt x="60852" y="75006"/>
                  </a:moveTo>
                  <a:lnTo>
                    <a:pt x="56295" y="75006"/>
                  </a:lnTo>
                  <a:lnTo>
                    <a:pt x="56295" y="70449"/>
                  </a:lnTo>
                  <a:lnTo>
                    <a:pt x="60852" y="70449"/>
                  </a:lnTo>
                  <a:close/>
                  <a:moveTo>
                    <a:pt x="60852" y="70208"/>
                  </a:moveTo>
                  <a:lnTo>
                    <a:pt x="56295" y="70208"/>
                  </a:lnTo>
                  <a:lnTo>
                    <a:pt x="56295" y="65651"/>
                  </a:lnTo>
                  <a:lnTo>
                    <a:pt x="60852" y="65651"/>
                  </a:lnTo>
                  <a:close/>
                  <a:moveTo>
                    <a:pt x="60852" y="65409"/>
                  </a:moveTo>
                  <a:lnTo>
                    <a:pt x="56295" y="65409"/>
                  </a:lnTo>
                  <a:lnTo>
                    <a:pt x="56295" y="60812"/>
                  </a:lnTo>
                  <a:lnTo>
                    <a:pt x="60852" y="60812"/>
                  </a:lnTo>
                  <a:close/>
                  <a:moveTo>
                    <a:pt x="60852" y="60570"/>
                  </a:moveTo>
                  <a:lnTo>
                    <a:pt x="56295" y="60570"/>
                  </a:lnTo>
                  <a:lnTo>
                    <a:pt x="56295" y="56013"/>
                  </a:lnTo>
                  <a:lnTo>
                    <a:pt x="60852" y="56013"/>
                  </a:lnTo>
                  <a:close/>
                  <a:moveTo>
                    <a:pt x="60852" y="55771"/>
                  </a:moveTo>
                  <a:lnTo>
                    <a:pt x="56295" y="55771"/>
                  </a:lnTo>
                  <a:lnTo>
                    <a:pt x="56295" y="51214"/>
                  </a:lnTo>
                  <a:lnTo>
                    <a:pt x="60852" y="51214"/>
                  </a:lnTo>
                  <a:close/>
                  <a:moveTo>
                    <a:pt x="60852" y="50972"/>
                  </a:moveTo>
                  <a:lnTo>
                    <a:pt x="56295" y="50972"/>
                  </a:lnTo>
                  <a:lnTo>
                    <a:pt x="56295" y="46375"/>
                  </a:lnTo>
                  <a:lnTo>
                    <a:pt x="60852" y="46375"/>
                  </a:lnTo>
                  <a:close/>
                  <a:moveTo>
                    <a:pt x="60852" y="46133"/>
                  </a:moveTo>
                  <a:lnTo>
                    <a:pt x="56295" y="46133"/>
                  </a:lnTo>
                  <a:lnTo>
                    <a:pt x="56295" y="41576"/>
                  </a:lnTo>
                  <a:lnTo>
                    <a:pt x="60852" y="41576"/>
                  </a:lnTo>
                  <a:close/>
                  <a:moveTo>
                    <a:pt x="60852" y="41334"/>
                  </a:moveTo>
                  <a:lnTo>
                    <a:pt x="56295" y="41334"/>
                  </a:lnTo>
                  <a:lnTo>
                    <a:pt x="56295" y="36777"/>
                  </a:lnTo>
                  <a:lnTo>
                    <a:pt x="60852" y="36777"/>
                  </a:lnTo>
                  <a:close/>
                  <a:moveTo>
                    <a:pt x="60852" y="36535"/>
                  </a:moveTo>
                  <a:lnTo>
                    <a:pt x="56295" y="36535"/>
                  </a:lnTo>
                  <a:lnTo>
                    <a:pt x="56295" y="31938"/>
                  </a:lnTo>
                  <a:lnTo>
                    <a:pt x="60852" y="31938"/>
                  </a:lnTo>
                  <a:close/>
                  <a:moveTo>
                    <a:pt x="60852" y="31696"/>
                  </a:moveTo>
                  <a:lnTo>
                    <a:pt x="56295" y="31696"/>
                  </a:lnTo>
                  <a:lnTo>
                    <a:pt x="56295" y="27139"/>
                  </a:lnTo>
                  <a:lnTo>
                    <a:pt x="60852" y="27139"/>
                  </a:lnTo>
                  <a:close/>
                  <a:moveTo>
                    <a:pt x="60852" y="26897"/>
                  </a:moveTo>
                  <a:lnTo>
                    <a:pt x="56295" y="26897"/>
                  </a:lnTo>
                  <a:lnTo>
                    <a:pt x="56295" y="22341"/>
                  </a:lnTo>
                  <a:lnTo>
                    <a:pt x="60852" y="22341"/>
                  </a:lnTo>
                  <a:close/>
                  <a:moveTo>
                    <a:pt x="60852" y="22099"/>
                  </a:moveTo>
                  <a:lnTo>
                    <a:pt x="56295" y="22099"/>
                  </a:lnTo>
                  <a:lnTo>
                    <a:pt x="56295" y="17501"/>
                  </a:lnTo>
                  <a:lnTo>
                    <a:pt x="60852" y="17501"/>
                  </a:lnTo>
                  <a:close/>
                  <a:moveTo>
                    <a:pt x="60852" y="17260"/>
                  </a:moveTo>
                  <a:lnTo>
                    <a:pt x="56295" y="17260"/>
                  </a:lnTo>
                  <a:lnTo>
                    <a:pt x="56295" y="12703"/>
                  </a:lnTo>
                  <a:lnTo>
                    <a:pt x="60852" y="12703"/>
                  </a:lnTo>
                  <a:close/>
                  <a:moveTo>
                    <a:pt x="60852" y="12461"/>
                  </a:moveTo>
                  <a:lnTo>
                    <a:pt x="56295" y="12461"/>
                  </a:lnTo>
                  <a:lnTo>
                    <a:pt x="56295" y="7904"/>
                  </a:lnTo>
                  <a:lnTo>
                    <a:pt x="60852" y="7904"/>
                  </a:lnTo>
                  <a:close/>
                  <a:moveTo>
                    <a:pt x="60852" y="7662"/>
                  </a:moveTo>
                  <a:lnTo>
                    <a:pt x="56295" y="7662"/>
                  </a:lnTo>
                  <a:lnTo>
                    <a:pt x="56295" y="3307"/>
                  </a:lnTo>
                  <a:lnTo>
                    <a:pt x="60852" y="3307"/>
                  </a:lnTo>
                  <a:lnTo>
                    <a:pt x="60852" y="7904"/>
                  </a:lnTo>
                  <a:close/>
                  <a:moveTo>
                    <a:pt x="65651" y="84644"/>
                  </a:moveTo>
                  <a:lnTo>
                    <a:pt x="61094" y="84644"/>
                  </a:lnTo>
                  <a:lnTo>
                    <a:pt x="61094" y="80047"/>
                  </a:lnTo>
                  <a:lnTo>
                    <a:pt x="65651" y="80047"/>
                  </a:lnTo>
                  <a:close/>
                  <a:moveTo>
                    <a:pt x="65651" y="79805"/>
                  </a:moveTo>
                  <a:lnTo>
                    <a:pt x="61094" y="79805"/>
                  </a:lnTo>
                  <a:lnTo>
                    <a:pt x="61094" y="75248"/>
                  </a:lnTo>
                  <a:lnTo>
                    <a:pt x="65651" y="75248"/>
                  </a:lnTo>
                  <a:close/>
                  <a:moveTo>
                    <a:pt x="65651" y="75006"/>
                  </a:moveTo>
                  <a:lnTo>
                    <a:pt x="61094" y="75006"/>
                  </a:lnTo>
                  <a:lnTo>
                    <a:pt x="61094" y="70449"/>
                  </a:lnTo>
                  <a:lnTo>
                    <a:pt x="65651" y="70449"/>
                  </a:lnTo>
                  <a:close/>
                  <a:moveTo>
                    <a:pt x="65651" y="70208"/>
                  </a:moveTo>
                  <a:lnTo>
                    <a:pt x="61094" y="70208"/>
                  </a:lnTo>
                  <a:lnTo>
                    <a:pt x="61094" y="65610"/>
                  </a:lnTo>
                  <a:lnTo>
                    <a:pt x="65651" y="65610"/>
                  </a:lnTo>
                  <a:close/>
                  <a:moveTo>
                    <a:pt x="65651" y="65368"/>
                  </a:moveTo>
                  <a:lnTo>
                    <a:pt x="61094" y="65368"/>
                  </a:lnTo>
                  <a:lnTo>
                    <a:pt x="61094" y="60812"/>
                  </a:lnTo>
                  <a:lnTo>
                    <a:pt x="65651" y="60812"/>
                  </a:lnTo>
                  <a:close/>
                  <a:moveTo>
                    <a:pt x="65651" y="60570"/>
                  </a:moveTo>
                  <a:lnTo>
                    <a:pt x="61094" y="60570"/>
                  </a:lnTo>
                  <a:lnTo>
                    <a:pt x="61094" y="56013"/>
                  </a:lnTo>
                  <a:lnTo>
                    <a:pt x="65651" y="56013"/>
                  </a:lnTo>
                  <a:close/>
                  <a:moveTo>
                    <a:pt x="65651" y="55771"/>
                  </a:moveTo>
                  <a:lnTo>
                    <a:pt x="61094" y="55771"/>
                  </a:lnTo>
                  <a:lnTo>
                    <a:pt x="61094" y="51174"/>
                  </a:lnTo>
                  <a:lnTo>
                    <a:pt x="65651" y="51174"/>
                  </a:lnTo>
                  <a:close/>
                  <a:moveTo>
                    <a:pt x="65651" y="50932"/>
                  </a:moveTo>
                  <a:lnTo>
                    <a:pt x="61094" y="50932"/>
                  </a:lnTo>
                  <a:lnTo>
                    <a:pt x="61094" y="46375"/>
                  </a:lnTo>
                  <a:lnTo>
                    <a:pt x="65651" y="46375"/>
                  </a:lnTo>
                  <a:close/>
                  <a:moveTo>
                    <a:pt x="65651" y="46133"/>
                  </a:moveTo>
                  <a:lnTo>
                    <a:pt x="61094" y="46133"/>
                  </a:lnTo>
                  <a:lnTo>
                    <a:pt x="61094" y="41536"/>
                  </a:lnTo>
                  <a:lnTo>
                    <a:pt x="65651" y="41536"/>
                  </a:lnTo>
                  <a:close/>
                  <a:moveTo>
                    <a:pt x="65651" y="41294"/>
                  </a:moveTo>
                  <a:lnTo>
                    <a:pt x="61094" y="41294"/>
                  </a:lnTo>
                  <a:lnTo>
                    <a:pt x="61094" y="36737"/>
                  </a:lnTo>
                  <a:lnTo>
                    <a:pt x="65651" y="36737"/>
                  </a:lnTo>
                  <a:close/>
                  <a:moveTo>
                    <a:pt x="65651" y="36495"/>
                  </a:moveTo>
                  <a:lnTo>
                    <a:pt x="61094" y="36495"/>
                  </a:lnTo>
                  <a:lnTo>
                    <a:pt x="61094" y="31938"/>
                  </a:lnTo>
                  <a:lnTo>
                    <a:pt x="65651" y="31938"/>
                  </a:lnTo>
                  <a:close/>
                  <a:moveTo>
                    <a:pt x="65651" y="31696"/>
                  </a:moveTo>
                  <a:lnTo>
                    <a:pt x="61094" y="31696"/>
                  </a:lnTo>
                  <a:lnTo>
                    <a:pt x="61094" y="27099"/>
                  </a:lnTo>
                  <a:lnTo>
                    <a:pt x="65651" y="27099"/>
                  </a:lnTo>
                  <a:close/>
                  <a:moveTo>
                    <a:pt x="65651" y="26857"/>
                  </a:moveTo>
                  <a:lnTo>
                    <a:pt x="61094" y="26857"/>
                  </a:lnTo>
                  <a:lnTo>
                    <a:pt x="61094" y="22300"/>
                  </a:lnTo>
                  <a:lnTo>
                    <a:pt x="65651" y="22300"/>
                  </a:lnTo>
                  <a:close/>
                  <a:moveTo>
                    <a:pt x="65651" y="22058"/>
                  </a:moveTo>
                  <a:lnTo>
                    <a:pt x="61094" y="22058"/>
                  </a:lnTo>
                  <a:lnTo>
                    <a:pt x="61094" y="17501"/>
                  </a:lnTo>
                  <a:lnTo>
                    <a:pt x="65651" y="17501"/>
                  </a:lnTo>
                  <a:close/>
                  <a:moveTo>
                    <a:pt x="65651" y="17260"/>
                  </a:moveTo>
                  <a:lnTo>
                    <a:pt x="61094" y="17260"/>
                  </a:lnTo>
                  <a:lnTo>
                    <a:pt x="61094" y="12662"/>
                  </a:lnTo>
                  <a:lnTo>
                    <a:pt x="65651" y="12662"/>
                  </a:lnTo>
                  <a:close/>
                  <a:moveTo>
                    <a:pt x="65651" y="12420"/>
                  </a:moveTo>
                  <a:lnTo>
                    <a:pt x="61094" y="12420"/>
                  </a:lnTo>
                  <a:lnTo>
                    <a:pt x="61094" y="7864"/>
                  </a:lnTo>
                  <a:lnTo>
                    <a:pt x="65651" y="7864"/>
                  </a:lnTo>
                  <a:close/>
                  <a:moveTo>
                    <a:pt x="70490" y="84604"/>
                  </a:moveTo>
                  <a:lnTo>
                    <a:pt x="65893" y="84604"/>
                  </a:lnTo>
                  <a:lnTo>
                    <a:pt x="65893" y="80047"/>
                  </a:lnTo>
                  <a:lnTo>
                    <a:pt x="70490" y="80047"/>
                  </a:lnTo>
                  <a:close/>
                  <a:moveTo>
                    <a:pt x="70490" y="79805"/>
                  </a:moveTo>
                  <a:lnTo>
                    <a:pt x="65893" y="79805"/>
                  </a:lnTo>
                  <a:lnTo>
                    <a:pt x="65893" y="75208"/>
                  </a:lnTo>
                  <a:lnTo>
                    <a:pt x="70490" y="75208"/>
                  </a:lnTo>
                  <a:close/>
                  <a:moveTo>
                    <a:pt x="70490" y="74966"/>
                  </a:moveTo>
                  <a:lnTo>
                    <a:pt x="65893" y="74966"/>
                  </a:lnTo>
                  <a:lnTo>
                    <a:pt x="65893" y="70409"/>
                  </a:lnTo>
                  <a:lnTo>
                    <a:pt x="70490" y="70409"/>
                  </a:lnTo>
                  <a:close/>
                  <a:moveTo>
                    <a:pt x="70490" y="70167"/>
                  </a:moveTo>
                  <a:lnTo>
                    <a:pt x="65893" y="70167"/>
                  </a:lnTo>
                  <a:lnTo>
                    <a:pt x="65893" y="65610"/>
                  </a:lnTo>
                  <a:lnTo>
                    <a:pt x="70490" y="65610"/>
                  </a:lnTo>
                  <a:close/>
                  <a:moveTo>
                    <a:pt x="70490" y="65368"/>
                  </a:moveTo>
                  <a:lnTo>
                    <a:pt x="65893" y="65368"/>
                  </a:lnTo>
                  <a:lnTo>
                    <a:pt x="65893" y="60771"/>
                  </a:lnTo>
                  <a:lnTo>
                    <a:pt x="70490" y="60771"/>
                  </a:lnTo>
                  <a:close/>
                  <a:moveTo>
                    <a:pt x="70490" y="60529"/>
                  </a:moveTo>
                  <a:lnTo>
                    <a:pt x="65893" y="60529"/>
                  </a:lnTo>
                  <a:lnTo>
                    <a:pt x="65893" y="55972"/>
                  </a:lnTo>
                  <a:lnTo>
                    <a:pt x="70490" y="55972"/>
                  </a:lnTo>
                  <a:close/>
                  <a:moveTo>
                    <a:pt x="70490" y="55730"/>
                  </a:moveTo>
                  <a:lnTo>
                    <a:pt x="65893" y="55730"/>
                  </a:lnTo>
                  <a:lnTo>
                    <a:pt x="65893" y="51174"/>
                  </a:lnTo>
                  <a:lnTo>
                    <a:pt x="70490" y="51174"/>
                  </a:lnTo>
                  <a:close/>
                  <a:moveTo>
                    <a:pt x="70490" y="50932"/>
                  </a:moveTo>
                  <a:lnTo>
                    <a:pt x="65893" y="50932"/>
                  </a:lnTo>
                  <a:lnTo>
                    <a:pt x="65893" y="46335"/>
                  </a:lnTo>
                  <a:lnTo>
                    <a:pt x="70490" y="46335"/>
                  </a:lnTo>
                  <a:close/>
                  <a:moveTo>
                    <a:pt x="70490" y="46093"/>
                  </a:moveTo>
                  <a:lnTo>
                    <a:pt x="65893" y="46093"/>
                  </a:lnTo>
                  <a:lnTo>
                    <a:pt x="65893" y="41536"/>
                  </a:lnTo>
                  <a:lnTo>
                    <a:pt x="70490" y="41536"/>
                  </a:lnTo>
                  <a:close/>
                  <a:moveTo>
                    <a:pt x="70490" y="41294"/>
                  </a:moveTo>
                  <a:lnTo>
                    <a:pt x="65893" y="41294"/>
                  </a:lnTo>
                  <a:lnTo>
                    <a:pt x="65893" y="36737"/>
                  </a:lnTo>
                  <a:lnTo>
                    <a:pt x="70490" y="36737"/>
                  </a:lnTo>
                  <a:close/>
                  <a:moveTo>
                    <a:pt x="70490" y="36495"/>
                  </a:moveTo>
                  <a:lnTo>
                    <a:pt x="65893" y="36495"/>
                  </a:lnTo>
                  <a:lnTo>
                    <a:pt x="65893" y="31898"/>
                  </a:lnTo>
                  <a:lnTo>
                    <a:pt x="70490" y="31898"/>
                  </a:lnTo>
                  <a:close/>
                  <a:moveTo>
                    <a:pt x="70490" y="31656"/>
                  </a:moveTo>
                  <a:lnTo>
                    <a:pt x="65893" y="31656"/>
                  </a:lnTo>
                  <a:lnTo>
                    <a:pt x="65893" y="27099"/>
                  </a:lnTo>
                  <a:lnTo>
                    <a:pt x="70490" y="27099"/>
                  </a:lnTo>
                  <a:close/>
                  <a:moveTo>
                    <a:pt x="70490" y="26857"/>
                  </a:moveTo>
                  <a:lnTo>
                    <a:pt x="65893" y="26857"/>
                  </a:lnTo>
                  <a:lnTo>
                    <a:pt x="65893" y="22260"/>
                  </a:lnTo>
                  <a:lnTo>
                    <a:pt x="70490" y="22260"/>
                  </a:lnTo>
                  <a:close/>
                  <a:moveTo>
                    <a:pt x="70490" y="22018"/>
                  </a:moveTo>
                  <a:lnTo>
                    <a:pt x="65893" y="22018"/>
                  </a:lnTo>
                  <a:lnTo>
                    <a:pt x="65893" y="17461"/>
                  </a:lnTo>
                  <a:lnTo>
                    <a:pt x="70490" y="17461"/>
                  </a:lnTo>
                  <a:close/>
                  <a:moveTo>
                    <a:pt x="70490" y="17219"/>
                  </a:moveTo>
                  <a:lnTo>
                    <a:pt x="65893" y="17219"/>
                  </a:lnTo>
                  <a:lnTo>
                    <a:pt x="65893" y="12662"/>
                  </a:lnTo>
                  <a:lnTo>
                    <a:pt x="70490" y="12662"/>
                  </a:lnTo>
                  <a:close/>
                  <a:moveTo>
                    <a:pt x="70490" y="12420"/>
                  </a:moveTo>
                  <a:lnTo>
                    <a:pt x="65893" y="12420"/>
                  </a:lnTo>
                  <a:lnTo>
                    <a:pt x="65893" y="7823"/>
                  </a:lnTo>
                  <a:lnTo>
                    <a:pt x="70490" y="7823"/>
                  </a:lnTo>
                  <a:close/>
                  <a:moveTo>
                    <a:pt x="75289" y="79765"/>
                  </a:moveTo>
                  <a:lnTo>
                    <a:pt x="70732" y="79765"/>
                  </a:lnTo>
                  <a:lnTo>
                    <a:pt x="70732" y="75208"/>
                  </a:lnTo>
                  <a:lnTo>
                    <a:pt x="75289" y="75208"/>
                  </a:lnTo>
                  <a:close/>
                  <a:moveTo>
                    <a:pt x="75289" y="74966"/>
                  </a:moveTo>
                  <a:lnTo>
                    <a:pt x="70732" y="74966"/>
                  </a:lnTo>
                  <a:lnTo>
                    <a:pt x="70732" y="70409"/>
                  </a:lnTo>
                  <a:lnTo>
                    <a:pt x="75289" y="70409"/>
                  </a:lnTo>
                  <a:close/>
                  <a:moveTo>
                    <a:pt x="75289" y="70167"/>
                  </a:moveTo>
                  <a:lnTo>
                    <a:pt x="70732" y="70167"/>
                  </a:lnTo>
                  <a:lnTo>
                    <a:pt x="70732" y="65570"/>
                  </a:lnTo>
                  <a:lnTo>
                    <a:pt x="75289" y="65570"/>
                  </a:lnTo>
                  <a:close/>
                  <a:moveTo>
                    <a:pt x="75289" y="65328"/>
                  </a:moveTo>
                  <a:lnTo>
                    <a:pt x="70732" y="65328"/>
                  </a:lnTo>
                  <a:lnTo>
                    <a:pt x="70732" y="60771"/>
                  </a:lnTo>
                  <a:lnTo>
                    <a:pt x="75289" y="60771"/>
                  </a:lnTo>
                  <a:close/>
                  <a:moveTo>
                    <a:pt x="75289" y="60529"/>
                  </a:moveTo>
                  <a:lnTo>
                    <a:pt x="70732" y="60529"/>
                  </a:lnTo>
                  <a:lnTo>
                    <a:pt x="70732" y="55972"/>
                  </a:lnTo>
                  <a:lnTo>
                    <a:pt x="75289" y="55972"/>
                  </a:lnTo>
                  <a:close/>
                  <a:moveTo>
                    <a:pt x="75289" y="55730"/>
                  </a:moveTo>
                  <a:lnTo>
                    <a:pt x="70732" y="55730"/>
                  </a:lnTo>
                  <a:lnTo>
                    <a:pt x="70732" y="51133"/>
                  </a:lnTo>
                  <a:lnTo>
                    <a:pt x="75289" y="51133"/>
                  </a:lnTo>
                  <a:close/>
                  <a:moveTo>
                    <a:pt x="75289" y="50891"/>
                  </a:moveTo>
                  <a:lnTo>
                    <a:pt x="70732" y="50891"/>
                  </a:lnTo>
                  <a:lnTo>
                    <a:pt x="70732" y="46335"/>
                  </a:lnTo>
                  <a:lnTo>
                    <a:pt x="75289" y="46335"/>
                  </a:lnTo>
                  <a:close/>
                  <a:moveTo>
                    <a:pt x="75289" y="46093"/>
                  </a:moveTo>
                  <a:lnTo>
                    <a:pt x="70732" y="46093"/>
                  </a:lnTo>
                  <a:lnTo>
                    <a:pt x="70732" y="41495"/>
                  </a:lnTo>
                  <a:lnTo>
                    <a:pt x="75289" y="41495"/>
                  </a:lnTo>
                  <a:close/>
                  <a:moveTo>
                    <a:pt x="75289" y="41253"/>
                  </a:moveTo>
                  <a:lnTo>
                    <a:pt x="70732" y="41253"/>
                  </a:lnTo>
                  <a:lnTo>
                    <a:pt x="70732" y="36697"/>
                  </a:lnTo>
                  <a:lnTo>
                    <a:pt x="75289" y="36697"/>
                  </a:lnTo>
                  <a:close/>
                  <a:moveTo>
                    <a:pt x="75289" y="36455"/>
                  </a:moveTo>
                  <a:lnTo>
                    <a:pt x="70732" y="36455"/>
                  </a:lnTo>
                  <a:lnTo>
                    <a:pt x="70732" y="31898"/>
                  </a:lnTo>
                  <a:lnTo>
                    <a:pt x="75289" y="31898"/>
                  </a:lnTo>
                  <a:close/>
                  <a:moveTo>
                    <a:pt x="75289" y="31656"/>
                  </a:moveTo>
                  <a:lnTo>
                    <a:pt x="70732" y="31656"/>
                  </a:lnTo>
                  <a:lnTo>
                    <a:pt x="70732" y="27059"/>
                  </a:lnTo>
                  <a:lnTo>
                    <a:pt x="75289" y="27059"/>
                  </a:lnTo>
                  <a:close/>
                  <a:moveTo>
                    <a:pt x="75289" y="26817"/>
                  </a:moveTo>
                  <a:lnTo>
                    <a:pt x="70732" y="26817"/>
                  </a:lnTo>
                  <a:lnTo>
                    <a:pt x="70732" y="22260"/>
                  </a:lnTo>
                  <a:lnTo>
                    <a:pt x="75289" y="22260"/>
                  </a:lnTo>
                  <a:close/>
                  <a:moveTo>
                    <a:pt x="75289" y="22018"/>
                  </a:moveTo>
                  <a:lnTo>
                    <a:pt x="70732" y="22018"/>
                  </a:lnTo>
                  <a:lnTo>
                    <a:pt x="70732" y="17461"/>
                  </a:lnTo>
                  <a:lnTo>
                    <a:pt x="75289" y="17461"/>
                  </a:lnTo>
                  <a:close/>
                  <a:moveTo>
                    <a:pt x="75289" y="17219"/>
                  </a:moveTo>
                  <a:lnTo>
                    <a:pt x="70732" y="17219"/>
                  </a:lnTo>
                  <a:lnTo>
                    <a:pt x="70732" y="12622"/>
                  </a:lnTo>
                  <a:lnTo>
                    <a:pt x="75289" y="12622"/>
                  </a:lnTo>
                  <a:close/>
                  <a:moveTo>
                    <a:pt x="80087" y="74926"/>
                  </a:moveTo>
                  <a:lnTo>
                    <a:pt x="75531" y="74926"/>
                  </a:lnTo>
                  <a:lnTo>
                    <a:pt x="75531" y="70369"/>
                  </a:lnTo>
                  <a:lnTo>
                    <a:pt x="80087" y="70369"/>
                  </a:lnTo>
                  <a:close/>
                  <a:moveTo>
                    <a:pt x="80087" y="70127"/>
                  </a:moveTo>
                  <a:lnTo>
                    <a:pt x="75531" y="70127"/>
                  </a:lnTo>
                  <a:lnTo>
                    <a:pt x="75531" y="65570"/>
                  </a:lnTo>
                  <a:lnTo>
                    <a:pt x="80087" y="65570"/>
                  </a:lnTo>
                  <a:close/>
                  <a:moveTo>
                    <a:pt x="80087" y="65328"/>
                  </a:moveTo>
                  <a:lnTo>
                    <a:pt x="75531" y="65328"/>
                  </a:lnTo>
                  <a:lnTo>
                    <a:pt x="75531" y="60731"/>
                  </a:lnTo>
                  <a:lnTo>
                    <a:pt x="80087" y="60731"/>
                  </a:lnTo>
                  <a:close/>
                  <a:moveTo>
                    <a:pt x="80087" y="60489"/>
                  </a:moveTo>
                  <a:lnTo>
                    <a:pt x="75531" y="60489"/>
                  </a:lnTo>
                  <a:lnTo>
                    <a:pt x="75531" y="55932"/>
                  </a:lnTo>
                  <a:lnTo>
                    <a:pt x="80087" y="55932"/>
                  </a:lnTo>
                  <a:close/>
                  <a:moveTo>
                    <a:pt x="80087" y="55690"/>
                  </a:moveTo>
                  <a:lnTo>
                    <a:pt x="75531" y="55690"/>
                  </a:lnTo>
                  <a:lnTo>
                    <a:pt x="75531" y="51133"/>
                  </a:lnTo>
                  <a:lnTo>
                    <a:pt x="80087" y="51133"/>
                  </a:lnTo>
                  <a:close/>
                  <a:moveTo>
                    <a:pt x="80087" y="50891"/>
                  </a:moveTo>
                  <a:lnTo>
                    <a:pt x="75531" y="50891"/>
                  </a:lnTo>
                  <a:lnTo>
                    <a:pt x="75531" y="46294"/>
                  </a:lnTo>
                  <a:lnTo>
                    <a:pt x="80087" y="46294"/>
                  </a:lnTo>
                  <a:close/>
                  <a:moveTo>
                    <a:pt x="80087" y="46052"/>
                  </a:moveTo>
                  <a:lnTo>
                    <a:pt x="75531" y="46052"/>
                  </a:lnTo>
                  <a:lnTo>
                    <a:pt x="75531" y="41495"/>
                  </a:lnTo>
                  <a:lnTo>
                    <a:pt x="80087" y="41495"/>
                  </a:lnTo>
                  <a:close/>
                  <a:moveTo>
                    <a:pt x="80087" y="41253"/>
                  </a:moveTo>
                  <a:lnTo>
                    <a:pt x="75531" y="41253"/>
                  </a:lnTo>
                  <a:lnTo>
                    <a:pt x="75531" y="36697"/>
                  </a:lnTo>
                  <a:lnTo>
                    <a:pt x="80087" y="36697"/>
                  </a:lnTo>
                  <a:close/>
                  <a:moveTo>
                    <a:pt x="80087" y="36455"/>
                  </a:moveTo>
                  <a:lnTo>
                    <a:pt x="75531" y="36455"/>
                  </a:lnTo>
                  <a:lnTo>
                    <a:pt x="75531" y="31858"/>
                  </a:lnTo>
                  <a:lnTo>
                    <a:pt x="80087" y="31858"/>
                  </a:lnTo>
                  <a:close/>
                  <a:moveTo>
                    <a:pt x="80087" y="31616"/>
                  </a:moveTo>
                  <a:lnTo>
                    <a:pt x="75531" y="31616"/>
                  </a:lnTo>
                  <a:lnTo>
                    <a:pt x="75531" y="27059"/>
                  </a:lnTo>
                  <a:lnTo>
                    <a:pt x="80087" y="27059"/>
                  </a:lnTo>
                  <a:close/>
                  <a:moveTo>
                    <a:pt x="80087" y="26817"/>
                  </a:moveTo>
                  <a:lnTo>
                    <a:pt x="75531" y="26817"/>
                  </a:lnTo>
                  <a:lnTo>
                    <a:pt x="75531" y="22260"/>
                  </a:lnTo>
                  <a:lnTo>
                    <a:pt x="80087" y="22260"/>
                  </a:lnTo>
                  <a:close/>
                  <a:moveTo>
                    <a:pt x="80087" y="22018"/>
                  </a:moveTo>
                  <a:lnTo>
                    <a:pt x="75531" y="22018"/>
                  </a:lnTo>
                  <a:lnTo>
                    <a:pt x="75531" y="17421"/>
                  </a:lnTo>
                  <a:lnTo>
                    <a:pt x="80087" y="17421"/>
                  </a:lnTo>
                  <a:close/>
                  <a:moveTo>
                    <a:pt x="84886" y="70127"/>
                  </a:moveTo>
                  <a:lnTo>
                    <a:pt x="80329" y="70127"/>
                  </a:lnTo>
                  <a:lnTo>
                    <a:pt x="80329" y="65530"/>
                  </a:lnTo>
                  <a:lnTo>
                    <a:pt x="84886" y="65530"/>
                  </a:lnTo>
                  <a:close/>
                  <a:moveTo>
                    <a:pt x="84886" y="65288"/>
                  </a:moveTo>
                  <a:lnTo>
                    <a:pt x="80329" y="65288"/>
                  </a:lnTo>
                  <a:lnTo>
                    <a:pt x="80329" y="60731"/>
                  </a:lnTo>
                  <a:lnTo>
                    <a:pt x="84886" y="60731"/>
                  </a:lnTo>
                  <a:close/>
                  <a:moveTo>
                    <a:pt x="84886" y="60489"/>
                  </a:moveTo>
                  <a:lnTo>
                    <a:pt x="80329" y="60489"/>
                  </a:lnTo>
                  <a:lnTo>
                    <a:pt x="80329" y="55932"/>
                  </a:lnTo>
                  <a:lnTo>
                    <a:pt x="84886" y="55932"/>
                  </a:lnTo>
                  <a:close/>
                  <a:moveTo>
                    <a:pt x="84886" y="55690"/>
                  </a:moveTo>
                  <a:lnTo>
                    <a:pt x="80329" y="55690"/>
                  </a:lnTo>
                  <a:lnTo>
                    <a:pt x="80329" y="51093"/>
                  </a:lnTo>
                  <a:lnTo>
                    <a:pt x="84886" y="51093"/>
                  </a:lnTo>
                  <a:close/>
                  <a:moveTo>
                    <a:pt x="84886" y="50851"/>
                  </a:moveTo>
                  <a:lnTo>
                    <a:pt x="80329" y="50851"/>
                  </a:lnTo>
                  <a:lnTo>
                    <a:pt x="80329" y="46294"/>
                  </a:lnTo>
                  <a:lnTo>
                    <a:pt x="84886" y="46294"/>
                  </a:lnTo>
                  <a:close/>
                  <a:moveTo>
                    <a:pt x="84886" y="46052"/>
                  </a:moveTo>
                  <a:lnTo>
                    <a:pt x="80329" y="46052"/>
                  </a:lnTo>
                  <a:lnTo>
                    <a:pt x="80329" y="41495"/>
                  </a:lnTo>
                  <a:lnTo>
                    <a:pt x="84886" y="41495"/>
                  </a:lnTo>
                  <a:close/>
                  <a:moveTo>
                    <a:pt x="84886" y="41253"/>
                  </a:moveTo>
                  <a:lnTo>
                    <a:pt x="80329" y="41253"/>
                  </a:lnTo>
                  <a:lnTo>
                    <a:pt x="80329" y="36656"/>
                  </a:lnTo>
                  <a:lnTo>
                    <a:pt x="84886" y="36656"/>
                  </a:lnTo>
                  <a:close/>
                  <a:moveTo>
                    <a:pt x="84886" y="36414"/>
                  </a:moveTo>
                  <a:lnTo>
                    <a:pt x="80329" y="36414"/>
                  </a:lnTo>
                  <a:lnTo>
                    <a:pt x="80329" y="31858"/>
                  </a:lnTo>
                  <a:lnTo>
                    <a:pt x="84886" y="31858"/>
                  </a:lnTo>
                  <a:close/>
                  <a:moveTo>
                    <a:pt x="84886" y="31616"/>
                  </a:moveTo>
                  <a:lnTo>
                    <a:pt x="80329" y="31616"/>
                  </a:lnTo>
                  <a:lnTo>
                    <a:pt x="80329" y="27018"/>
                  </a:lnTo>
                  <a:lnTo>
                    <a:pt x="84886" y="27018"/>
                  </a:lnTo>
                  <a:close/>
                  <a:moveTo>
                    <a:pt x="84886" y="26776"/>
                  </a:moveTo>
                  <a:lnTo>
                    <a:pt x="80329" y="26776"/>
                  </a:lnTo>
                  <a:lnTo>
                    <a:pt x="80329" y="22220"/>
                  </a:lnTo>
                  <a:lnTo>
                    <a:pt x="84886" y="222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m 2" descr="Fundo preto com letras brancas&#10;&#10;Descrição gerada automaticamente">
            <a:extLst>
              <a:ext uri="{FF2B5EF4-FFF2-40B4-BE49-F238E27FC236}">
                <a16:creationId xmlns:a16="http://schemas.microsoft.com/office/drawing/2014/main" id="{5A02120D-5068-0FD4-AAF3-D1CE36216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4" y="3934226"/>
            <a:ext cx="1095854" cy="110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22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2"/>
          <p:cNvSpPr txBox="1">
            <a:spLocks noGrp="1"/>
          </p:cNvSpPr>
          <p:nvPr>
            <p:ph type="title"/>
          </p:nvPr>
        </p:nvSpPr>
        <p:spPr>
          <a:xfrm>
            <a:off x="2330700" y="982213"/>
            <a:ext cx="4482600" cy="73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9" name="Google Shape;1079;p42"/>
          <p:cNvSpPr txBox="1">
            <a:spLocks noGrp="1"/>
          </p:cNvSpPr>
          <p:nvPr>
            <p:ph type="subTitle" idx="1"/>
          </p:nvPr>
        </p:nvSpPr>
        <p:spPr>
          <a:xfrm>
            <a:off x="1903675" y="1690937"/>
            <a:ext cx="5943496" cy="27881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80" name="Google Shape;1080;p42"/>
          <p:cNvGrpSpPr/>
          <p:nvPr/>
        </p:nvGrpSpPr>
        <p:grpSpPr>
          <a:xfrm>
            <a:off x="917550" y="2904450"/>
            <a:ext cx="986125" cy="2095500"/>
            <a:chOff x="7631225" y="2241175"/>
            <a:chExt cx="986125" cy="2095500"/>
          </a:xfrm>
        </p:grpSpPr>
        <p:cxnSp>
          <p:nvCxnSpPr>
            <p:cNvPr id="1081" name="Google Shape;1081;p42"/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2" name="Google Shape;1082;p42"/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3" name="Google Shape;1083;p42"/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4" name="Google Shape;1084;p42"/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5" name="Google Shape;1085;p42"/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6" name="Google Shape;1086;p42"/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7" name="Google Shape;1087;p42"/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8" name="Google Shape;1088;p42"/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9" name="Google Shape;1089;p42"/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0" name="Google Shape;1090;p42"/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1" name="Google Shape;1091;p42"/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2" name="Google Shape;1092;p42"/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3" name="Google Shape;1093;p42"/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4" name="Google Shape;1094;p42"/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95" name="Google Shape;1095;p42"/>
          <p:cNvGrpSpPr/>
          <p:nvPr/>
        </p:nvGrpSpPr>
        <p:grpSpPr>
          <a:xfrm>
            <a:off x="2035713" y="-744737"/>
            <a:ext cx="1885275" cy="1884250"/>
            <a:chOff x="2609275" y="3149350"/>
            <a:chExt cx="1885275" cy="1884250"/>
          </a:xfrm>
        </p:grpSpPr>
        <p:sp>
          <p:nvSpPr>
            <p:cNvPr id="1096" name="Google Shape;1096;p42"/>
            <p:cNvSpPr/>
            <p:nvPr/>
          </p:nvSpPr>
          <p:spPr>
            <a:xfrm>
              <a:off x="3923900" y="3224950"/>
              <a:ext cx="494025" cy="495025"/>
            </a:xfrm>
            <a:custGeom>
              <a:avLst/>
              <a:gdLst/>
              <a:ahLst/>
              <a:cxnLst/>
              <a:rect l="l" t="t" r="r" b="b"/>
              <a:pathLst>
                <a:path w="19761" h="19801" extrusionOk="0">
                  <a:moveTo>
                    <a:pt x="485" y="202"/>
                  </a:moveTo>
                  <a:cubicBezTo>
                    <a:pt x="323" y="162"/>
                    <a:pt x="162" y="81"/>
                    <a:pt x="1" y="1"/>
                  </a:cubicBezTo>
                  <a:lnTo>
                    <a:pt x="19761" y="19801"/>
                  </a:lnTo>
                  <a:cubicBezTo>
                    <a:pt x="19720" y="19640"/>
                    <a:pt x="19640" y="19478"/>
                    <a:pt x="19559" y="19317"/>
                  </a:cubicBezTo>
                  <a:lnTo>
                    <a:pt x="485" y="2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2"/>
            <p:cNvSpPr/>
            <p:nvPr/>
          </p:nvSpPr>
          <p:spPr>
            <a:xfrm>
              <a:off x="3725300" y="3164475"/>
              <a:ext cx="753125" cy="753100"/>
            </a:xfrm>
            <a:custGeom>
              <a:avLst/>
              <a:gdLst/>
              <a:ahLst/>
              <a:cxnLst/>
              <a:rect l="l" t="t" r="r" b="b"/>
              <a:pathLst>
                <a:path w="30125" h="30124" extrusionOk="0">
                  <a:moveTo>
                    <a:pt x="323" y="81"/>
                  </a:moveTo>
                  <a:cubicBezTo>
                    <a:pt x="202" y="41"/>
                    <a:pt x="122" y="41"/>
                    <a:pt x="1" y="0"/>
                  </a:cubicBezTo>
                  <a:lnTo>
                    <a:pt x="30124" y="30124"/>
                  </a:lnTo>
                  <a:cubicBezTo>
                    <a:pt x="30084" y="30043"/>
                    <a:pt x="30084" y="29922"/>
                    <a:pt x="30043" y="29801"/>
                  </a:cubicBezTo>
                  <a:lnTo>
                    <a:pt x="323" y="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2"/>
            <p:cNvSpPr/>
            <p:nvPr/>
          </p:nvSpPr>
          <p:spPr>
            <a:xfrm>
              <a:off x="3572075" y="3149350"/>
              <a:ext cx="922475" cy="922475"/>
            </a:xfrm>
            <a:custGeom>
              <a:avLst/>
              <a:gdLst/>
              <a:ahLst/>
              <a:cxnLst/>
              <a:rect l="l" t="t" r="r" b="b"/>
              <a:pathLst>
                <a:path w="36899" h="36899" extrusionOk="0">
                  <a:moveTo>
                    <a:pt x="282" y="0"/>
                  </a:moveTo>
                  <a:cubicBezTo>
                    <a:pt x="161" y="0"/>
                    <a:pt x="81" y="0"/>
                    <a:pt x="0" y="0"/>
                  </a:cubicBezTo>
                  <a:lnTo>
                    <a:pt x="36898" y="36899"/>
                  </a:lnTo>
                  <a:cubicBezTo>
                    <a:pt x="36898" y="36778"/>
                    <a:pt x="36898" y="36697"/>
                    <a:pt x="36858" y="36616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2"/>
            <p:cNvSpPr/>
            <p:nvPr/>
          </p:nvSpPr>
          <p:spPr>
            <a:xfrm>
              <a:off x="3440000" y="315440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242" y="0"/>
                  </a:moveTo>
                  <a:cubicBezTo>
                    <a:pt x="162" y="40"/>
                    <a:pt x="81" y="40"/>
                    <a:pt x="0" y="40"/>
                  </a:cubicBezTo>
                  <a:lnTo>
                    <a:pt x="41899" y="41939"/>
                  </a:lnTo>
                  <a:cubicBezTo>
                    <a:pt x="41899" y="41858"/>
                    <a:pt x="41939" y="41778"/>
                    <a:pt x="41939" y="416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2"/>
            <p:cNvSpPr/>
            <p:nvPr/>
          </p:nvSpPr>
          <p:spPr>
            <a:xfrm>
              <a:off x="3323050" y="3175550"/>
              <a:ext cx="1145275" cy="1144275"/>
            </a:xfrm>
            <a:custGeom>
              <a:avLst/>
              <a:gdLst/>
              <a:ahLst/>
              <a:cxnLst/>
              <a:rect l="l" t="t" r="r" b="b"/>
              <a:pathLst>
                <a:path w="45811" h="45771" extrusionOk="0">
                  <a:moveTo>
                    <a:pt x="243" y="1"/>
                  </a:moveTo>
                  <a:cubicBezTo>
                    <a:pt x="162" y="1"/>
                    <a:pt x="81" y="41"/>
                    <a:pt x="1" y="41"/>
                  </a:cubicBezTo>
                  <a:lnTo>
                    <a:pt x="45730" y="45771"/>
                  </a:lnTo>
                  <a:cubicBezTo>
                    <a:pt x="45771" y="45690"/>
                    <a:pt x="45771" y="45610"/>
                    <a:pt x="45811" y="455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2"/>
            <p:cNvSpPr/>
            <p:nvPr/>
          </p:nvSpPr>
          <p:spPr>
            <a:xfrm>
              <a:off x="3218200" y="320782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202" y="0"/>
                  </a:moveTo>
                  <a:cubicBezTo>
                    <a:pt x="122" y="0"/>
                    <a:pt x="81" y="41"/>
                    <a:pt x="1" y="81"/>
                  </a:cubicBezTo>
                  <a:lnTo>
                    <a:pt x="48593" y="48674"/>
                  </a:lnTo>
                  <a:cubicBezTo>
                    <a:pt x="48634" y="48633"/>
                    <a:pt x="48674" y="48553"/>
                    <a:pt x="48674" y="48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2"/>
            <p:cNvSpPr/>
            <p:nvPr/>
          </p:nvSpPr>
          <p:spPr>
            <a:xfrm>
              <a:off x="3122425" y="324915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202" y="1"/>
                  </a:moveTo>
                  <a:cubicBezTo>
                    <a:pt x="122" y="41"/>
                    <a:pt x="81" y="81"/>
                    <a:pt x="1" y="122"/>
                  </a:cubicBezTo>
                  <a:lnTo>
                    <a:pt x="50771" y="50852"/>
                  </a:lnTo>
                  <a:cubicBezTo>
                    <a:pt x="50771" y="50811"/>
                    <a:pt x="50811" y="50731"/>
                    <a:pt x="50852" y="506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2"/>
            <p:cNvSpPr/>
            <p:nvPr/>
          </p:nvSpPr>
          <p:spPr>
            <a:xfrm>
              <a:off x="3035725" y="3299550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162" y="1"/>
                  </a:moveTo>
                  <a:cubicBezTo>
                    <a:pt x="81" y="41"/>
                    <a:pt x="41" y="82"/>
                    <a:pt x="1" y="122"/>
                  </a:cubicBezTo>
                  <a:lnTo>
                    <a:pt x="52182" y="52344"/>
                  </a:lnTo>
                  <a:cubicBezTo>
                    <a:pt x="52223" y="52263"/>
                    <a:pt x="52263" y="52223"/>
                    <a:pt x="52303" y="5218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2"/>
            <p:cNvSpPr/>
            <p:nvPr/>
          </p:nvSpPr>
          <p:spPr>
            <a:xfrm>
              <a:off x="2956075" y="3358025"/>
              <a:ext cx="1328775" cy="1329775"/>
            </a:xfrm>
            <a:custGeom>
              <a:avLst/>
              <a:gdLst/>
              <a:ahLst/>
              <a:cxnLst/>
              <a:rect l="l" t="t" r="r" b="b"/>
              <a:pathLst>
                <a:path w="53151" h="53191" extrusionOk="0">
                  <a:moveTo>
                    <a:pt x="122" y="1"/>
                  </a:moveTo>
                  <a:cubicBezTo>
                    <a:pt x="82" y="41"/>
                    <a:pt x="41" y="82"/>
                    <a:pt x="1" y="122"/>
                  </a:cubicBezTo>
                  <a:lnTo>
                    <a:pt x="53030" y="53191"/>
                  </a:lnTo>
                  <a:cubicBezTo>
                    <a:pt x="53070" y="53110"/>
                    <a:pt x="53110" y="53070"/>
                    <a:pt x="53151" y="53030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2"/>
            <p:cNvSpPr/>
            <p:nvPr/>
          </p:nvSpPr>
          <p:spPr>
            <a:xfrm>
              <a:off x="2883500" y="3422550"/>
              <a:ext cx="1336825" cy="1336825"/>
            </a:xfrm>
            <a:custGeom>
              <a:avLst/>
              <a:gdLst/>
              <a:ahLst/>
              <a:cxnLst/>
              <a:rect l="l" t="t" r="r" b="b"/>
              <a:pathLst>
                <a:path w="53473" h="53473" extrusionOk="0">
                  <a:moveTo>
                    <a:pt x="121" y="1"/>
                  </a:moveTo>
                  <a:cubicBezTo>
                    <a:pt x="121" y="1"/>
                    <a:pt x="81" y="81"/>
                    <a:pt x="81" y="81"/>
                  </a:cubicBezTo>
                  <a:cubicBezTo>
                    <a:pt x="41" y="122"/>
                    <a:pt x="0" y="122"/>
                    <a:pt x="0" y="162"/>
                  </a:cubicBezTo>
                  <a:lnTo>
                    <a:pt x="53311" y="53473"/>
                  </a:lnTo>
                  <a:cubicBezTo>
                    <a:pt x="53311" y="53473"/>
                    <a:pt x="53392" y="53433"/>
                    <a:pt x="53392" y="53433"/>
                  </a:cubicBezTo>
                  <a:cubicBezTo>
                    <a:pt x="53432" y="53392"/>
                    <a:pt x="53432" y="53392"/>
                    <a:pt x="53473" y="533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2"/>
            <p:cNvSpPr/>
            <p:nvPr/>
          </p:nvSpPr>
          <p:spPr>
            <a:xfrm>
              <a:off x="2817975" y="3495150"/>
              <a:ext cx="1329775" cy="1329775"/>
            </a:xfrm>
            <a:custGeom>
              <a:avLst/>
              <a:gdLst/>
              <a:ahLst/>
              <a:cxnLst/>
              <a:rect l="l" t="t" r="r" b="b"/>
              <a:pathLst>
                <a:path w="53191" h="53191" extrusionOk="0">
                  <a:moveTo>
                    <a:pt x="121" y="0"/>
                  </a:moveTo>
                  <a:cubicBezTo>
                    <a:pt x="81" y="41"/>
                    <a:pt x="41" y="121"/>
                    <a:pt x="0" y="161"/>
                  </a:cubicBezTo>
                  <a:lnTo>
                    <a:pt x="53029" y="53190"/>
                  </a:lnTo>
                  <a:cubicBezTo>
                    <a:pt x="53110" y="53150"/>
                    <a:pt x="53150" y="53109"/>
                    <a:pt x="53190" y="53069"/>
                  </a:cubicBezTo>
                  <a:lnTo>
                    <a:pt x="12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2"/>
            <p:cNvSpPr/>
            <p:nvPr/>
          </p:nvSpPr>
          <p:spPr>
            <a:xfrm>
              <a:off x="2760500" y="3574775"/>
              <a:ext cx="1307600" cy="1308625"/>
            </a:xfrm>
            <a:custGeom>
              <a:avLst/>
              <a:gdLst/>
              <a:ahLst/>
              <a:cxnLst/>
              <a:rect l="l" t="t" r="r" b="b"/>
              <a:pathLst>
                <a:path w="52304" h="52345" extrusionOk="0">
                  <a:moveTo>
                    <a:pt x="81" y="1"/>
                  </a:moveTo>
                  <a:cubicBezTo>
                    <a:pt x="41" y="82"/>
                    <a:pt x="41" y="122"/>
                    <a:pt x="1" y="162"/>
                  </a:cubicBezTo>
                  <a:lnTo>
                    <a:pt x="52142" y="52344"/>
                  </a:lnTo>
                  <a:cubicBezTo>
                    <a:pt x="52182" y="52304"/>
                    <a:pt x="52263" y="52263"/>
                    <a:pt x="52303" y="52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2"/>
            <p:cNvSpPr/>
            <p:nvPr/>
          </p:nvSpPr>
          <p:spPr>
            <a:xfrm>
              <a:off x="2710100" y="3662500"/>
              <a:ext cx="1271300" cy="1271300"/>
            </a:xfrm>
            <a:custGeom>
              <a:avLst/>
              <a:gdLst/>
              <a:ahLst/>
              <a:cxnLst/>
              <a:rect l="l" t="t" r="r" b="b"/>
              <a:pathLst>
                <a:path w="50852" h="50852" extrusionOk="0">
                  <a:moveTo>
                    <a:pt x="81" y="0"/>
                  </a:moveTo>
                  <a:cubicBezTo>
                    <a:pt x="41" y="41"/>
                    <a:pt x="41" y="121"/>
                    <a:pt x="0" y="162"/>
                  </a:cubicBezTo>
                  <a:lnTo>
                    <a:pt x="50650" y="50851"/>
                  </a:lnTo>
                  <a:cubicBezTo>
                    <a:pt x="50690" y="50811"/>
                    <a:pt x="50771" y="50771"/>
                    <a:pt x="50851" y="50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2"/>
            <p:cNvSpPr/>
            <p:nvPr/>
          </p:nvSpPr>
          <p:spPr>
            <a:xfrm>
              <a:off x="2667750" y="3758275"/>
              <a:ext cx="1216875" cy="1216850"/>
            </a:xfrm>
            <a:custGeom>
              <a:avLst/>
              <a:gdLst/>
              <a:ahLst/>
              <a:cxnLst/>
              <a:rect l="l" t="t" r="r" b="b"/>
              <a:pathLst>
                <a:path w="48675" h="48674" extrusionOk="0">
                  <a:moveTo>
                    <a:pt x="81" y="0"/>
                  </a:moveTo>
                  <a:cubicBezTo>
                    <a:pt x="41" y="41"/>
                    <a:pt x="41" y="121"/>
                    <a:pt x="1" y="202"/>
                  </a:cubicBezTo>
                  <a:lnTo>
                    <a:pt x="48513" y="48674"/>
                  </a:lnTo>
                  <a:cubicBezTo>
                    <a:pt x="48553" y="48633"/>
                    <a:pt x="48634" y="48633"/>
                    <a:pt x="48674" y="485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2"/>
            <p:cNvSpPr/>
            <p:nvPr/>
          </p:nvSpPr>
          <p:spPr>
            <a:xfrm>
              <a:off x="2635500" y="3863125"/>
              <a:ext cx="1144275" cy="1144275"/>
            </a:xfrm>
            <a:custGeom>
              <a:avLst/>
              <a:gdLst/>
              <a:ahLst/>
              <a:cxnLst/>
              <a:rect l="l" t="t" r="r" b="b"/>
              <a:pathLst>
                <a:path w="45771" h="45771" extrusionOk="0">
                  <a:moveTo>
                    <a:pt x="41" y="0"/>
                  </a:moveTo>
                  <a:cubicBezTo>
                    <a:pt x="41" y="81"/>
                    <a:pt x="0" y="121"/>
                    <a:pt x="0" y="202"/>
                  </a:cubicBezTo>
                  <a:lnTo>
                    <a:pt x="45569" y="45770"/>
                  </a:lnTo>
                  <a:cubicBezTo>
                    <a:pt x="45649" y="45770"/>
                    <a:pt x="45730" y="45730"/>
                    <a:pt x="45770" y="457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2"/>
            <p:cNvSpPr/>
            <p:nvPr/>
          </p:nvSpPr>
          <p:spPr>
            <a:xfrm>
              <a:off x="2615325" y="3980050"/>
              <a:ext cx="1048500" cy="1048500"/>
            </a:xfrm>
            <a:custGeom>
              <a:avLst/>
              <a:gdLst/>
              <a:ahLst/>
              <a:cxnLst/>
              <a:rect l="l" t="t" r="r" b="b"/>
              <a:pathLst>
                <a:path w="41940" h="41940" extrusionOk="0">
                  <a:moveTo>
                    <a:pt x="1" y="1"/>
                  </a:moveTo>
                  <a:cubicBezTo>
                    <a:pt x="1" y="82"/>
                    <a:pt x="1" y="162"/>
                    <a:pt x="1" y="243"/>
                  </a:cubicBezTo>
                  <a:lnTo>
                    <a:pt x="41657" y="41940"/>
                  </a:lnTo>
                  <a:cubicBezTo>
                    <a:pt x="41738" y="41900"/>
                    <a:pt x="41859" y="41900"/>
                    <a:pt x="41940" y="419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2"/>
            <p:cNvSpPr/>
            <p:nvPr/>
          </p:nvSpPr>
          <p:spPr>
            <a:xfrm>
              <a:off x="2609275" y="4111125"/>
              <a:ext cx="922500" cy="922475"/>
            </a:xfrm>
            <a:custGeom>
              <a:avLst/>
              <a:gdLst/>
              <a:ahLst/>
              <a:cxnLst/>
              <a:rect l="l" t="t" r="r" b="b"/>
              <a:pathLst>
                <a:path w="36900" h="36899" extrusionOk="0">
                  <a:moveTo>
                    <a:pt x="1" y="0"/>
                  </a:moveTo>
                  <a:cubicBezTo>
                    <a:pt x="1" y="81"/>
                    <a:pt x="1" y="202"/>
                    <a:pt x="1" y="283"/>
                  </a:cubicBezTo>
                  <a:lnTo>
                    <a:pt x="36617" y="36899"/>
                  </a:lnTo>
                  <a:cubicBezTo>
                    <a:pt x="36697" y="36899"/>
                    <a:pt x="36818" y="36899"/>
                    <a:pt x="36899" y="3689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2"/>
            <p:cNvSpPr/>
            <p:nvPr/>
          </p:nvSpPr>
          <p:spPr>
            <a:xfrm>
              <a:off x="2625400" y="4264350"/>
              <a:ext cx="753125" cy="754125"/>
            </a:xfrm>
            <a:custGeom>
              <a:avLst/>
              <a:gdLst/>
              <a:ahLst/>
              <a:cxnLst/>
              <a:rect l="l" t="t" r="r" b="b"/>
              <a:pathLst>
                <a:path w="30125" h="30165" extrusionOk="0">
                  <a:moveTo>
                    <a:pt x="1" y="1"/>
                  </a:moveTo>
                  <a:cubicBezTo>
                    <a:pt x="1" y="122"/>
                    <a:pt x="41" y="243"/>
                    <a:pt x="41" y="364"/>
                  </a:cubicBezTo>
                  <a:lnTo>
                    <a:pt x="29762" y="30084"/>
                  </a:lnTo>
                  <a:cubicBezTo>
                    <a:pt x="29883" y="30124"/>
                    <a:pt x="30004" y="30124"/>
                    <a:pt x="30124" y="30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2"/>
            <p:cNvSpPr/>
            <p:nvPr/>
          </p:nvSpPr>
          <p:spPr>
            <a:xfrm>
              <a:off x="2684900" y="4462975"/>
              <a:ext cx="495025" cy="495025"/>
            </a:xfrm>
            <a:custGeom>
              <a:avLst/>
              <a:gdLst/>
              <a:ahLst/>
              <a:cxnLst/>
              <a:rect l="l" t="t" r="r" b="b"/>
              <a:pathLst>
                <a:path w="19801" h="19801" extrusionOk="0">
                  <a:moveTo>
                    <a:pt x="0" y="0"/>
                  </a:moveTo>
                  <a:cubicBezTo>
                    <a:pt x="81" y="161"/>
                    <a:pt x="161" y="323"/>
                    <a:pt x="242" y="484"/>
                  </a:cubicBezTo>
                  <a:lnTo>
                    <a:pt x="19316" y="19599"/>
                  </a:lnTo>
                  <a:cubicBezTo>
                    <a:pt x="19478" y="19639"/>
                    <a:pt x="19639" y="19720"/>
                    <a:pt x="19800" y="198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5" name="Google Shape;1115;p42"/>
          <p:cNvSpPr/>
          <p:nvPr/>
        </p:nvSpPr>
        <p:spPr>
          <a:xfrm rot="10800000">
            <a:off x="5857425" y="-78300"/>
            <a:ext cx="3429000" cy="851400"/>
          </a:xfrm>
          <a:prstGeom prst="round1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1" name="Google Shape;1121;p43"/>
          <p:cNvSpPr txBox="1">
            <a:spLocks noGrp="1"/>
          </p:cNvSpPr>
          <p:nvPr>
            <p:ph type="subTitle" idx="1"/>
          </p:nvPr>
        </p:nvSpPr>
        <p:spPr>
          <a:xfrm>
            <a:off x="826450" y="2085250"/>
            <a:ext cx="3516600" cy="17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2" name="Google Shape;1122;p43"/>
          <p:cNvSpPr txBox="1">
            <a:spLocks noGrp="1"/>
          </p:cNvSpPr>
          <p:nvPr>
            <p:ph type="subTitle" idx="2"/>
          </p:nvPr>
        </p:nvSpPr>
        <p:spPr>
          <a:xfrm>
            <a:off x="4800925" y="2085250"/>
            <a:ext cx="3516600" cy="17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4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7" name="Google Shape;1167;p46"/>
          <p:cNvSpPr txBox="1">
            <a:spLocks noGrp="1"/>
          </p:cNvSpPr>
          <p:nvPr>
            <p:ph type="subTitle" idx="1"/>
          </p:nvPr>
        </p:nvSpPr>
        <p:spPr>
          <a:xfrm>
            <a:off x="722375" y="1320036"/>
            <a:ext cx="2389800" cy="30525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Jupiter</a:t>
            </a:r>
          </a:p>
        </p:txBody>
      </p:sp>
      <p:sp>
        <p:nvSpPr>
          <p:cNvPr id="12" name="Google Shape;1167;p46">
            <a:extLst>
              <a:ext uri="{FF2B5EF4-FFF2-40B4-BE49-F238E27FC236}">
                <a16:creationId xmlns:a16="http://schemas.microsoft.com/office/drawing/2014/main" id="{B3710BBC-1A23-18F1-9FC6-D0F03EF98F7F}"/>
              </a:ext>
            </a:extLst>
          </p:cNvPr>
          <p:cNvSpPr txBox="1">
            <a:spLocks/>
          </p:cNvSpPr>
          <p:nvPr/>
        </p:nvSpPr>
        <p:spPr>
          <a:xfrm>
            <a:off x="3377075" y="1320036"/>
            <a:ext cx="2389800" cy="305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/>
            <a:r>
              <a:rPr lang="en-US" dirty="0"/>
              <a:t>Jupiter</a:t>
            </a:r>
          </a:p>
        </p:txBody>
      </p:sp>
      <p:sp>
        <p:nvSpPr>
          <p:cNvPr id="13" name="Google Shape;1167;p46">
            <a:extLst>
              <a:ext uri="{FF2B5EF4-FFF2-40B4-BE49-F238E27FC236}">
                <a16:creationId xmlns:a16="http://schemas.microsoft.com/office/drawing/2014/main" id="{4088BF83-2B48-5B1F-42CA-7482B7F170A4}"/>
              </a:ext>
            </a:extLst>
          </p:cNvPr>
          <p:cNvSpPr txBox="1">
            <a:spLocks/>
          </p:cNvSpPr>
          <p:nvPr/>
        </p:nvSpPr>
        <p:spPr>
          <a:xfrm>
            <a:off x="6127969" y="1320036"/>
            <a:ext cx="2389800" cy="305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2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/>
            <a:r>
              <a:rPr lang="en-US" dirty="0"/>
              <a:t>Jupiter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4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5" name="Google Shape;1195;p47"/>
          <p:cNvSpPr txBox="1">
            <a:spLocks noGrp="1"/>
          </p:cNvSpPr>
          <p:nvPr>
            <p:ph type="subTitle" idx="1"/>
          </p:nvPr>
        </p:nvSpPr>
        <p:spPr>
          <a:xfrm>
            <a:off x="852523" y="1340662"/>
            <a:ext cx="6909564" cy="1381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0" name="Google Shape;1200;p47"/>
          <p:cNvSpPr txBox="1">
            <a:spLocks noGrp="1"/>
          </p:cNvSpPr>
          <p:nvPr>
            <p:ph type="subTitle" idx="6"/>
          </p:nvPr>
        </p:nvSpPr>
        <p:spPr>
          <a:xfrm>
            <a:off x="2464053" y="2960520"/>
            <a:ext cx="5298033" cy="1494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58"/>
          <p:cNvSpPr txBox="1">
            <a:spLocks noGrp="1"/>
          </p:cNvSpPr>
          <p:nvPr>
            <p:ph type="title"/>
          </p:nvPr>
        </p:nvSpPr>
        <p:spPr>
          <a:xfrm>
            <a:off x="1175432" y="623544"/>
            <a:ext cx="3029700" cy="9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1" name="Google Shape;1421;p58"/>
          <p:cNvSpPr txBox="1">
            <a:spLocks noGrp="1"/>
          </p:cNvSpPr>
          <p:nvPr>
            <p:ph type="subTitle" idx="1"/>
          </p:nvPr>
        </p:nvSpPr>
        <p:spPr>
          <a:xfrm>
            <a:off x="543140" y="1643170"/>
            <a:ext cx="3838823" cy="23650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22" name="Google Shape;1422;p58"/>
          <p:cNvGrpSpPr/>
          <p:nvPr/>
        </p:nvGrpSpPr>
        <p:grpSpPr>
          <a:xfrm>
            <a:off x="5135766" y="709411"/>
            <a:ext cx="3399364" cy="3724678"/>
            <a:chOff x="5186401" y="494525"/>
            <a:chExt cx="1834973" cy="3724678"/>
          </a:xfrm>
        </p:grpSpPr>
        <p:sp>
          <p:nvSpPr>
            <p:cNvPr id="1423" name="Google Shape;1423;p58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58"/>
            <p:cNvSpPr/>
            <p:nvPr/>
          </p:nvSpPr>
          <p:spPr>
            <a:xfrm>
              <a:off x="5890455" y="38934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6" name="Google Shape;1426;p58"/>
          <p:cNvGrpSpPr/>
          <p:nvPr/>
        </p:nvGrpSpPr>
        <p:grpSpPr>
          <a:xfrm>
            <a:off x="7624863" y="4274850"/>
            <a:ext cx="986125" cy="2095500"/>
            <a:chOff x="7631225" y="2241175"/>
            <a:chExt cx="986125" cy="2095500"/>
          </a:xfrm>
        </p:grpSpPr>
        <p:cxnSp>
          <p:nvCxnSpPr>
            <p:cNvPr id="1427" name="Google Shape;1427;p58"/>
            <p:cNvCxnSpPr/>
            <p:nvPr/>
          </p:nvCxnSpPr>
          <p:spPr>
            <a:xfrm>
              <a:off x="763122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8" name="Google Shape;1428;p58"/>
            <p:cNvCxnSpPr/>
            <p:nvPr/>
          </p:nvCxnSpPr>
          <p:spPr>
            <a:xfrm>
              <a:off x="770708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9" name="Google Shape;1429;p58"/>
            <p:cNvCxnSpPr/>
            <p:nvPr/>
          </p:nvCxnSpPr>
          <p:spPr>
            <a:xfrm>
              <a:off x="778293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0" name="Google Shape;1430;p58"/>
            <p:cNvCxnSpPr/>
            <p:nvPr/>
          </p:nvCxnSpPr>
          <p:spPr>
            <a:xfrm>
              <a:off x="7858792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1" name="Google Shape;1431;p58"/>
            <p:cNvCxnSpPr/>
            <p:nvPr/>
          </p:nvCxnSpPr>
          <p:spPr>
            <a:xfrm>
              <a:off x="801050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2" name="Google Shape;1432;p58"/>
            <p:cNvCxnSpPr/>
            <p:nvPr/>
          </p:nvCxnSpPr>
          <p:spPr>
            <a:xfrm>
              <a:off x="8162215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3" name="Google Shape;1433;p58"/>
            <p:cNvCxnSpPr/>
            <p:nvPr/>
          </p:nvCxnSpPr>
          <p:spPr>
            <a:xfrm>
              <a:off x="8313927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4" name="Google Shape;1434;p58"/>
            <p:cNvCxnSpPr/>
            <p:nvPr/>
          </p:nvCxnSpPr>
          <p:spPr>
            <a:xfrm>
              <a:off x="793464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5" name="Google Shape;1435;p58"/>
            <p:cNvCxnSpPr/>
            <p:nvPr/>
          </p:nvCxnSpPr>
          <p:spPr>
            <a:xfrm>
              <a:off x="808636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6" name="Google Shape;1436;p58"/>
            <p:cNvCxnSpPr/>
            <p:nvPr/>
          </p:nvCxnSpPr>
          <p:spPr>
            <a:xfrm>
              <a:off x="8238071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7" name="Google Shape;1437;p58"/>
            <p:cNvCxnSpPr/>
            <p:nvPr/>
          </p:nvCxnSpPr>
          <p:spPr>
            <a:xfrm>
              <a:off x="8389783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8" name="Google Shape;1438;p58"/>
            <p:cNvCxnSpPr/>
            <p:nvPr/>
          </p:nvCxnSpPr>
          <p:spPr>
            <a:xfrm>
              <a:off x="8465638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9" name="Google Shape;1439;p58"/>
            <p:cNvCxnSpPr/>
            <p:nvPr/>
          </p:nvCxnSpPr>
          <p:spPr>
            <a:xfrm>
              <a:off x="8541494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0" name="Google Shape;1440;p58"/>
            <p:cNvCxnSpPr/>
            <p:nvPr/>
          </p:nvCxnSpPr>
          <p:spPr>
            <a:xfrm>
              <a:off x="8617350" y="2241175"/>
              <a:ext cx="0" cy="2095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41" name="Google Shape;1441;p58"/>
          <p:cNvGrpSpPr/>
          <p:nvPr/>
        </p:nvGrpSpPr>
        <p:grpSpPr>
          <a:xfrm>
            <a:off x="-5879" y="3272100"/>
            <a:ext cx="3056279" cy="1884425"/>
            <a:chOff x="-5879" y="3272100"/>
            <a:chExt cx="3056279" cy="1884425"/>
          </a:xfrm>
        </p:grpSpPr>
        <p:sp>
          <p:nvSpPr>
            <p:cNvPr id="1442" name="Google Shape;1442;p58"/>
            <p:cNvSpPr/>
            <p:nvPr/>
          </p:nvSpPr>
          <p:spPr>
            <a:xfrm rot="5400000" flipH="1">
              <a:off x="1031400" y="3137525"/>
              <a:ext cx="987600" cy="3050400"/>
            </a:xfrm>
            <a:prstGeom prst="round1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443" name="Google Shape;1443;p58"/>
            <p:cNvSpPr/>
            <p:nvPr/>
          </p:nvSpPr>
          <p:spPr>
            <a:xfrm>
              <a:off x="-5879" y="3272100"/>
              <a:ext cx="337200" cy="1871400"/>
            </a:xfrm>
            <a:prstGeom prst="rect">
              <a:avLst/>
            </a:prstGeom>
            <a:solidFill>
              <a:srgbClr val="63DBF5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7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Thanks</a:t>
            </a:r>
            <a:endParaRPr dirty="0"/>
          </a:p>
        </p:txBody>
      </p:sp>
      <p:sp>
        <p:nvSpPr>
          <p:cNvPr id="1945" name="Google Shape;1945;p73"/>
          <p:cNvSpPr txBox="1">
            <a:spLocks noGrp="1"/>
          </p:cNvSpPr>
          <p:nvPr>
            <p:ph type="body" idx="1"/>
          </p:nvPr>
        </p:nvSpPr>
        <p:spPr>
          <a:xfrm>
            <a:off x="722375" y="1187599"/>
            <a:ext cx="7699200" cy="33568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6" name="Google Shape;1946;p73"/>
          <p:cNvSpPr/>
          <p:nvPr/>
        </p:nvSpPr>
        <p:spPr>
          <a:xfrm>
            <a:off x="848975" y="2678050"/>
            <a:ext cx="1808400" cy="1808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947" name="Google Shape;1947;p73"/>
          <p:cNvSpPr/>
          <p:nvPr/>
        </p:nvSpPr>
        <p:spPr>
          <a:xfrm>
            <a:off x="3250975" y="3361400"/>
            <a:ext cx="1090500" cy="1090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948" name="Google Shape;1948;p73"/>
          <p:cNvSpPr/>
          <p:nvPr/>
        </p:nvSpPr>
        <p:spPr>
          <a:xfrm>
            <a:off x="2878250" y="2712600"/>
            <a:ext cx="1090500" cy="1090500"/>
          </a:xfrm>
          <a:prstGeom prst="roundRect">
            <a:avLst>
              <a:gd name="adj" fmla="val 16667"/>
            </a:avLst>
          </a:prstGeom>
          <a:solidFill>
            <a:srgbClr val="63DBF5">
              <a:alpha val="689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949" name="Google Shape;1949;p73"/>
          <p:cNvSpPr/>
          <p:nvPr/>
        </p:nvSpPr>
        <p:spPr>
          <a:xfrm>
            <a:off x="4935075" y="3361400"/>
            <a:ext cx="1090500" cy="1090500"/>
          </a:xfrm>
          <a:prstGeom prst="roundRect">
            <a:avLst>
              <a:gd name="adj" fmla="val 16667"/>
            </a:avLst>
          </a:prstGeom>
          <a:solidFill>
            <a:srgbClr val="516CEE">
              <a:alpha val="607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950" name="Google Shape;1950;p73"/>
          <p:cNvSpPr/>
          <p:nvPr/>
        </p:nvSpPr>
        <p:spPr>
          <a:xfrm>
            <a:off x="4562350" y="2712600"/>
            <a:ext cx="1090500" cy="1090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951" name="Google Shape;1951;p73"/>
          <p:cNvSpPr/>
          <p:nvPr/>
        </p:nvSpPr>
        <p:spPr>
          <a:xfrm>
            <a:off x="6619175" y="3361400"/>
            <a:ext cx="1090500" cy="1090500"/>
          </a:xfrm>
          <a:prstGeom prst="roundRect">
            <a:avLst>
              <a:gd name="adj" fmla="val 16667"/>
            </a:avLst>
          </a:prstGeom>
          <a:solidFill>
            <a:srgbClr val="516CEE">
              <a:alpha val="6075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952" name="Google Shape;1952;p73"/>
          <p:cNvSpPr/>
          <p:nvPr/>
        </p:nvSpPr>
        <p:spPr>
          <a:xfrm>
            <a:off x="6246450" y="2712600"/>
            <a:ext cx="1090500" cy="1090500"/>
          </a:xfrm>
          <a:prstGeom prst="roundRect">
            <a:avLst>
              <a:gd name="adj" fmla="val 16667"/>
            </a:avLst>
          </a:prstGeom>
          <a:solidFill>
            <a:srgbClr val="006DF5">
              <a:alpha val="40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1953" name="Google Shape;1953;p73"/>
          <p:cNvGrpSpPr/>
          <p:nvPr/>
        </p:nvGrpSpPr>
        <p:grpSpPr>
          <a:xfrm>
            <a:off x="7985825" y="3074850"/>
            <a:ext cx="309200" cy="1014800"/>
            <a:chOff x="7978925" y="2940325"/>
            <a:chExt cx="309200" cy="1014800"/>
          </a:xfrm>
        </p:grpSpPr>
        <p:sp>
          <p:nvSpPr>
            <p:cNvPr id="1954" name="Google Shape;1954;p73"/>
            <p:cNvSpPr/>
            <p:nvPr/>
          </p:nvSpPr>
          <p:spPr>
            <a:xfrm>
              <a:off x="7978925" y="29403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55" name="Google Shape;1955;p73"/>
            <p:cNvSpPr/>
            <p:nvPr/>
          </p:nvSpPr>
          <p:spPr>
            <a:xfrm>
              <a:off x="8105925" y="29403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56" name="Google Shape;1956;p73"/>
            <p:cNvSpPr/>
            <p:nvPr/>
          </p:nvSpPr>
          <p:spPr>
            <a:xfrm>
              <a:off x="8232925" y="29403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57" name="Google Shape;1957;p73"/>
            <p:cNvSpPr/>
            <p:nvPr/>
          </p:nvSpPr>
          <p:spPr>
            <a:xfrm>
              <a:off x="7978925" y="306027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58" name="Google Shape;1958;p73"/>
            <p:cNvSpPr/>
            <p:nvPr/>
          </p:nvSpPr>
          <p:spPr>
            <a:xfrm>
              <a:off x="8105925" y="306027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59" name="Google Shape;1959;p73"/>
            <p:cNvSpPr/>
            <p:nvPr/>
          </p:nvSpPr>
          <p:spPr>
            <a:xfrm>
              <a:off x="8232925" y="306027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60" name="Google Shape;1960;p73"/>
            <p:cNvSpPr/>
            <p:nvPr/>
          </p:nvSpPr>
          <p:spPr>
            <a:xfrm>
              <a:off x="7978925" y="31802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61" name="Google Shape;1961;p73"/>
            <p:cNvSpPr/>
            <p:nvPr/>
          </p:nvSpPr>
          <p:spPr>
            <a:xfrm>
              <a:off x="8105925" y="31802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62" name="Google Shape;1962;p73"/>
            <p:cNvSpPr/>
            <p:nvPr/>
          </p:nvSpPr>
          <p:spPr>
            <a:xfrm>
              <a:off x="8232925" y="31802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63" name="Google Shape;1963;p73"/>
            <p:cNvSpPr/>
            <p:nvPr/>
          </p:nvSpPr>
          <p:spPr>
            <a:xfrm>
              <a:off x="7978925" y="330017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64" name="Google Shape;1964;p73"/>
            <p:cNvSpPr/>
            <p:nvPr/>
          </p:nvSpPr>
          <p:spPr>
            <a:xfrm>
              <a:off x="8105925" y="330017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65" name="Google Shape;1965;p73"/>
            <p:cNvSpPr/>
            <p:nvPr/>
          </p:nvSpPr>
          <p:spPr>
            <a:xfrm>
              <a:off x="8232925" y="330017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66" name="Google Shape;1966;p73"/>
            <p:cNvSpPr/>
            <p:nvPr/>
          </p:nvSpPr>
          <p:spPr>
            <a:xfrm>
              <a:off x="7978925" y="34201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67" name="Google Shape;1967;p73"/>
            <p:cNvSpPr/>
            <p:nvPr/>
          </p:nvSpPr>
          <p:spPr>
            <a:xfrm>
              <a:off x="8105925" y="34201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68" name="Google Shape;1968;p73"/>
            <p:cNvSpPr/>
            <p:nvPr/>
          </p:nvSpPr>
          <p:spPr>
            <a:xfrm>
              <a:off x="8232925" y="34201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69" name="Google Shape;1969;p73"/>
            <p:cNvSpPr/>
            <p:nvPr/>
          </p:nvSpPr>
          <p:spPr>
            <a:xfrm>
              <a:off x="7978925" y="354007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70" name="Google Shape;1970;p73"/>
            <p:cNvSpPr/>
            <p:nvPr/>
          </p:nvSpPr>
          <p:spPr>
            <a:xfrm>
              <a:off x="8105925" y="354007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71" name="Google Shape;1971;p73"/>
            <p:cNvSpPr/>
            <p:nvPr/>
          </p:nvSpPr>
          <p:spPr>
            <a:xfrm>
              <a:off x="8232925" y="354007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72" name="Google Shape;1972;p73"/>
            <p:cNvSpPr/>
            <p:nvPr/>
          </p:nvSpPr>
          <p:spPr>
            <a:xfrm>
              <a:off x="7978925" y="36600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73" name="Google Shape;1973;p73"/>
            <p:cNvSpPr/>
            <p:nvPr/>
          </p:nvSpPr>
          <p:spPr>
            <a:xfrm>
              <a:off x="8105925" y="36600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74" name="Google Shape;1974;p73"/>
            <p:cNvSpPr/>
            <p:nvPr/>
          </p:nvSpPr>
          <p:spPr>
            <a:xfrm>
              <a:off x="8232925" y="36600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75" name="Google Shape;1975;p73"/>
            <p:cNvSpPr/>
            <p:nvPr/>
          </p:nvSpPr>
          <p:spPr>
            <a:xfrm>
              <a:off x="7978925" y="377997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76" name="Google Shape;1976;p73"/>
            <p:cNvSpPr/>
            <p:nvPr/>
          </p:nvSpPr>
          <p:spPr>
            <a:xfrm>
              <a:off x="8105925" y="377997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77" name="Google Shape;1977;p73"/>
            <p:cNvSpPr/>
            <p:nvPr/>
          </p:nvSpPr>
          <p:spPr>
            <a:xfrm>
              <a:off x="8232925" y="377997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78" name="Google Shape;1978;p73"/>
            <p:cNvSpPr/>
            <p:nvPr/>
          </p:nvSpPr>
          <p:spPr>
            <a:xfrm>
              <a:off x="7978925" y="38999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79" name="Google Shape;1979;p73"/>
            <p:cNvSpPr/>
            <p:nvPr/>
          </p:nvSpPr>
          <p:spPr>
            <a:xfrm>
              <a:off x="8105925" y="38999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1980" name="Google Shape;1980;p73"/>
            <p:cNvSpPr/>
            <p:nvPr/>
          </p:nvSpPr>
          <p:spPr>
            <a:xfrm>
              <a:off x="8232925" y="3899925"/>
              <a:ext cx="55200" cy="55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usiness Annual Report by Slidesgo">
  <a:themeElements>
    <a:clrScheme name="Simple Light">
      <a:dk1>
        <a:srgbClr val="00094A"/>
      </a:dk1>
      <a:lt1>
        <a:srgbClr val="00649F"/>
      </a:lt1>
      <a:dk2>
        <a:srgbClr val="FEFEFE"/>
      </a:dk2>
      <a:lt2>
        <a:srgbClr val="63DBF5"/>
      </a:lt2>
      <a:accent1>
        <a:srgbClr val="006DF5"/>
      </a:accent1>
      <a:accent2>
        <a:srgbClr val="516CE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9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</Words>
  <Application>Microsoft Office PowerPoint</Application>
  <PresentationFormat>Экран (16:9)</PresentationFormat>
  <Paragraphs>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Maven Pro</vt:lpstr>
      <vt:lpstr>Montserrat</vt:lpstr>
      <vt:lpstr>Arial</vt:lpstr>
      <vt:lpstr>Business Annual Report by Slidesgo</vt:lpstr>
      <vt:lpstr>LIDERANÇA ÁGIL BRASIL CAP</vt:lpstr>
      <vt:lpstr>REJA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Annual Report</dc:title>
  <dc:creator>Angela Severo</dc:creator>
  <cp:lastModifiedBy>Nodir Qarshiyev</cp:lastModifiedBy>
  <cp:revision>8</cp:revision>
  <dcterms:modified xsi:type="dcterms:W3CDTF">2026-03-22T15:49:48Z</dcterms:modified>
</cp:coreProperties>
</file>