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65" r:id="rId31"/>
  </p:sldIdLst>
  <p:sldSz cx="18288000" cy="10287000"/>
  <p:notesSz cx="6858000" cy="9144000"/>
  <p:embeddedFontLst>
    <p:embeddedFont>
      <p:font typeface="Anantason Bold" panose="020B0604020202020204" charset="-34"/>
      <p:regular r:id="rId32"/>
    </p:embeddedFont>
    <p:embeddedFont>
      <p:font typeface="Calibri" panose="020F0502020204030204" pitchFamily="34" charset="0"/>
      <p:regular r:id="rId33"/>
      <p:bold r:id="rId34"/>
      <p:italic r:id="rId35"/>
      <p:boldItalic r:id="rId36"/>
    </p:embeddedFont>
    <p:embeddedFont>
      <p:font typeface="Cloud" panose="020B0604020202020204" charset="0"/>
      <p:regular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p:scale>
          <a:sx n="25" d="100"/>
          <a:sy n="25" d="100"/>
        </p:scale>
        <p:origin x="1152" y="63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font" Target="fonts/font3.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9F2F7"/>
        </a:solidFill>
        <a:effectLst/>
      </p:bgPr>
    </p:bg>
    <p:spTree>
      <p:nvGrpSpPr>
        <p:cNvPr id="1" name=""/>
        <p:cNvGrpSpPr/>
        <p:nvPr/>
      </p:nvGrpSpPr>
      <p:grpSpPr>
        <a:xfrm>
          <a:off x="0" y="0"/>
          <a:ext cx="0" cy="0"/>
          <a:chOff x="0" y="0"/>
          <a:chExt cx="0" cy="0"/>
        </a:xfrm>
      </p:grpSpPr>
      <p:sp>
        <p:nvSpPr>
          <p:cNvPr id="2" name="Freeform 2"/>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p:cNvSpPr txBox="1"/>
          <p:nvPr/>
        </p:nvSpPr>
        <p:spPr>
          <a:xfrm>
            <a:off x="2634754" y="3411124"/>
            <a:ext cx="13018493" cy="2130613"/>
          </a:xfrm>
          <a:prstGeom prst="rect">
            <a:avLst/>
          </a:prstGeom>
        </p:spPr>
        <p:txBody>
          <a:bodyPr lIns="0" tIns="0" rIns="0" bIns="0" rtlCol="0" anchor="t">
            <a:spAutoFit/>
          </a:bodyPr>
          <a:lstStyle/>
          <a:p>
            <a:pPr algn="ctr">
              <a:lnSpc>
                <a:spcPts val="17489"/>
              </a:lnSpc>
            </a:pPr>
            <a:r>
              <a:rPr lang="en-US" sz="12492" b="1">
                <a:solidFill>
                  <a:srgbClr val="0C3571"/>
                </a:solidFill>
                <a:latin typeface="Anantason Bold"/>
                <a:ea typeface="Anantason Bold"/>
                <a:cs typeface="Anantason Bold"/>
                <a:sym typeface="Anantason Bold"/>
              </a:rPr>
              <a:t>PRESENTATION</a:t>
            </a:r>
          </a:p>
        </p:txBody>
      </p:sp>
      <p:sp>
        <p:nvSpPr>
          <p:cNvPr id="9" name="TextBox 9"/>
          <p:cNvSpPr txBox="1"/>
          <p:nvPr/>
        </p:nvSpPr>
        <p:spPr>
          <a:xfrm>
            <a:off x="4882925" y="5575353"/>
            <a:ext cx="8522150" cy="1022393"/>
          </a:xfrm>
          <a:prstGeom prst="rect">
            <a:avLst/>
          </a:prstGeom>
        </p:spPr>
        <p:txBody>
          <a:bodyPr lIns="0" tIns="0" rIns="0" bIns="0" rtlCol="0" anchor="t">
            <a:spAutoFit/>
          </a:bodyPr>
          <a:lstStyle/>
          <a:p>
            <a:pPr algn="ctr">
              <a:lnSpc>
                <a:spcPts val="8222"/>
              </a:lnSpc>
            </a:pPr>
            <a:r>
              <a:rPr lang="en-US" sz="5873">
                <a:solidFill>
                  <a:srgbClr val="0C3571"/>
                </a:solidFill>
                <a:latin typeface="Cloud"/>
                <a:ea typeface="Cloud"/>
                <a:cs typeface="Cloud"/>
                <a:sym typeface="Cloud"/>
              </a:rPr>
              <a:t>By Dani Martinez</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9F2F7"/>
        </a:solidFill>
        <a:effectLst/>
      </p:bgPr>
    </p:bg>
    <p:spTree>
      <p:nvGrpSpPr>
        <p:cNvPr id="1" name=""/>
        <p:cNvGrpSpPr/>
        <p:nvPr/>
      </p:nvGrpSpPr>
      <p:grpSpPr>
        <a:xfrm>
          <a:off x="0" y="0"/>
          <a:ext cx="0" cy="0"/>
          <a:chOff x="0" y="0"/>
          <a:chExt cx="0" cy="0"/>
        </a:xfrm>
      </p:grpSpPr>
      <p:sp>
        <p:nvSpPr>
          <p:cNvPr id="2" name="Freeform 2"/>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6" name="Freeform 6"/>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TextBox 7"/>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
        <p:nvSpPr>
          <p:cNvPr id="8" name="Freeform 8"/>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9" name="Freeform 9"/>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9F2F7"/>
        </a:solidFill>
        <a:effectLst/>
      </p:bgPr>
    </p:bg>
    <p:spTree>
      <p:nvGrpSpPr>
        <p:cNvPr id="1" name=""/>
        <p:cNvGrpSpPr/>
        <p:nvPr/>
      </p:nvGrpSpPr>
      <p:grpSpPr>
        <a:xfrm>
          <a:off x="0" y="0"/>
          <a:ext cx="0" cy="0"/>
          <a:chOff x="0" y="0"/>
          <a:chExt cx="0" cy="0"/>
        </a:xfrm>
      </p:grpSpPr>
      <p:sp>
        <p:nvSpPr>
          <p:cNvPr id="2" name="Freeform 2"/>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p:cNvSpPr txBox="1"/>
          <p:nvPr/>
        </p:nvSpPr>
        <p:spPr>
          <a:xfrm>
            <a:off x="3698823" y="2004629"/>
            <a:ext cx="10890353" cy="1643341"/>
          </a:xfrm>
          <a:prstGeom prst="rect">
            <a:avLst/>
          </a:prstGeom>
        </p:spPr>
        <p:txBody>
          <a:bodyPr lIns="0" tIns="0" rIns="0" bIns="0" rtlCol="0" anchor="t">
            <a:spAutoFit/>
          </a:bodyPr>
          <a:lstStyle/>
          <a:p>
            <a:pPr algn="ctr">
              <a:lnSpc>
                <a:spcPts val="13446"/>
              </a:lnSpc>
            </a:pPr>
            <a:r>
              <a:rPr lang="en-US" sz="9604" b="1">
                <a:solidFill>
                  <a:srgbClr val="0C3571"/>
                </a:solidFill>
                <a:latin typeface="Anantason Bold"/>
                <a:ea typeface="Anantason Bold"/>
                <a:cs typeface="Anantason Bold"/>
                <a:sym typeface="Anantason Bold"/>
              </a:rPr>
              <a:t>PROJECT GOALS</a:t>
            </a:r>
          </a:p>
        </p:txBody>
      </p:sp>
      <p:sp>
        <p:nvSpPr>
          <p:cNvPr id="9" name="TextBox 9"/>
          <p:cNvSpPr txBox="1"/>
          <p:nvPr/>
        </p:nvSpPr>
        <p:spPr>
          <a:xfrm>
            <a:off x="2955813" y="3940875"/>
            <a:ext cx="12376375" cy="1189990"/>
          </a:xfrm>
          <a:prstGeom prst="rect">
            <a:avLst/>
          </a:prstGeom>
        </p:spPr>
        <p:txBody>
          <a:bodyPr lIns="0" tIns="0" rIns="0" bIns="0" rtlCol="0" anchor="t">
            <a:spAutoFit/>
          </a:bodyPr>
          <a:lstStyle/>
          <a:p>
            <a:pPr marL="734058" lvl="1" indent="-367029" algn="just">
              <a:lnSpc>
                <a:spcPts val="4759"/>
              </a:lnSpc>
              <a:buFont typeface="Arial"/>
              <a:buChar char="•"/>
            </a:pPr>
            <a:r>
              <a:rPr lang="en-US" sz="3399">
                <a:solidFill>
                  <a:srgbClr val="0C3571"/>
                </a:solidFill>
                <a:latin typeface="Cloud"/>
                <a:ea typeface="Cloud"/>
                <a:cs typeface="Cloud"/>
                <a:sym typeface="Cloud"/>
              </a:rPr>
              <a:t>Lorem ipsum dolor sit amet, consectetur adipiscing elit. Phasellus et iaculis mauris. Nam in facilisis lacus.</a:t>
            </a:r>
          </a:p>
        </p:txBody>
      </p:sp>
      <p:sp>
        <p:nvSpPr>
          <p:cNvPr id="10" name="TextBox 10"/>
          <p:cNvSpPr txBox="1"/>
          <p:nvPr/>
        </p:nvSpPr>
        <p:spPr>
          <a:xfrm>
            <a:off x="2955813" y="5426140"/>
            <a:ext cx="12376375" cy="1189990"/>
          </a:xfrm>
          <a:prstGeom prst="rect">
            <a:avLst/>
          </a:prstGeom>
        </p:spPr>
        <p:txBody>
          <a:bodyPr lIns="0" tIns="0" rIns="0" bIns="0" rtlCol="0" anchor="t">
            <a:spAutoFit/>
          </a:bodyPr>
          <a:lstStyle/>
          <a:p>
            <a:pPr marL="734058" lvl="1" indent="-367029" algn="just">
              <a:lnSpc>
                <a:spcPts val="4759"/>
              </a:lnSpc>
              <a:buFont typeface="Arial"/>
              <a:buChar char="•"/>
            </a:pPr>
            <a:r>
              <a:rPr lang="en-US" sz="3399">
                <a:solidFill>
                  <a:srgbClr val="0C3571"/>
                </a:solidFill>
                <a:latin typeface="Cloud"/>
                <a:ea typeface="Cloud"/>
                <a:cs typeface="Cloud"/>
                <a:sym typeface="Cloud"/>
              </a:rPr>
              <a:t>Lorem ipsum dolor sit amet, consectetur adipiscing elit. Phasellus et iaculis mauris. Nam in facilisis lacus.</a:t>
            </a:r>
          </a:p>
        </p:txBody>
      </p:sp>
      <p:sp>
        <p:nvSpPr>
          <p:cNvPr id="11" name="TextBox 11"/>
          <p:cNvSpPr txBox="1"/>
          <p:nvPr/>
        </p:nvSpPr>
        <p:spPr>
          <a:xfrm>
            <a:off x="2955813" y="6911406"/>
            <a:ext cx="12376375" cy="1189990"/>
          </a:xfrm>
          <a:prstGeom prst="rect">
            <a:avLst/>
          </a:prstGeom>
        </p:spPr>
        <p:txBody>
          <a:bodyPr lIns="0" tIns="0" rIns="0" bIns="0" rtlCol="0" anchor="t">
            <a:spAutoFit/>
          </a:bodyPr>
          <a:lstStyle/>
          <a:p>
            <a:pPr marL="734058" lvl="1" indent="-367029" algn="just">
              <a:lnSpc>
                <a:spcPts val="4759"/>
              </a:lnSpc>
              <a:buFont typeface="Arial"/>
              <a:buChar char="•"/>
            </a:pPr>
            <a:r>
              <a:rPr lang="en-US" sz="3399">
                <a:solidFill>
                  <a:srgbClr val="0C3571"/>
                </a:solidFill>
                <a:latin typeface="Cloud"/>
                <a:ea typeface="Cloud"/>
                <a:cs typeface="Cloud"/>
                <a:sym typeface="Cloud"/>
              </a:rPr>
              <a:t>Lorem ipsum dolor sit amet, consectetur adipiscing elit. Phasellus et iaculis mauris. Nam in facilisis lacus.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9F2F7"/>
        </a:solidFill>
        <a:effectLst/>
      </p:bgPr>
    </p:bg>
    <p:spTree>
      <p:nvGrpSpPr>
        <p:cNvPr id="1" name=""/>
        <p:cNvGrpSpPr/>
        <p:nvPr/>
      </p:nvGrpSpPr>
      <p:grpSpPr>
        <a:xfrm>
          <a:off x="0" y="0"/>
          <a:ext cx="0" cy="0"/>
          <a:chOff x="0" y="0"/>
          <a:chExt cx="0" cy="0"/>
        </a:xfrm>
      </p:grpSpPr>
      <p:sp>
        <p:nvSpPr>
          <p:cNvPr id="2" name="Freeform 2"/>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a:solidFill>
                  <a:srgbClr val="0C3571"/>
                </a:solidFill>
                <a:latin typeface="Anantason Bold"/>
                <a:ea typeface="Anantason Bold"/>
                <a:cs typeface="Anantason Bold"/>
                <a:sym typeface="Anantason Bold"/>
              </a:rPr>
              <a:t>DISCUSSION</a:t>
            </a:r>
          </a:p>
        </p:txBody>
      </p:sp>
      <p:sp>
        <p:nvSpPr>
          <p:cNvPr id="9" name="TextBox 9"/>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a:solidFill>
                  <a:srgbClr val="0C3571"/>
                </a:solidFill>
                <a:latin typeface="Cloud"/>
                <a:ea typeface="Cloud"/>
                <a:cs typeface="Cloud"/>
                <a:sym typeface="Cloud"/>
              </a:rPr>
              <a:t>Lorem ipsum dolor sit amet, consectetur adipiscing elit. Phasellus et iaculis mauris. Nam in facilisis lacus. Pellentesque dapibus diam erat, id tincidunt massa cursus eu. Vestibulum at eleifend nunc. Aenean pulvinar gravida bibendum. Phasellus auctor nunc sit amet sem tincidunt, tincidunt feugiat quam vestibulum.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9F2F7"/>
        </a:solidFill>
        <a:effectLst/>
      </p:bgPr>
    </p:bg>
    <p:spTree>
      <p:nvGrpSpPr>
        <p:cNvPr id="1" name=""/>
        <p:cNvGrpSpPr/>
        <p:nvPr/>
      </p:nvGrpSpPr>
      <p:grpSpPr>
        <a:xfrm>
          <a:off x="0" y="0"/>
          <a:ext cx="0" cy="0"/>
          <a:chOff x="0" y="0"/>
          <a:chExt cx="0" cy="0"/>
        </a:xfrm>
      </p:grpSpPr>
      <p:sp>
        <p:nvSpPr>
          <p:cNvPr id="2" name="Freeform 2"/>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a:solidFill>
                  <a:srgbClr val="0C3571"/>
                </a:solidFill>
                <a:latin typeface="Anantason Bold"/>
                <a:ea typeface="Anantason Bold"/>
                <a:cs typeface="Anantason Bold"/>
                <a:sym typeface="Anantason Bold"/>
              </a:rPr>
              <a:t>SUBJECT 1</a:t>
            </a:r>
          </a:p>
        </p:txBody>
      </p:sp>
      <p:sp>
        <p:nvSpPr>
          <p:cNvPr id="9" name="TextBox 9"/>
          <p:cNvSpPr txBox="1"/>
          <p:nvPr/>
        </p:nvSpPr>
        <p:spPr>
          <a:xfrm>
            <a:off x="3375326" y="4225990"/>
            <a:ext cx="7304312" cy="3590290"/>
          </a:xfrm>
          <a:prstGeom prst="rect">
            <a:avLst/>
          </a:prstGeom>
        </p:spPr>
        <p:txBody>
          <a:bodyPr lIns="0" tIns="0" rIns="0" bIns="0" rtlCol="0" anchor="t">
            <a:spAutoFit/>
          </a:bodyPr>
          <a:lstStyle/>
          <a:p>
            <a:pPr algn="just">
              <a:lnSpc>
                <a:spcPts val="4759"/>
              </a:lnSpc>
            </a:pPr>
            <a:r>
              <a:rPr lang="en-US" sz="3399">
                <a:solidFill>
                  <a:srgbClr val="0C3571"/>
                </a:solidFill>
                <a:latin typeface="Cloud"/>
                <a:ea typeface="Cloud"/>
                <a:cs typeface="Cloud"/>
                <a:sym typeface="Cloud"/>
              </a:rPr>
              <a:t>Lorem ipsum dolor sit amet, consectetur adipiscing elit. Phasellus et iaculis mauris. Nam in facilisis lacus. Pellentesque dapibus diam erat, id tincidunt massa cursus eu. Vestibulum at eleifend nunc.</a:t>
            </a:r>
          </a:p>
        </p:txBody>
      </p:sp>
      <p:pic>
        <p:nvPicPr>
          <p:cNvPr id="10" name="Picture 10"/>
          <p:cNvPicPr>
            <a:picLocks noChangeAspect="1"/>
          </p:cNvPicPr>
          <p:nvPr/>
        </p:nvPicPr>
        <p:blipFill>
          <a:blip r:embed="rId8"/>
          <a:stretch>
            <a:fillRect/>
          </a:stretch>
        </p:blipFill>
        <p:spPr>
          <a:xfrm>
            <a:off x="11161509" y="3961175"/>
            <a:ext cx="4092180" cy="40921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9F2F7"/>
        </a:solidFill>
        <a:effectLst/>
      </p:bgPr>
    </p:bg>
    <p:spTree>
      <p:nvGrpSpPr>
        <p:cNvPr id="1" name=""/>
        <p:cNvGrpSpPr/>
        <p:nvPr/>
      </p:nvGrpSpPr>
      <p:grpSpPr>
        <a:xfrm>
          <a:off x="0" y="0"/>
          <a:ext cx="0" cy="0"/>
          <a:chOff x="0" y="0"/>
          <a:chExt cx="0" cy="0"/>
        </a:xfrm>
      </p:grpSpPr>
      <p:sp>
        <p:nvSpPr>
          <p:cNvPr id="2" name="Freeform 2"/>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a:solidFill>
                  <a:srgbClr val="0C3571"/>
                </a:solidFill>
                <a:latin typeface="Anantason Bold"/>
                <a:ea typeface="Anantason Bold"/>
                <a:cs typeface="Anantason Bold"/>
                <a:sym typeface="Anantason Bold"/>
              </a:rPr>
              <a:t>SUBJECT 2</a:t>
            </a:r>
          </a:p>
        </p:txBody>
      </p:sp>
      <p:sp>
        <p:nvSpPr>
          <p:cNvPr id="9" name="TextBox 9"/>
          <p:cNvSpPr txBox="1"/>
          <p:nvPr/>
        </p:nvSpPr>
        <p:spPr>
          <a:xfrm>
            <a:off x="3104507" y="4225990"/>
            <a:ext cx="7304312" cy="3590290"/>
          </a:xfrm>
          <a:prstGeom prst="rect">
            <a:avLst/>
          </a:prstGeom>
        </p:spPr>
        <p:txBody>
          <a:bodyPr lIns="0" tIns="0" rIns="0" bIns="0" rtlCol="0" anchor="t">
            <a:spAutoFit/>
          </a:bodyPr>
          <a:lstStyle/>
          <a:p>
            <a:pPr algn="just">
              <a:lnSpc>
                <a:spcPts val="4759"/>
              </a:lnSpc>
            </a:pPr>
            <a:r>
              <a:rPr lang="en-US" sz="3399">
                <a:solidFill>
                  <a:srgbClr val="0C3571"/>
                </a:solidFill>
                <a:latin typeface="Cloud"/>
                <a:ea typeface="Cloud"/>
                <a:cs typeface="Cloud"/>
                <a:sym typeface="Cloud"/>
              </a:rPr>
              <a:t>Lorem ipsum dolor sit amet, consectetur adipiscing elit. Phasellus et iaculis mauris. Nam in facilisis lacus. Pellentesque dapibus diam erat, id tincidunt massa cursus eu. Vestibulum at eleifend nunc.</a:t>
            </a:r>
          </a:p>
        </p:txBody>
      </p:sp>
      <p:pic>
        <p:nvPicPr>
          <p:cNvPr id="10" name="Picture 10"/>
          <p:cNvPicPr>
            <a:picLocks noChangeAspect="1"/>
          </p:cNvPicPr>
          <p:nvPr/>
        </p:nvPicPr>
        <p:blipFill>
          <a:blip r:embed="rId8"/>
          <a:stretch>
            <a:fillRect/>
          </a:stretch>
        </p:blipFill>
        <p:spPr>
          <a:xfrm>
            <a:off x="10493423" y="3767856"/>
            <a:ext cx="5116441" cy="447479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9F2F7"/>
        </a:solidFill>
        <a:effectLst/>
      </p:bgPr>
    </p:bg>
    <p:spTree>
      <p:nvGrpSpPr>
        <p:cNvPr id="1" name=""/>
        <p:cNvGrpSpPr/>
        <p:nvPr/>
      </p:nvGrpSpPr>
      <p:grpSpPr>
        <a:xfrm>
          <a:off x="0" y="0"/>
          <a:ext cx="0" cy="0"/>
          <a:chOff x="0" y="0"/>
          <a:chExt cx="0" cy="0"/>
        </a:xfrm>
      </p:grpSpPr>
      <p:sp>
        <p:nvSpPr>
          <p:cNvPr id="2" name="Freeform 2"/>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ANALYSIS</a:t>
            </a:r>
          </a:p>
        </p:txBody>
      </p:sp>
      <p:sp>
        <p:nvSpPr>
          <p:cNvPr id="9" name="TextBox 9"/>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9F2F7"/>
        </a:solidFill>
        <a:effectLst/>
      </p:bgPr>
    </p:bg>
    <p:spTree>
      <p:nvGrpSpPr>
        <p:cNvPr id="1" name=""/>
        <p:cNvGrpSpPr/>
        <p:nvPr/>
      </p:nvGrpSpPr>
      <p:grpSpPr>
        <a:xfrm>
          <a:off x="0" y="0"/>
          <a:ext cx="0" cy="0"/>
          <a:chOff x="0" y="0"/>
          <a:chExt cx="0" cy="0"/>
        </a:xfrm>
      </p:grpSpPr>
      <p:sp>
        <p:nvSpPr>
          <p:cNvPr id="2" name="Freeform 2"/>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p:cNvSpPr txBox="1"/>
          <p:nvPr/>
        </p:nvSpPr>
        <p:spPr>
          <a:xfrm>
            <a:off x="3698823" y="2004629"/>
            <a:ext cx="10890353" cy="1643341"/>
          </a:xfrm>
          <a:prstGeom prst="rect">
            <a:avLst/>
          </a:prstGeom>
        </p:spPr>
        <p:txBody>
          <a:bodyPr lIns="0" tIns="0" rIns="0" bIns="0" rtlCol="0" anchor="t">
            <a:spAutoFit/>
          </a:bodyPr>
          <a:lstStyle/>
          <a:p>
            <a:pPr algn="ctr">
              <a:lnSpc>
                <a:spcPts val="13446"/>
              </a:lnSpc>
            </a:pPr>
            <a:r>
              <a:rPr lang="en-US" sz="9604" b="1">
                <a:solidFill>
                  <a:srgbClr val="0C3571"/>
                </a:solidFill>
                <a:latin typeface="Anantason Bold"/>
                <a:ea typeface="Anantason Bold"/>
                <a:cs typeface="Anantason Bold"/>
                <a:sym typeface="Anantason Bold"/>
              </a:rPr>
              <a:t>RESULT</a:t>
            </a:r>
          </a:p>
        </p:txBody>
      </p:sp>
      <p:sp>
        <p:nvSpPr>
          <p:cNvPr id="9" name="TextBox 9"/>
          <p:cNvSpPr txBox="1"/>
          <p:nvPr/>
        </p:nvSpPr>
        <p:spPr>
          <a:xfrm>
            <a:off x="2955813" y="3940875"/>
            <a:ext cx="12376375" cy="1189990"/>
          </a:xfrm>
          <a:prstGeom prst="rect">
            <a:avLst/>
          </a:prstGeom>
        </p:spPr>
        <p:txBody>
          <a:bodyPr lIns="0" tIns="0" rIns="0" bIns="0" rtlCol="0" anchor="t">
            <a:spAutoFit/>
          </a:bodyPr>
          <a:lstStyle/>
          <a:p>
            <a:pPr marL="734058" lvl="1" indent="-367029" algn="just">
              <a:lnSpc>
                <a:spcPts val="4759"/>
              </a:lnSpc>
              <a:buFont typeface="Arial"/>
              <a:buChar char="•"/>
            </a:pPr>
            <a:r>
              <a:rPr lang="en-US" sz="3399">
                <a:solidFill>
                  <a:srgbClr val="0C3571"/>
                </a:solidFill>
                <a:latin typeface="Cloud"/>
                <a:ea typeface="Cloud"/>
                <a:cs typeface="Cloud"/>
                <a:sym typeface="Cloud"/>
              </a:rPr>
              <a:t>Lorem ipsum dolor sit amet, consectetur adipiscing elit. Phasellus et iaculis mauris. Nam in facilisis lacus.</a:t>
            </a:r>
          </a:p>
        </p:txBody>
      </p:sp>
      <p:sp>
        <p:nvSpPr>
          <p:cNvPr id="10" name="TextBox 10"/>
          <p:cNvSpPr txBox="1"/>
          <p:nvPr/>
        </p:nvSpPr>
        <p:spPr>
          <a:xfrm>
            <a:off x="2955813" y="5426140"/>
            <a:ext cx="12376375" cy="1189990"/>
          </a:xfrm>
          <a:prstGeom prst="rect">
            <a:avLst/>
          </a:prstGeom>
        </p:spPr>
        <p:txBody>
          <a:bodyPr lIns="0" tIns="0" rIns="0" bIns="0" rtlCol="0" anchor="t">
            <a:spAutoFit/>
          </a:bodyPr>
          <a:lstStyle/>
          <a:p>
            <a:pPr marL="734058" lvl="1" indent="-367029" algn="just">
              <a:lnSpc>
                <a:spcPts val="4759"/>
              </a:lnSpc>
              <a:buFont typeface="Arial"/>
              <a:buChar char="•"/>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a:t>
            </a:r>
          </a:p>
        </p:txBody>
      </p:sp>
      <p:sp>
        <p:nvSpPr>
          <p:cNvPr id="11" name="TextBox 11"/>
          <p:cNvSpPr txBox="1"/>
          <p:nvPr/>
        </p:nvSpPr>
        <p:spPr>
          <a:xfrm>
            <a:off x="2955813" y="6911406"/>
            <a:ext cx="12376375" cy="1189990"/>
          </a:xfrm>
          <a:prstGeom prst="rect">
            <a:avLst/>
          </a:prstGeom>
        </p:spPr>
        <p:txBody>
          <a:bodyPr lIns="0" tIns="0" rIns="0" bIns="0" rtlCol="0" anchor="t">
            <a:spAutoFit/>
          </a:bodyPr>
          <a:lstStyle/>
          <a:p>
            <a:pPr marL="734058" lvl="1" indent="-367029" algn="just">
              <a:lnSpc>
                <a:spcPts val="4759"/>
              </a:lnSpc>
              <a:buFont typeface="Arial"/>
              <a:buChar char="•"/>
            </a:pPr>
            <a:r>
              <a:rPr lang="en-US" sz="3399">
                <a:solidFill>
                  <a:srgbClr val="0C3571"/>
                </a:solidFill>
                <a:latin typeface="Cloud"/>
                <a:ea typeface="Cloud"/>
                <a:cs typeface="Cloud"/>
                <a:sym typeface="Cloud"/>
              </a:rPr>
              <a:t>Lorem ipsum dolor sit amet, consectetur adipiscing elit. Phasellus et iaculis mauris. Nam in facilisis lacus.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9F2F7"/>
        </a:solidFill>
        <a:effectLst/>
      </p:bgPr>
    </p:bg>
    <p:spTree>
      <p:nvGrpSpPr>
        <p:cNvPr id="1" name=""/>
        <p:cNvGrpSpPr/>
        <p:nvPr/>
      </p:nvGrpSpPr>
      <p:grpSpPr>
        <a:xfrm>
          <a:off x="0" y="0"/>
          <a:ext cx="0" cy="0"/>
          <a:chOff x="0" y="0"/>
          <a:chExt cx="0" cy="0"/>
        </a:xfrm>
      </p:grpSpPr>
      <p:sp>
        <p:nvSpPr>
          <p:cNvPr id="2" name="Freeform 2"/>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CONCLUSION</a:t>
            </a:r>
          </a:p>
        </p:txBody>
      </p:sp>
      <p:sp>
        <p:nvSpPr>
          <p:cNvPr id="9" name="TextBox 9"/>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E08299DB-B57D-4104-9EA5-BAF32EF3141D}"/>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A62EE309-68FF-4C5F-9AD4-6F4D065262BC}"/>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CFD37AE3-B828-4B2D-B0B0-BB12BEF3B288}"/>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88549C67-F1DA-468F-AEBA-581769F4968C}"/>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EA6B8BE9-5E56-41B2-B3A9-F85556DEA72A}"/>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32F2A0ED-67C2-481E-9742-BD59920BFA25}"/>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CB7C01A6-F29A-4074-8E46-F152001CEC4F}"/>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10D55F7C-2943-43E4-817D-8627392F8012}"/>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10729079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C8A5519E-C1B1-4E36-9A83-0F06A1726C7C}"/>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FCE27EFA-A382-4DFB-AD45-CAB8127A5E2C}"/>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DC6682B1-CF8E-4CC2-9ABB-651E52F5863A}"/>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DBCF71CA-2F55-4BE2-9F49-15FBD635ABB5}"/>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56D616A1-ACED-45DF-84C4-A913C3E990ED}"/>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AEE80A39-5761-44AF-8EED-42367A4E147A}"/>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itle 7">
            <a:extLst>
              <a:ext uri="{FF2B5EF4-FFF2-40B4-BE49-F238E27FC236}">
                <a16:creationId xmlns:a16="http://schemas.microsoft.com/office/drawing/2014/main" id="{5B7BCB41-87E8-440C-AC52-F73B306A0E6E}"/>
              </a:ext>
            </a:extLst>
          </p:cNvPr>
          <p:cNvSpPr>
            <a:spLocks noGrp="1"/>
          </p:cNvSpPr>
          <p:nvPr>
            <p:ph type="ctrTitle"/>
          </p:nvPr>
        </p:nvSpPr>
        <p:spPr/>
        <p:txBody>
          <a:bodyPr/>
          <a:lstStyle/>
          <a:p>
            <a:endParaRPr lang="en-US"/>
          </a:p>
        </p:txBody>
      </p:sp>
      <p:sp>
        <p:nvSpPr>
          <p:cNvPr id="9" name="Subtitle 8">
            <a:extLst>
              <a:ext uri="{FF2B5EF4-FFF2-40B4-BE49-F238E27FC236}">
                <a16:creationId xmlns:a16="http://schemas.microsoft.com/office/drawing/2014/main" id="{ACAE7245-704F-4D71-8D35-417E360E1142}"/>
              </a:ext>
            </a:extLst>
          </p:cNvPr>
          <p:cNvSpPr>
            <a:spLocks noGrp="1"/>
          </p:cNvSpPr>
          <p:nvPr>
            <p:ph type="subTitle" idx="1"/>
          </p:nvPr>
        </p:nvSpPr>
        <p:spPr/>
        <p:txBody>
          <a:bodyPr/>
          <a:lstStyle/>
          <a:p>
            <a:endParaRPr lang="en-US"/>
          </a:p>
        </p:txBody>
      </p:sp>
      <p:sp>
        <p:nvSpPr>
          <p:cNvPr id="10" name="TextBox 5">
            <a:extLst>
              <a:ext uri="{FF2B5EF4-FFF2-40B4-BE49-F238E27FC236}">
                <a16:creationId xmlns:a16="http://schemas.microsoft.com/office/drawing/2014/main" id="{31E07AA4-1446-4176-B4A7-8836DDAF0713}"/>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11" name="TextBox 7">
            <a:extLst>
              <a:ext uri="{FF2B5EF4-FFF2-40B4-BE49-F238E27FC236}">
                <a16:creationId xmlns:a16="http://schemas.microsoft.com/office/drawing/2014/main" id="{0AF2FFBA-FB1A-486F-A5FA-C3AABAE94CF6}"/>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13214932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88C105F9-8FB5-4D1A-9099-C80E1AE08993}"/>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45A5AEF9-99D6-4100-BCA8-F1FFA56ADC9A}"/>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9C2F2BA7-8759-4F04-B1B2-239E11FFD3D9}"/>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E984BE13-F36E-4779-8B8D-1F64316124CB}"/>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9A64A5E1-B914-42CE-A585-B0B5EC5CA093}"/>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80E3362F-A73D-48E3-9E8B-6F82EDDFE621}"/>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BB904FE4-F688-45E2-B291-19FB8D2E3083}"/>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593D26B3-5DF6-4880-BCF9-9153F7A251BF}"/>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21769737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143499B4-F3E1-4130-BFDD-6CCA031FDBF0}"/>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D286A2EB-429F-47C0-8CB5-513E6F736CB7}"/>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AA99387D-5F29-4A56-8D8C-AA1941220D32}"/>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ABD4431B-97DD-48B8-B889-93CE3A7B1505}"/>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0ED7F86C-43CF-4885-BDFA-20F834F7BFFD}"/>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81480F54-3C6B-4359-94A9-DCBD33451700}"/>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EF20C49B-EC7D-4148-B3C4-0075A3A5C1CE}"/>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EE6FE33F-F4CC-4B18-902B-0167090817E5}"/>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15261885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AE1CB0A9-DF6E-471C-9A12-F27BD7772FFD}"/>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35750ADC-08F0-490B-8B62-67DF286DE8CB}"/>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96DAC34D-BB7F-40D2-A0CE-F0AFF4F8EB13}"/>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A6AD5E7C-FE6D-4C2D-ABAB-B0D1ABCE0419}"/>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EEEE0862-7D3B-4900-A8DF-7E573A489EF2}"/>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0F600432-5CDE-40FE-BD1A-CB1B38E35D43}"/>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F1EB6043-04E7-42D2-B095-82DC2C15BB9D}"/>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47DFBAF2-6D78-44EF-9150-2973C34EE2AD}"/>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12151590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AB5F6ABC-A5C8-41B5-994E-F9896F375E9B}"/>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36E008D4-D1A0-43B9-AB39-FFE8617312F2}"/>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9003E388-FE2E-4DB3-8209-147F2BAC49B4}"/>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3CA367C1-0EE9-4FC6-8446-845C1B66A572}"/>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3841638C-2C35-4D30-ABDC-4F2FEB8E51B2}"/>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758AF94C-DD8F-43B5-9200-4D1D379F2A40}"/>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4B6DE092-E989-4CA7-895B-35242323E10A}"/>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65DDC3E6-B639-4CA8-82DD-A591C08B605B}"/>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12292031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7227A4C6-E25D-405B-AEE9-07F29FC49AE7}"/>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CAF0AEAF-CF62-457F-8C9E-82CE40062EC5}"/>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E3152166-2D2C-4E77-BA90-DA6C338FE49F}"/>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6ACF5844-3C34-401D-BBA6-42CC3995023A}"/>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0ACE31EA-C57A-441F-BCE7-444A4C13CA44}"/>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1977EB18-BE70-4848-9432-1B87E270A65B}"/>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A47EEA76-C18A-497E-90B0-F949FFA1BAA6}"/>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4C106135-8FD2-486B-B0AC-4A82390B1DA1}"/>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42654596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AA43C07F-5956-4960-9BCF-9F7436F36E59}"/>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B42569DC-AE2E-48DA-A4E5-F744751C9C40}"/>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012C5234-3B8B-4559-AAC3-6C036ABF51E1}"/>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E49851A3-2C38-4E20-954C-3963028E7C8B}"/>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7C416C46-CE21-46EF-983D-634D04B64859}"/>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D64AE6F9-14E4-4EF6-B668-FF0CFE9ACBFA}"/>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D8B8D29B-0279-4DE3-A872-864B1CA1EA1C}"/>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3B1A0F65-02ED-45EC-96C6-625494EA95DC}"/>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24577914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1D2822C2-43D1-48CF-A287-3D66EEADA5D7}"/>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089A2AC0-6476-49CA-84DE-529BD7AFDBF5}"/>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D134CFB7-F9C3-4917-95F6-86FF94FE5FFF}"/>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8024F61A-13F6-44CB-8D0A-A634CC8C6B8B}"/>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B964139A-DA19-43B1-AA94-30ED6F42CC4B}"/>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8777DD9B-3197-466C-BEC3-520B5F172981}"/>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AA2C775E-186B-4766-95E0-96963C6A48D6}"/>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34214066-C033-4A4C-A544-579F60226912}"/>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7658827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04F184A9-A935-495B-8CA0-79AD5D1F5B26}"/>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37EDF1E5-B9FC-4A45-B21C-58E1C2DC7A47}"/>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A3A4FA29-0C68-4175-B115-ECD91EAAB48E}"/>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920F18FD-EBBA-4D0B-8A0A-735B1D2EF12D}"/>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773222AC-EC2D-4A7A-9DF5-FBAF81173813}"/>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1BF11C4A-AFC4-4BBF-9944-C7AB2739D7FB}"/>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FDD80AFD-DD77-47FB-B2C2-D61136C61764}"/>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5D03624F-A884-4AB9-AE6A-436968C52385}"/>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37283631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EC015B99-5BC6-4725-9A1A-AD8DD0024DD3}"/>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77B77A90-CD75-4918-904D-9C88C64090FA}"/>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C7159406-33F9-4893-99CA-1DC013373C3B}"/>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5CC2B141-00E0-476F-B5F7-A86448680982}"/>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6C7319EF-E8B7-4326-93AB-877D29034A4E}"/>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CD60971C-D7E1-4CBC-88A9-320F040614EA}"/>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AD769C58-323A-4D68-A2C7-22E76D256808}"/>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00CB0029-DF21-48A3-9F12-E3FC4164CC88}"/>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20080027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A4B72898-EC07-48EB-B173-5001AC8E6FCF}"/>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9F78C55B-46E8-47DE-861E-291082601B5B}"/>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38BC24D6-0772-4007-B3B6-8FEF81334E67}"/>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63D7B91F-30AA-4D5A-9C79-86BE2412A223}"/>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7EA9DB9A-5D0D-4072-AC7C-EE1764528F34}"/>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FDE61D96-956A-4101-BEDB-628DA5457C4B}"/>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4D0CA5D6-F505-4D15-B3D3-EB45C490D94C}"/>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F03DE2B6-8371-40EA-850F-79F02A5BEC77}"/>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14389334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61F73CF1-E228-4323-B76A-E0ABB6B33740}"/>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A43F4155-B554-4E38-B23B-0B88E665957F}"/>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7E6BF1FA-023C-4D2B-88B8-AEE6F66157E3}"/>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50746C5A-211B-4261-AC93-B1CD11D68797}"/>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24E73761-28A3-479D-88D1-269BDB113854}"/>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6A9553E3-6ADE-4C97-98D4-640D9BFD18BB}"/>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7CF00DC7-67EB-456B-8396-4A9A2FB7A584}"/>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8899F3AC-3F19-4C77-956F-C4861D5E1AAA}"/>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20140522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8060F196-9157-43EB-9376-3AE069342E99}"/>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B6FB6B9B-7861-435B-9C26-1867D9E28ED4}"/>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C81C23CF-EE1A-4B48-8DDA-E400241A56DF}"/>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B1CC7233-E863-4A56-93AB-E7FEFE5B0BE2}"/>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7D423EA0-133A-4069-B496-CF8E07CD1C2E}"/>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4C13D1BA-79FC-4CCE-B8D6-45FFD9F7AD0E}"/>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5">
            <a:extLst>
              <a:ext uri="{FF2B5EF4-FFF2-40B4-BE49-F238E27FC236}">
                <a16:creationId xmlns:a16="http://schemas.microsoft.com/office/drawing/2014/main" id="{4FB0FCEF-5F9C-4526-9C5D-A3763461C0E0}"/>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9" name="TextBox 7">
            <a:extLst>
              <a:ext uri="{FF2B5EF4-FFF2-40B4-BE49-F238E27FC236}">
                <a16:creationId xmlns:a16="http://schemas.microsoft.com/office/drawing/2014/main" id="{9497A987-7287-445C-9F09-326075FFADFF}"/>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7769568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653A21DA-54F0-49DC-971D-687B52FFEDD9}"/>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4ADBF885-134F-49B2-8734-70C828A6790F}"/>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48D18F56-2CAF-4FCE-9513-0C84B61878BD}"/>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AC9DF645-8294-4D84-8482-603FCBF8CA29}"/>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781C9A43-0C73-47EA-A7BE-4CF2445C90E4}"/>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480C461C-82D8-477A-9A15-FE11D22E6755}"/>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a:extLst>
              <a:ext uri="{FF2B5EF4-FFF2-40B4-BE49-F238E27FC236}">
                <a16:creationId xmlns:a16="http://schemas.microsoft.com/office/drawing/2014/main" id="{02F35A0E-F879-4C4B-A686-624D088E5EFB}"/>
              </a:ext>
            </a:extLst>
          </p:cNvPr>
          <p:cNvSpPr txBox="1"/>
          <p:nvPr/>
        </p:nvSpPr>
        <p:spPr>
          <a:xfrm>
            <a:off x="2634754" y="3963894"/>
            <a:ext cx="13018493" cy="2244204"/>
          </a:xfrm>
          <a:prstGeom prst="rect">
            <a:avLst/>
          </a:prstGeom>
        </p:spPr>
        <p:txBody>
          <a:bodyPr lIns="0" tIns="0" rIns="0" bIns="0" rtlCol="0" anchor="t">
            <a:spAutoFit/>
          </a:bodyPr>
          <a:lstStyle/>
          <a:p>
            <a:pPr algn="ctr">
              <a:lnSpc>
                <a:spcPts val="17489"/>
              </a:lnSpc>
            </a:pPr>
            <a:endParaRPr lang="en-US" sz="12492" b="1" dirty="0">
              <a:solidFill>
                <a:srgbClr val="0C3571"/>
              </a:solidFill>
              <a:latin typeface="Anantason Bold"/>
              <a:ea typeface="Anantason Bold"/>
              <a:cs typeface="Anantason Bold"/>
              <a:sym typeface="Anantason Bold"/>
            </a:endParaRPr>
          </a:p>
        </p:txBody>
      </p:sp>
      <p:sp>
        <p:nvSpPr>
          <p:cNvPr id="9" name="TextBox 5">
            <a:extLst>
              <a:ext uri="{FF2B5EF4-FFF2-40B4-BE49-F238E27FC236}">
                <a16:creationId xmlns:a16="http://schemas.microsoft.com/office/drawing/2014/main" id="{D54A55A9-7CF5-4823-9362-0BF63BE8D6DB}"/>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10" name="TextBox 7">
            <a:extLst>
              <a:ext uri="{FF2B5EF4-FFF2-40B4-BE49-F238E27FC236}">
                <a16:creationId xmlns:a16="http://schemas.microsoft.com/office/drawing/2014/main" id="{097AE688-767A-495C-B3BB-698BF596B7DE}"/>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16314222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08264B4D-2C3A-4926-AAFC-F01FA7A2B293}"/>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B551C445-FFD9-4A74-811C-A2CC1D7A5E57}"/>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F6A7007A-1207-4DEF-8A18-77DC868DCFE8}"/>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A23C9324-7394-4A17-A711-B6342007D2A1}"/>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A0AD5D65-40B4-4C4E-A82D-ACC51F91E017}"/>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66992324-1E32-4432-8941-FD2149AAE96C}"/>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a:extLst>
              <a:ext uri="{FF2B5EF4-FFF2-40B4-BE49-F238E27FC236}">
                <a16:creationId xmlns:a16="http://schemas.microsoft.com/office/drawing/2014/main" id="{A947C9AD-0752-4287-8585-ABF279994DFE}"/>
              </a:ext>
            </a:extLst>
          </p:cNvPr>
          <p:cNvSpPr txBox="1"/>
          <p:nvPr/>
        </p:nvSpPr>
        <p:spPr>
          <a:xfrm>
            <a:off x="2634754" y="3963894"/>
            <a:ext cx="13018493" cy="2244204"/>
          </a:xfrm>
          <a:prstGeom prst="rect">
            <a:avLst/>
          </a:prstGeom>
        </p:spPr>
        <p:txBody>
          <a:bodyPr lIns="0" tIns="0" rIns="0" bIns="0" rtlCol="0" anchor="t">
            <a:spAutoFit/>
          </a:bodyPr>
          <a:lstStyle/>
          <a:p>
            <a:pPr algn="ctr">
              <a:lnSpc>
                <a:spcPts val="17489"/>
              </a:lnSpc>
            </a:pPr>
            <a:endParaRPr lang="en-US" sz="12492" b="1" dirty="0">
              <a:solidFill>
                <a:srgbClr val="0C3571"/>
              </a:solidFill>
              <a:latin typeface="Anantason Bold"/>
              <a:ea typeface="Anantason Bold"/>
              <a:cs typeface="Anantason Bold"/>
              <a:sym typeface="Anantason Bold"/>
            </a:endParaRPr>
          </a:p>
        </p:txBody>
      </p:sp>
      <p:sp>
        <p:nvSpPr>
          <p:cNvPr id="9" name="TextBox 5">
            <a:extLst>
              <a:ext uri="{FF2B5EF4-FFF2-40B4-BE49-F238E27FC236}">
                <a16:creationId xmlns:a16="http://schemas.microsoft.com/office/drawing/2014/main" id="{8E6E2897-2812-44F8-9E92-CD955076EFF4}"/>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10" name="TextBox 7">
            <a:extLst>
              <a:ext uri="{FF2B5EF4-FFF2-40B4-BE49-F238E27FC236}">
                <a16:creationId xmlns:a16="http://schemas.microsoft.com/office/drawing/2014/main" id="{0E47E8F3-4D0D-4C21-9A1B-050190E624DE}"/>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2657034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EF338DBF-2EC0-4509-A05C-67460B6CAA86}"/>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D9074B8C-0BA2-45EB-B86F-96F18F6835D7}"/>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8EEDB217-5A86-4618-A826-8A587A272D13}"/>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DFD718C7-793E-404E-9633-E89C95DF2256}"/>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D728EC28-1841-4EDE-93E3-D1D18A949B74}"/>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BADB5904-58CB-431B-97F6-008409BC3457}"/>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a:extLst>
              <a:ext uri="{FF2B5EF4-FFF2-40B4-BE49-F238E27FC236}">
                <a16:creationId xmlns:a16="http://schemas.microsoft.com/office/drawing/2014/main" id="{D7E902C4-788F-465C-991E-4286812CA8E1}"/>
              </a:ext>
            </a:extLst>
          </p:cNvPr>
          <p:cNvSpPr txBox="1"/>
          <p:nvPr/>
        </p:nvSpPr>
        <p:spPr>
          <a:xfrm>
            <a:off x="2634754" y="3963894"/>
            <a:ext cx="13018493" cy="2244204"/>
          </a:xfrm>
          <a:prstGeom prst="rect">
            <a:avLst/>
          </a:prstGeom>
        </p:spPr>
        <p:txBody>
          <a:bodyPr lIns="0" tIns="0" rIns="0" bIns="0" rtlCol="0" anchor="t">
            <a:spAutoFit/>
          </a:bodyPr>
          <a:lstStyle/>
          <a:p>
            <a:pPr algn="ctr">
              <a:lnSpc>
                <a:spcPts val="17489"/>
              </a:lnSpc>
            </a:pPr>
            <a:endParaRPr lang="en-US" sz="12492" b="1" dirty="0">
              <a:solidFill>
                <a:srgbClr val="0C3571"/>
              </a:solidFill>
              <a:latin typeface="Anantason Bold"/>
              <a:ea typeface="Anantason Bold"/>
              <a:cs typeface="Anantason Bold"/>
              <a:sym typeface="Anantason Bold"/>
            </a:endParaRPr>
          </a:p>
        </p:txBody>
      </p:sp>
      <p:sp>
        <p:nvSpPr>
          <p:cNvPr id="9" name="TextBox 5">
            <a:extLst>
              <a:ext uri="{FF2B5EF4-FFF2-40B4-BE49-F238E27FC236}">
                <a16:creationId xmlns:a16="http://schemas.microsoft.com/office/drawing/2014/main" id="{4355431F-7668-42C6-B2FA-3EEB759A3CC0}"/>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10" name="TextBox 7">
            <a:extLst>
              <a:ext uri="{FF2B5EF4-FFF2-40B4-BE49-F238E27FC236}">
                <a16:creationId xmlns:a16="http://schemas.microsoft.com/office/drawing/2014/main" id="{DA334321-EFF4-4B82-A3B5-8B176F545B59}"/>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974295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3A630AF4-9A14-4AA3-B407-6590650790A3}"/>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66A8B887-88AD-49A6-86D1-79FC465462C7}"/>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17DFE1B6-236B-4131-B5F1-704A666F7ADE}"/>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81921F93-023F-4D12-AB08-932CBED9EE91}"/>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793704A2-256F-42FD-9BE1-18FD4BE262E2}"/>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611092E9-95A1-40FC-AEE1-945695CD9552}"/>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a:extLst>
              <a:ext uri="{FF2B5EF4-FFF2-40B4-BE49-F238E27FC236}">
                <a16:creationId xmlns:a16="http://schemas.microsoft.com/office/drawing/2014/main" id="{ADADBD65-357F-4893-9868-3939B0A442C0}"/>
              </a:ext>
            </a:extLst>
          </p:cNvPr>
          <p:cNvSpPr txBox="1"/>
          <p:nvPr/>
        </p:nvSpPr>
        <p:spPr>
          <a:xfrm>
            <a:off x="2634754" y="3963894"/>
            <a:ext cx="13018493" cy="2244204"/>
          </a:xfrm>
          <a:prstGeom prst="rect">
            <a:avLst/>
          </a:prstGeom>
        </p:spPr>
        <p:txBody>
          <a:bodyPr lIns="0" tIns="0" rIns="0" bIns="0" rtlCol="0" anchor="t">
            <a:spAutoFit/>
          </a:bodyPr>
          <a:lstStyle/>
          <a:p>
            <a:pPr algn="ctr">
              <a:lnSpc>
                <a:spcPts val="17489"/>
              </a:lnSpc>
            </a:pPr>
            <a:endParaRPr lang="en-US" sz="12492" b="1" dirty="0">
              <a:solidFill>
                <a:srgbClr val="0C3571"/>
              </a:solidFill>
              <a:latin typeface="Anantason Bold"/>
              <a:ea typeface="Anantason Bold"/>
              <a:cs typeface="Anantason Bold"/>
              <a:sym typeface="Anantason Bold"/>
            </a:endParaRPr>
          </a:p>
        </p:txBody>
      </p:sp>
      <p:sp>
        <p:nvSpPr>
          <p:cNvPr id="9" name="TextBox 5">
            <a:extLst>
              <a:ext uri="{FF2B5EF4-FFF2-40B4-BE49-F238E27FC236}">
                <a16:creationId xmlns:a16="http://schemas.microsoft.com/office/drawing/2014/main" id="{8704ED4F-5A4F-45E5-9000-55BD332B8EDE}"/>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10" name="TextBox 7">
            <a:extLst>
              <a:ext uri="{FF2B5EF4-FFF2-40B4-BE49-F238E27FC236}">
                <a16:creationId xmlns:a16="http://schemas.microsoft.com/office/drawing/2014/main" id="{3476E72F-84A9-4167-BCAD-5D3D05D576C6}"/>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36283999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BE5274A8-8612-4395-8E07-F983E332523D}"/>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3787EA13-95E1-42E2-A330-678EFD0EDC11}"/>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CF095518-111B-413A-8E19-98A354DBDC59}"/>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AD708130-BE54-4DB2-91FE-328136FFBC9B}"/>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01207177-1AA2-4F7E-A153-8D094DCA4E04}"/>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67AB07EB-73D7-4257-8EF8-6674F6502836}"/>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a:extLst>
              <a:ext uri="{FF2B5EF4-FFF2-40B4-BE49-F238E27FC236}">
                <a16:creationId xmlns:a16="http://schemas.microsoft.com/office/drawing/2014/main" id="{1D45C844-B771-4994-90A4-D7AB657C525F}"/>
              </a:ext>
            </a:extLst>
          </p:cNvPr>
          <p:cNvSpPr txBox="1"/>
          <p:nvPr/>
        </p:nvSpPr>
        <p:spPr>
          <a:xfrm>
            <a:off x="2634754" y="3963894"/>
            <a:ext cx="13018493" cy="2244204"/>
          </a:xfrm>
          <a:prstGeom prst="rect">
            <a:avLst/>
          </a:prstGeom>
        </p:spPr>
        <p:txBody>
          <a:bodyPr lIns="0" tIns="0" rIns="0" bIns="0" rtlCol="0" anchor="t">
            <a:spAutoFit/>
          </a:bodyPr>
          <a:lstStyle/>
          <a:p>
            <a:pPr algn="ctr">
              <a:lnSpc>
                <a:spcPts val="17489"/>
              </a:lnSpc>
            </a:pPr>
            <a:endParaRPr lang="en-US" sz="12492" b="1" dirty="0">
              <a:solidFill>
                <a:srgbClr val="0C3571"/>
              </a:solidFill>
              <a:latin typeface="Anantason Bold"/>
              <a:ea typeface="Anantason Bold"/>
              <a:cs typeface="Anantason Bold"/>
              <a:sym typeface="Anantason Bold"/>
            </a:endParaRPr>
          </a:p>
        </p:txBody>
      </p:sp>
      <p:sp>
        <p:nvSpPr>
          <p:cNvPr id="9" name="TextBox 5">
            <a:extLst>
              <a:ext uri="{FF2B5EF4-FFF2-40B4-BE49-F238E27FC236}">
                <a16:creationId xmlns:a16="http://schemas.microsoft.com/office/drawing/2014/main" id="{E41300F5-74E3-471F-94EB-D86D5607AC24}"/>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10" name="TextBox 7">
            <a:extLst>
              <a:ext uri="{FF2B5EF4-FFF2-40B4-BE49-F238E27FC236}">
                <a16:creationId xmlns:a16="http://schemas.microsoft.com/office/drawing/2014/main" id="{9C57B036-27B2-49B4-AF2B-9669BF2C9155}"/>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42552176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Freeform 2">
            <a:extLst>
              <a:ext uri="{FF2B5EF4-FFF2-40B4-BE49-F238E27FC236}">
                <a16:creationId xmlns:a16="http://schemas.microsoft.com/office/drawing/2014/main" id="{33EF7D6B-6431-4717-A3BF-2C69B5461DCC}"/>
              </a:ext>
            </a:extLst>
          </p:cNvPr>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a:extLst>
              <a:ext uri="{FF2B5EF4-FFF2-40B4-BE49-F238E27FC236}">
                <a16:creationId xmlns:a16="http://schemas.microsoft.com/office/drawing/2014/main" id="{51D242A5-8E3F-4BA2-82E1-10C9A5F0B8B4}"/>
              </a:ext>
            </a:extLst>
          </p:cNvPr>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a:extLst>
              <a:ext uri="{FF2B5EF4-FFF2-40B4-BE49-F238E27FC236}">
                <a16:creationId xmlns:a16="http://schemas.microsoft.com/office/drawing/2014/main" id="{4F5CB440-5CD2-41BE-94D3-679D8A36D6EB}"/>
              </a:ext>
            </a:extLst>
          </p:cNvPr>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a:extLst>
              <a:ext uri="{FF2B5EF4-FFF2-40B4-BE49-F238E27FC236}">
                <a16:creationId xmlns:a16="http://schemas.microsoft.com/office/drawing/2014/main" id="{7D4C6A6D-348A-4D67-9C55-6FACF0AA4F54}"/>
              </a:ext>
            </a:extLst>
          </p:cNvPr>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a:extLst>
              <a:ext uri="{FF2B5EF4-FFF2-40B4-BE49-F238E27FC236}">
                <a16:creationId xmlns:a16="http://schemas.microsoft.com/office/drawing/2014/main" id="{95804CAB-C8A9-4672-BE84-BD952DE24643}"/>
              </a:ext>
            </a:extLst>
          </p:cNvPr>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a:extLst>
              <a:ext uri="{FF2B5EF4-FFF2-40B4-BE49-F238E27FC236}">
                <a16:creationId xmlns:a16="http://schemas.microsoft.com/office/drawing/2014/main" id="{214F47EC-78E1-489A-8700-7B2AA47017B9}"/>
              </a:ext>
            </a:extLst>
          </p:cNvPr>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a:extLst>
              <a:ext uri="{FF2B5EF4-FFF2-40B4-BE49-F238E27FC236}">
                <a16:creationId xmlns:a16="http://schemas.microsoft.com/office/drawing/2014/main" id="{55638249-4C98-4F07-A1EA-FAC2A5340BAF}"/>
              </a:ext>
            </a:extLst>
          </p:cNvPr>
          <p:cNvSpPr txBox="1"/>
          <p:nvPr/>
        </p:nvSpPr>
        <p:spPr>
          <a:xfrm>
            <a:off x="2634754" y="3963894"/>
            <a:ext cx="13018493" cy="2244204"/>
          </a:xfrm>
          <a:prstGeom prst="rect">
            <a:avLst/>
          </a:prstGeom>
        </p:spPr>
        <p:txBody>
          <a:bodyPr lIns="0" tIns="0" rIns="0" bIns="0" rtlCol="0" anchor="t">
            <a:spAutoFit/>
          </a:bodyPr>
          <a:lstStyle/>
          <a:p>
            <a:pPr algn="ctr">
              <a:lnSpc>
                <a:spcPts val="17489"/>
              </a:lnSpc>
            </a:pPr>
            <a:endParaRPr lang="en-US" sz="12492" b="1" dirty="0">
              <a:solidFill>
                <a:srgbClr val="0C3571"/>
              </a:solidFill>
              <a:latin typeface="Anantason Bold"/>
              <a:ea typeface="Anantason Bold"/>
              <a:cs typeface="Anantason Bold"/>
              <a:sym typeface="Anantason Bold"/>
            </a:endParaRPr>
          </a:p>
        </p:txBody>
      </p:sp>
      <p:sp>
        <p:nvSpPr>
          <p:cNvPr id="10" name="TextBox 5">
            <a:extLst>
              <a:ext uri="{FF2B5EF4-FFF2-40B4-BE49-F238E27FC236}">
                <a16:creationId xmlns:a16="http://schemas.microsoft.com/office/drawing/2014/main" id="{1C2F6B66-0B8F-4CF4-A1A4-66C46F088CC4}"/>
              </a:ext>
            </a:extLst>
          </p:cNvPr>
          <p:cNvSpPr txBox="1"/>
          <p:nvPr/>
        </p:nvSpPr>
        <p:spPr>
          <a:xfrm>
            <a:off x="4139355" y="2289744"/>
            <a:ext cx="10009291" cy="1643341"/>
          </a:xfrm>
          <a:prstGeom prst="rect">
            <a:avLst/>
          </a:prstGeom>
        </p:spPr>
        <p:txBody>
          <a:bodyPr lIns="0" tIns="0" rIns="0" bIns="0" rtlCol="0" anchor="t">
            <a:spAutoFit/>
          </a:bodyPr>
          <a:lstStyle/>
          <a:p>
            <a:pPr algn="ctr">
              <a:lnSpc>
                <a:spcPts val="13446"/>
              </a:lnSpc>
            </a:pPr>
            <a:r>
              <a:rPr lang="en-US" sz="9604" b="1" dirty="0">
                <a:solidFill>
                  <a:srgbClr val="0C3571"/>
                </a:solidFill>
                <a:latin typeface="Anantason Bold"/>
                <a:ea typeface="Anantason Bold"/>
                <a:cs typeface="Anantason Bold"/>
                <a:sym typeface="Anantason Bold"/>
              </a:rPr>
              <a:t>BACKGROUND</a:t>
            </a:r>
          </a:p>
        </p:txBody>
      </p:sp>
      <p:sp>
        <p:nvSpPr>
          <p:cNvPr id="11" name="TextBox 7">
            <a:extLst>
              <a:ext uri="{FF2B5EF4-FFF2-40B4-BE49-F238E27FC236}">
                <a16:creationId xmlns:a16="http://schemas.microsoft.com/office/drawing/2014/main" id="{746CF51C-0643-41C3-8D86-7E32544DDCB1}"/>
              </a:ext>
            </a:extLst>
          </p:cNvPr>
          <p:cNvSpPr txBox="1"/>
          <p:nvPr/>
        </p:nvSpPr>
        <p:spPr>
          <a:xfrm>
            <a:off x="2955813" y="4225990"/>
            <a:ext cx="12376375" cy="3590290"/>
          </a:xfrm>
          <a:prstGeom prst="rect">
            <a:avLst/>
          </a:prstGeom>
        </p:spPr>
        <p:txBody>
          <a:bodyPr lIns="0" tIns="0" rIns="0" bIns="0" rtlCol="0" anchor="t">
            <a:spAutoFit/>
          </a:bodyPr>
          <a:lstStyle/>
          <a:p>
            <a:pPr algn="just">
              <a:lnSpc>
                <a:spcPts val="4759"/>
              </a:lnSpc>
            </a:pPr>
            <a:r>
              <a:rPr lang="en-US" sz="3399" dirty="0">
                <a:solidFill>
                  <a:srgbClr val="0C3571"/>
                </a:solidFill>
                <a:latin typeface="Cloud"/>
                <a:ea typeface="Cloud"/>
                <a:cs typeface="Cloud"/>
                <a:sym typeface="Cloud"/>
              </a:rPr>
              <a:t>Lorem ipsum dolor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consectetur</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adipiscing</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elit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et </a:t>
            </a:r>
            <a:r>
              <a:rPr lang="en-US" sz="3399" dirty="0" err="1">
                <a:solidFill>
                  <a:srgbClr val="0C3571"/>
                </a:solidFill>
                <a:latin typeface="Cloud"/>
                <a:ea typeface="Cloud"/>
                <a:cs typeface="Cloud"/>
                <a:sym typeface="Cloud"/>
              </a:rPr>
              <a:t>iaculis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mauris</a:t>
            </a:r>
            <a:r>
              <a:rPr lang="en-US" sz="3399" dirty="0">
                <a:solidFill>
                  <a:srgbClr val="0C3571"/>
                </a:solidFill>
                <a:latin typeface="Cloud"/>
                <a:ea typeface="Cloud"/>
                <a:cs typeface="Cloud"/>
                <a:sym typeface="Cloud"/>
              </a:rPr>
              <a:t>. Nam in </a:t>
            </a:r>
            <a:r>
              <a:rPr lang="en-US" sz="3399" dirty="0" err="1">
                <a:solidFill>
                  <a:srgbClr val="0C3571"/>
                </a:solidFill>
                <a:latin typeface="Cloud"/>
                <a:ea typeface="Cloud"/>
                <a:cs typeface="Cloud"/>
                <a:sym typeface="Cloud"/>
              </a:rPr>
              <a:t>facilisis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lacus</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Pellentesque</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dapibus</a:t>
            </a:r>
            <a:r>
              <a:rPr lang="en-US" sz="3399" dirty="0">
                <a:solidFill>
                  <a:srgbClr val="0C3571"/>
                </a:solidFill>
                <a:latin typeface="Cloud"/>
                <a:ea typeface="Cloud"/>
                <a:cs typeface="Cloud"/>
                <a:sym typeface="Cloud"/>
              </a:rPr>
              <a:t> diam </a:t>
            </a:r>
            <a:r>
              <a:rPr lang="en-US" sz="3399" dirty="0" err="1">
                <a:solidFill>
                  <a:srgbClr val="0C3571"/>
                </a:solidFill>
                <a:latin typeface="Cloud"/>
                <a:ea typeface="Cloud"/>
                <a:cs typeface="Cloud"/>
                <a:sym typeface="Cloud"/>
              </a:rPr>
              <a:t>erat</a:t>
            </a:r>
            <a:r>
              <a:rPr lang="en-US" sz="3399" dirty="0">
                <a:solidFill>
                  <a:srgbClr val="0C3571"/>
                </a:solidFill>
                <a:latin typeface="Cloud"/>
                <a:ea typeface="Cloud"/>
                <a:cs typeface="Cloud"/>
                <a:sym typeface="Cloud"/>
              </a:rPr>
              <a:t>, id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massa</a:t>
            </a:r>
            <a:r>
              <a:rPr lang="en-US" sz="3399" dirty="0">
                <a:solidFill>
                  <a:srgbClr val="0C3571"/>
                </a:solidFill>
                <a:latin typeface="Cloud"/>
                <a:ea typeface="Cloud"/>
                <a:cs typeface="Cloud"/>
                <a:sym typeface="Cloud"/>
              </a:rPr>
              <a:t> cursus </a:t>
            </a:r>
            <a:r>
              <a:rPr lang="en-US" sz="3399" dirty="0" err="1">
                <a:solidFill>
                  <a:srgbClr val="0C3571"/>
                </a:solidFill>
                <a:latin typeface="Cloud"/>
                <a:ea typeface="Cloud"/>
                <a:cs typeface="Cloud"/>
                <a:sym typeface="Cloud"/>
              </a:rPr>
              <a:t>eu</a:t>
            </a:r>
            <a:r>
              <a:rPr lang="en-US" sz="3399" dirty="0">
                <a:solidFill>
                  <a:srgbClr val="0C3571"/>
                </a:solidFill>
                <a:latin typeface="Cloud"/>
                <a:ea typeface="Cloud"/>
                <a:cs typeface="Cloud"/>
                <a:sym typeface="Cloud"/>
              </a:rPr>
              <a:t>. Vestibulum at </a:t>
            </a:r>
            <a:r>
              <a:rPr lang="en-US" sz="3399" dirty="0" err="1">
                <a:solidFill>
                  <a:srgbClr val="0C3571"/>
                </a:solidFill>
                <a:latin typeface="Cloud"/>
                <a:ea typeface="Cloud"/>
                <a:cs typeface="Cloud"/>
                <a:sym typeface="Cloud"/>
              </a:rPr>
              <a:t>eleifend</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Aenean pulvinar gravida </a:t>
            </a:r>
            <a:r>
              <a:rPr lang="en-US" sz="3399" dirty="0" err="1">
                <a:solidFill>
                  <a:srgbClr val="0C3571"/>
                </a:solidFill>
                <a:latin typeface="Cloud"/>
                <a:ea typeface="Cloud"/>
                <a:cs typeface="Cloud"/>
                <a:sym typeface="Cloud"/>
              </a:rPr>
              <a:t>bibendum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Phasellus</a:t>
            </a:r>
            <a:r>
              <a:rPr lang="en-US" sz="3399" dirty="0">
                <a:solidFill>
                  <a:srgbClr val="0C3571"/>
                </a:solidFill>
                <a:latin typeface="Cloud"/>
                <a:ea typeface="Cloud"/>
                <a:cs typeface="Cloud"/>
                <a:sym typeface="Cloud"/>
              </a:rPr>
              <a:t> auctor </a:t>
            </a:r>
            <a:r>
              <a:rPr lang="en-US" sz="3399" dirty="0" err="1">
                <a:solidFill>
                  <a:srgbClr val="0C3571"/>
                </a:solidFill>
                <a:latin typeface="Cloud"/>
                <a:ea typeface="Cloud"/>
                <a:cs typeface="Cloud"/>
                <a:sym typeface="Cloud"/>
              </a:rPr>
              <a:t>nunc</a:t>
            </a:r>
            <a:r>
              <a:rPr lang="en-US" sz="3399" dirty="0">
                <a:solidFill>
                  <a:srgbClr val="0C3571"/>
                </a:solidFill>
                <a:latin typeface="Cloud"/>
                <a:ea typeface="Cloud"/>
                <a:cs typeface="Cloud"/>
                <a:sym typeface="Cloud"/>
              </a:rPr>
              <a:t> sit </a:t>
            </a:r>
            <a:r>
              <a:rPr lang="en-US" sz="3399" dirty="0" err="1">
                <a:solidFill>
                  <a:srgbClr val="0C3571"/>
                </a:solidFill>
                <a:latin typeface="Cloud"/>
                <a:ea typeface="Cloud"/>
                <a:cs typeface="Cloud"/>
                <a:sym typeface="Cloud"/>
              </a:rPr>
              <a:t>amet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sem</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tincidunt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feugiat</a:t>
            </a:r>
            <a:r>
              <a:rPr lang="en-US" sz="3399" dirty="0">
                <a:solidFill>
                  <a:srgbClr val="0C3571"/>
                </a:solidFill>
                <a:latin typeface="Cloud"/>
                <a:ea typeface="Cloud"/>
                <a:cs typeface="Cloud"/>
                <a:sym typeface="Cloud"/>
              </a:rPr>
              <a:t> </a:t>
            </a:r>
            <a:r>
              <a:rPr lang="en-US" sz="3399" dirty="0" err="1">
                <a:solidFill>
                  <a:srgbClr val="0C3571"/>
                </a:solidFill>
                <a:latin typeface="Cloud"/>
                <a:ea typeface="Cloud"/>
                <a:cs typeface="Cloud"/>
                <a:sym typeface="Cloud"/>
              </a:rPr>
              <a:t>quam</a:t>
            </a:r>
            <a:r>
              <a:rPr lang="en-US" sz="3399" dirty="0">
                <a:solidFill>
                  <a:srgbClr val="0C3571"/>
                </a:solidFill>
                <a:latin typeface="Cloud"/>
                <a:ea typeface="Cloud"/>
                <a:cs typeface="Cloud"/>
                <a:sym typeface="Cloud"/>
              </a:rPr>
              <a:t> vestibulum.</a:t>
            </a:r>
          </a:p>
        </p:txBody>
      </p:sp>
    </p:spTree>
    <p:extLst>
      <p:ext uri="{BB962C8B-B14F-4D97-AF65-F5344CB8AC3E}">
        <p14:creationId xmlns:p14="http://schemas.microsoft.com/office/powerpoint/2010/main" val="2945409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9F2F7"/>
        </a:solidFill>
        <a:effectLst/>
      </p:bgPr>
    </p:bg>
    <p:spTree>
      <p:nvGrpSpPr>
        <p:cNvPr id="1" name=""/>
        <p:cNvGrpSpPr/>
        <p:nvPr/>
      </p:nvGrpSpPr>
      <p:grpSpPr>
        <a:xfrm>
          <a:off x="0" y="0"/>
          <a:ext cx="0" cy="0"/>
          <a:chOff x="0" y="0"/>
          <a:chExt cx="0" cy="0"/>
        </a:xfrm>
      </p:grpSpPr>
      <p:sp>
        <p:nvSpPr>
          <p:cNvPr id="2" name="Freeform 2"/>
          <p:cNvSpPr/>
          <p:nvPr/>
        </p:nvSpPr>
        <p:spPr>
          <a:xfrm>
            <a:off x="-624614" y="6515100"/>
            <a:ext cx="7059478" cy="4114800"/>
          </a:xfrm>
          <a:custGeom>
            <a:avLst/>
            <a:gdLst/>
            <a:ahLst/>
            <a:cxnLst/>
            <a:rect l="l" t="t" r="r" b="b"/>
            <a:pathLst>
              <a:path w="7059478" h="4114800">
                <a:moveTo>
                  <a:pt x="0" y="0"/>
                </a:moveTo>
                <a:lnTo>
                  <a:pt x="7059478" y="0"/>
                </a:lnTo>
                <a:lnTo>
                  <a:pt x="7059478"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flipH="1" flipV="1">
            <a:off x="11924574" y="-357188"/>
            <a:ext cx="7059478" cy="4114800"/>
          </a:xfrm>
          <a:custGeom>
            <a:avLst/>
            <a:gdLst/>
            <a:ahLst/>
            <a:cxnLst/>
            <a:rect l="l" t="t" r="r" b="b"/>
            <a:pathLst>
              <a:path w="7059478" h="4114800">
                <a:moveTo>
                  <a:pt x="7059477" y="4114800"/>
                </a:moveTo>
                <a:lnTo>
                  <a:pt x="0" y="4114800"/>
                </a:lnTo>
                <a:lnTo>
                  <a:pt x="0" y="0"/>
                </a:lnTo>
                <a:lnTo>
                  <a:pt x="7059477" y="0"/>
                </a:lnTo>
                <a:lnTo>
                  <a:pt x="7059477" y="411480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002168">
            <a:off x="-1222246" y="-3356253"/>
            <a:ext cx="5987226" cy="5998131"/>
          </a:xfrm>
          <a:custGeom>
            <a:avLst/>
            <a:gdLst/>
            <a:ahLst/>
            <a:cxnLst/>
            <a:rect l="l" t="t" r="r" b="b"/>
            <a:pathLst>
              <a:path w="5987226" h="5998131">
                <a:moveTo>
                  <a:pt x="0" y="0"/>
                </a:moveTo>
                <a:lnTo>
                  <a:pt x="5987225" y="0"/>
                </a:lnTo>
                <a:lnTo>
                  <a:pt x="5987225" y="5998131"/>
                </a:lnTo>
                <a:lnTo>
                  <a:pt x="0" y="5998131"/>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rot="-5002168" flipH="1" flipV="1">
            <a:off x="14265687" y="7630834"/>
            <a:ext cx="5987226" cy="5998131"/>
          </a:xfrm>
          <a:custGeom>
            <a:avLst/>
            <a:gdLst/>
            <a:ahLst/>
            <a:cxnLst/>
            <a:rect l="l" t="t" r="r" b="b"/>
            <a:pathLst>
              <a:path w="5987226" h="5998131">
                <a:moveTo>
                  <a:pt x="5987226" y="5998132"/>
                </a:moveTo>
                <a:lnTo>
                  <a:pt x="0" y="5998132"/>
                </a:lnTo>
                <a:lnTo>
                  <a:pt x="0" y="0"/>
                </a:lnTo>
                <a:lnTo>
                  <a:pt x="5987226" y="0"/>
                </a:lnTo>
                <a:lnTo>
                  <a:pt x="5987226" y="5998132"/>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Freeform 6"/>
          <p:cNvSpPr/>
          <p:nvPr/>
        </p:nvSpPr>
        <p:spPr>
          <a:xfrm rot="7488824">
            <a:off x="-221065" y="7727724"/>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rot="7488824">
            <a:off x="17178162" y="-1873476"/>
            <a:ext cx="3071030" cy="5804353"/>
          </a:xfrm>
          <a:custGeom>
            <a:avLst/>
            <a:gdLst/>
            <a:ahLst/>
            <a:cxnLst/>
            <a:rect l="l" t="t" r="r" b="b"/>
            <a:pathLst>
              <a:path w="3071030" h="5804353">
                <a:moveTo>
                  <a:pt x="0" y="0"/>
                </a:moveTo>
                <a:lnTo>
                  <a:pt x="3071030" y="0"/>
                </a:lnTo>
                <a:lnTo>
                  <a:pt x="3071030" y="5804352"/>
                </a:lnTo>
                <a:lnTo>
                  <a:pt x="0" y="580435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TextBox 8"/>
          <p:cNvSpPr txBox="1"/>
          <p:nvPr/>
        </p:nvSpPr>
        <p:spPr>
          <a:xfrm>
            <a:off x="2634754" y="3963894"/>
            <a:ext cx="13018493" cy="2130613"/>
          </a:xfrm>
          <a:prstGeom prst="rect">
            <a:avLst/>
          </a:prstGeom>
        </p:spPr>
        <p:txBody>
          <a:bodyPr lIns="0" tIns="0" rIns="0" bIns="0" rtlCol="0" anchor="t">
            <a:spAutoFit/>
          </a:bodyPr>
          <a:lstStyle/>
          <a:p>
            <a:pPr algn="ctr">
              <a:lnSpc>
                <a:spcPts val="17489"/>
              </a:lnSpc>
            </a:pPr>
            <a:r>
              <a:rPr lang="en-US" sz="12492" b="1" dirty="0">
                <a:solidFill>
                  <a:srgbClr val="0C3571"/>
                </a:solidFill>
                <a:latin typeface="Anantason Bold"/>
                <a:ea typeface="Anantason Bold"/>
                <a:cs typeface="Anantason Bold"/>
                <a:sym typeface="Anantason 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1525</Words>
  <Application>Microsoft Office PowerPoint</Application>
  <PresentationFormat>Custom</PresentationFormat>
  <Paragraphs>63</Paragraphs>
  <Slides>30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Anantason Bold</vt:lpstr>
      <vt:lpstr>Arial</vt:lpstr>
      <vt:lpstr>Cloud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Modern Futuristic Presentation</dc:title>
  <cp:lastModifiedBy>Nodir</cp:lastModifiedBy>
  <cp:revision>3</cp:revision>
  <dcterms:created xsi:type="dcterms:W3CDTF">2006-08-16T00:00:00Z</dcterms:created>
  <dcterms:modified xsi:type="dcterms:W3CDTF">2026-02-24T12:58:23Z</dcterms:modified>
  <dc:identifier>DAHCPAf2KEI</dc:identifier>
</cp:coreProperties>
</file>