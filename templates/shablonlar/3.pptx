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85"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Lst>
  <p:sldSz cx="18288000" cy="10287000"/>
  <p:notesSz cx="6858000" cy="9144000"/>
  <p:embeddedFontLst>
    <p:embeddedFont>
      <p:font typeface="Atkinson Hyperlegible" panose="020B0604020202020204" charset="0"/>
      <p:regular r:id="rId32"/>
    </p:embeddedFont>
    <p:embeddedFont>
      <p:font typeface="Atkinson Hyperlegible Bold" panose="020B0604020202020204" charset="0"/>
      <p:regular r:id="rId33"/>
    </p:embeddedFont>
    <p:embeddedFont>
      <p:font typeface="Calibri" panose="020F0502020204030204" pitchFamily="34" charset="0"/>
      <p:regular r:id="rId34"/>
      <p:bold r:id="rId35"/>
      <p:italic r:id="rId36"/>
      <p:boldItalic r:id="rId37"/>
    </p:embeddedFont>
    <p:embeddedFont>
      <p:font typeface="Sensei" panose="020B0604020202020204" charset="-52"/>
      <p:regular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3" d="100"/>
          <a:sy n="43" d="100"/>
        </p:scale>
        <p:origin x="852"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3" Type="http://schemas.openxmlformats.org/officeDocument/2006/relationships/image" Target="../media/image2.sv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s>
</file>

<file path=ppt/slides/_rels/slide2.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svg"/><Relationship Id="rId3" Type="http://schemas.openxmlformats.org/officeDocument/2006/relationships/image" Target="../media/image2.svg"/><Relationship Id="rId7" Type="http://schemas.openxmlformats.org/officeDocument/2006/relationships/image" Target="../media/image16.svg"/><Relationship Id="rId12"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5.png"/><Relationship Id="rId11" Type="http://schemas.openxmlformats.org/officeDocument/2006/relationships/image" Target="../media/image20.svg"/><Relationship Id="rId5" Type="http://schemas.openxmlformats.org/officeDocument/2006/relationships/image" Target="../media/image14.sv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svg"/></Relationships>
</file>

<file path=ppt/slides/_rels/slide3.xml.rels><?xml version="1.0" encoding="UTF-8" standalone="yes"?>
<Relationships xmlns="http://schemas.openxmlformats.org/package/2006/relationships"><Relationship Id="rId8" Type="http://schemas.openxmlformats.org/officeDocument/2006/relationships/image" Target="../media/image27.svg"/><Relationship Id="rId13" Type="http://schemas.openxmlformats.org/officeDocument/2006/relationships/image" Target="../media/image32.png"/><Relationship Id="rId18" Type="http://schemas.openxmlformats.org/officeDocument/2006/relationships/image" Target="../media/image37.svg"/><Relationship Id="rId3" Type="http://schemas.openxmlformats.org/officeDocument/2006/relationships/image" Target="../media/image2.svg"/><Relationship Id="rId21" Type="http://schemas.openxmlformats.org/officeDocument/2006/relationships/image" Target="../media/image40.png"/><Relationship Id="rId7" Type="http://schemas.openxmlformats.org/officeDocument/2006/relationships/image" Target="../media/image26.png"/><Relationship Id="rId12" Type="http://schemas.openxmlformats.org/officeDocument/2006/relationships/image" Target="../media/image31.svg"/><Relationship Id="rId17" Type="http://schemas.openxmlformats.org/officeDocument/2006/relationships/image" Target="../media/image36.png"/><Relationship Id="rId2" Type="http://schemas.openxmlformats.org/officeDocument/2006/relationships/image" Target="../media/image1.png"/><Relationship Id="rId16" Type="http://schemas.openxmlformats.org/officeDocument/2006/relationships/image" Target="../media/image35.svg"/><Relationship Id="rId20" Type="http://schemas.openxmlformats.org/officeDocument/2006/relationships/image" Target="../media/image39.svg"/><Relationship Id="rId1" Type="http://schemas.openxmlformats.org/officeDocument/2006/relationships/slideLayout" Target="../slideLayouts/slideLayout7.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svg"/><Relationship Id="rId15" Type="http://schemas.openxmlformats.org/officeDocument/2006/relationships/image" Target="../media/image34.png"/><Relationship Id="rId10" Type="http://schemas.openxmlformats.org/officeDocument/2006/relationships/image" Target="../media/image29.svg"/><Relationship Id="rId19" Type="http://schemas.openxmlformats.org/officeDocument/2006/relationships/image" Target="../media/image38.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svg"/><Relationship Id="rId22" Type="http://schemas.openxmlformats.org/officeDocument/2006/relationships/image" Target="../media/image41.svg"/></Relationships>
</file>

<file path=ppt/slides/_rels/slide4.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2.svg"/><Relationship Id="rId7" Type="http://schemas.openxmlformats.org/officeDocument/2006/relationships/image" Target="../media/image45.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44.png"/><Relationship Id="rId11" Type="http://schemas.openxmlformats.org/officeDocument/2006/relationships/image" Target="../media/image49.svg"/><Relationship Id="rId5" Type="http://schemas.openxmlformats.org/officeDocument/2006/relationships/image" Target="../media/image43.sv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svg"/></Relationships>
</file>

<file path=ppt/slides/_rels/slide5.xml.rels><?xml version="1.0" encoding="UTF-8" standalone="yes"?>
<Relationships xmlns="http://schemas.openxmlformats.org/package/2006/relationships"><Relationship Id="rId8" Type="http://schemas.openxmlformats.org/officeDocument/2006/relationships/image" Target="../media/image54.svg"/><Relationship Id="rId13" Type="http://schemas.openxmlformats.org/officeDocument/2006/relationships/image" Target="../media/image59.svg"/><Relationship Id="rId3" Type="http://schemas.openxmlformats.org/officeDocument/2006/relationships/image" Target="../media/image2.svg"/><Relationship Id="rId7" Type="http://schemas.openxmlformats.org/officeDocument/2006/relationships/image" Target="../media/image53.png"/><Relationship Id="rId12" Type="http://schemas.openxmlformats.org/officeDocument/2006/relationships/image" Target="../media/image5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51.svg"/><Relationship Id="rId15" Type="http://schemas.openxmlformats.org/officeDocument/2006/relationships/image" Target="../media/image61.svg"/><Relationship Id="rId10" Type="http://schemas.openxmlformats.org/officeDocument/2006/relationships/image" Target="../media/image56.svg"/><Relationship Id="rId4" Type="http://schemas.openxmlformats.org/officeDocument/2006/relationships/image" Target="../media/image50.png"/><Relationship Id="rId9" Type="http://schemas.openxmlformats.org/officeDocument/2006/relationships/image" Target="../media/image55.png"/><Relationship Id="rId14" Type="http://schemas.openxmlformats.org/officeDocument/2006/relationships/image" Target="../media/image60.png"/></Relationships>
</file>

<file path=ppt/slides/_rels/slide6.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71.png"/><Relationship Id="rId18" Type="http://schemas.openxmlformats.org/officeDocument/2006/relationships/image" Target="../media/image76.svg"/><Relationship Id="rId3" Type="http://schemas.openxmlformats.org/officeDocument/2006/relationships/image" Target="../media/image2.svg"/><Relationship Id="rId7" Type="http://schemas.openxmlformats.org/officeDocument/2006/relationships/image" Target="../media/image65.svg"/><Relationship Id="rId12" Type="http://schemas.openxmlformats.org/officeDocument/2006/relationships/image" Target="../media/image70.svg"/><Relationship Id="rId17" Type="http://schemas.openxmlformats.org/officeDocument/2006/relationships/image" Target="../media/image75.png"/><Relationship Id="rId2" Type="http://schemas.openxmlformats.org/officeDocument/2006/relationships/image" Target="../media/image1.png"/><Relationship Id="rId16" Type="http://schemas.openxmlformats.org/officeDocument/2006/relationships/image" Target="../media/image74.svg"/><Relationship Id="rId20" Type="http://schemas.openxmlformats.org/officeDocument/2006/relationships/image" Target="../media/image78.svg"/><Relationship Id="rId1" Type="http://schemas.openxmlformats.org/officeDocument/2006/relationships/slideLayout" Target="../slideLayouts/slideLayout7.xml"/><Relationship Id="rId6" Type="http://schemas.openxmlformats.org/officeDocument/2006/relationships/image" Target="../media/image64.png"/><Relationship Id="rId11" Type="http://schemas.openxmlformats.org/officeDocument/2006/relationships/image" Target="../media/image69.png"/><Relationship Id="rId5" Type="http://schemas.openxmlformats.org/officeDocument/2006/relationships/image" Target="../media/image63.svg"/><Relationship Id="rId15" Type="http://schemas.openxmlformats.org/officeDocument/2006/relationships/image" Target="../media/image73.png"/><Relationship Id="rId10" Type="http://schemas.openxmlformats.org/officeDocument/2006/relationships/image" Target="../media/image68.svg"/><Relationship Id="rId19" Type="http://schemas.openxmlformats.org/officeDocument/2006/relationships/image" Target="../media/image77.png"/><Relationship Id="rId4" Type="http://schemas.openxmlformats.org/officeDocument/2006/relationships/image" Target="../media/image62.png"/><Relationship Id="rId9" Type="http://schemas.openxmlformats.org/officeDocument/2006/relationships/image" Target="../media/image67.png"/><Relationship Id="rId14" Type="http://schemas.openxmlformats.org/officeDocument/2006/relationships/image" Target="../media/image72.svg"/></Relationships>
</file>

<file path=ppt/slides/_rels/slide7.xml.rels><?xml version="1.0" encoding="UTF-8" standalone="yes"?>
<Relationships xmlns="http://schemas.openxmlformats.org/package/2006/relationships"><Relationship Id="rId8" Type="http://schemas.openxmlformats.org/officeDocument/2006/relationships/image" Target="../media/image83.png"/><Relationship Id="rId13" Type="http://schemas.openxmlformats.org/officeDocument/2006/relationships/image" Target="../media/image88.png"/><Relationship Id="rId18" Type="http://schemas.openxmlformats.org/officeDocument/2006/relationships/image" Target="../media/image93.svg"/><Relationship Id="rId3" Type="http://schemas.openxmlformats.org/officeDocument/2006/relationships/image" Target="../media/image2.svg"/><Relationship Id="rId21" Type="http://schemas.openxmlformats.org/officeDocument/2006/relationships/image" Target="../media/image96.png"/><Relationship Id="rId7" Type="http://schemas.openxmlformats.org/officeDocument/2006/relationships/image" Target="../media/image82.png"/><Relationship Id="rId12" Type="http://schemas.openxmlformats.org/officeDocument/2006/relationships/image" Target="../media/image87.svg"/><Relationship Id="rId17" Type="http://schemas.openxmlformats.org/officeDocument/2006/relationships/image" Target="../media/image92.png"/><Relationship Id="rId2" Type="http://schemas.openxmlformats.org/officeDocument/2006/relationships/image" Target="../media/image1.png"/><Relationship Id="rId16" Type="http://schemas.openxmlformats.org/officeDocument/2006/relationships/image" Target="../media/image91.svg"/><Relationship Id="rId20" Type="http://schemas.openxmlformats.org/officeDocument/2006/relationships/image" Target="../media/image95.svg"/><Relationship Id="rId1" Type="http://schemas.openxmlformats.org/officeDocument/2006/relationships/slideLayout" Target="../slideLayouts/slideLayout7.xml"/><Relationship Id="rId6" Type="http://schemas.openxmlformats.org/officeDocument/2006/relationships/image" Target="../media/image81.png"/><Relationship Id="rId11" Type="http://schemas.openxmlformats.org/officeDocument/2006/relationships/image" Target="../media/image86.png"/><Relationship Id="rId24" Type="http://schemas.openxmlformats.org/officeDocument/2006/relationships/image" Target="../media/image99.svg"/><Relationship Id="rId5" Type="http://schemas.openxmlformats.org/officeDocument/2006/relationships/image" Target="../media/image80.svg"/><Relationship Id="rId15" Type="http://schemas.openxmlformats.org/officeDocument/2006/relationships/image" Target="../media/image90.png"/><Relationship Id="rId23" Type="http://schemas.openxmlformats.org/officeDocument/2006/relationships/image" Target="../media/image98.png"/><Relationship Id="rId10" Type="http://schemas.openxmlformats.org/officeDocument/2006/relationships/image" Target="../media/image85.svg"/><Relationship Id="rId19" Type="http://schemas.openxmlformats.org/officeDocument/2006/relationships/image" Target="../media/image94.png"/><Relationship Id="rId4" Type="http://schemas.openxmlformats.org/officeDocument/2006/relationships/image" Target="../media/image79.png"/><Relationship Id="rId9" Type="http://schemas.openxmlformats.org/officeDocument/2006/relationships/image" Target="../media/image84.png"/><Relationship Id="rId14" Type="http://schemas.openxmlformats.org/officeDocument/2006/relationships/image" Target="../media/image89.svg"/><Relationship Id="rId22" Type="http://schemas.openxmlformats.org/officeDocument/2006/relationships/image" Target="../media/image97.svg"/></Relationships>
</file>

<file path=ppt/slides/_rels/slide8.xml.rels><?xml version="1.0" encoding="UTF-8" standalone="yes"?>
<Relationships xmlns="http://schemas.openxmlformats.org/package/2006/relationships"><Relationship Id="rId8" Type="http://schemas.openxmlformats.org/officeDocument/2006/relationships/image" Target="../media/image104.png"/><Relationship Id="rId13" Type="http://schemas.openxmlformats.org/officeDocument/2006/relationships/image" Target="../media/image109.png"/><Relationship Id="rId18" Type="http://schemas.openxmlformats.org/officeDocument/2006/relationships/image" Target="../media/image114.svg"/><Relationship Id="rId3" Type="http://schemas.openxmlformats.org/officeDocument/2006/relationships/image" Target="../media/image2.svg"/><Relationship Id="rId7" Type="http://schemas.openxmlformats.org/officeDocument/2006/relationships/image" Target="../media/image103.svg"/><Relationship Id="rId12" Type="http://schemas.openxmlformats.org/officeDocument/2006/relationships/image" Target="../media/image108.svg"/><Relationship Id="rId17" Type="http://schemas.openxmlformats.org/officeDocument/2006/relationships/image" Target="../media/image113.png"/><Relationship Id="rId2" Type="http://schemas.openxmlformats.org/officeDocument/2006/relationships/image" Target="../media/image1.png"/><Relationship Id="rId16" Type="http://schemas.openxmlformats.org/officeDocument/2006/relationships/image" Target="../media/image112.svg"/><Relationship Id="rId1" Type="http://schemas.openxmlformats.org/officeDocument/2006/relationships/slideLayout" Target="../slideLayouts/slideLayout7.xml"/><Relationship Id="rId6" Type="http://schemas.openxmlformats.org/officeDocument/2006/relationships/image" Target="../media/image102.png"/><Relationship Id="rId11" Type="http://schemas.openxmlformats.org/officeDocument/2006/relationships/image" Target="../media/image107.png"/><Relationship Id="rId5" Type="http://schemas.openxmlformats.org/officeDocument/2006/relationships/image" Target="../media/image101.svg"/><Relationship Id="rId15" Type="http://schemas.openxmlformats.org/officeDocument/2006/relationships/image" Target="../media/image111.png"/><Relationship Id="rId10" Type="http://schemas.openxmlformats.org/officeDocument/2006/relationships/image" Target="../media/image106.png"/><Relationship Id="rId4" Type="http://schemas.openxmlformats.org/officeDocument/2006/relationships/image" Target="../media/image100.png"/><Relationship Id="rId9" Type="http://schemas.openxmlformats.org/officeDocument/2006/relationships/image" Target="../media/image105.svg"/><Relationship Id="rId14" Type="http://schemas.openxmlformats.org/officeDocument/2006/relationships/image" Target="../media/image110.svg"/></Relationships>
</file>

<file path=ppt/slides/_rels/slide9.xml.rels><?xml version="1.0" encoding="UTF-8" standalone="yes"?>
<Relationships xmlns="http://schemas.openxmlformats.org/package/2006/relationships"><Relationship Id="rId8" Type="http://schemas.openxmlformats.org/officeDocument/2006/relationships/image" Target="../media/image119.svg"/><Relationship Id="rId13" Type="http://schemas.openxmlformats.org/officeDocument/2006/relationships/image" Target="../media/image124.png"/><Relationship Id="rId3" Type="http://schemas.openxmlformats.org/officeDocument/2006/relationships/image" Target="../media/image2.svg"/><Relationship Id="rId7" Type="http://schemas.openxmlformats.org/officeDocument/2006/relationships/image" Target="../media/image118.png"/><Relationship Id="rId12" Type="http://schemas.openxmlformats.org/officeDocument/2006/relationships/image" Target="../media/image123.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17.jpeg"/><Relationship Id="rId11" Type="http://schemas.openxmlformats.org/officeDocument/2006/relationships/image" Target="../media/image122.png"/><Relationship Id="rId5" Type="http://schemas.openxmlformats.org/officeDocument/2006/relationships/image" Target="../media/image116.png"/><Relationship Id="rId10" Type="http://schemas.openxmlformats.org/officeDocument/2006/relationships/image" Target="../media/image121.svg"/><Relationship Id="rId4" Type="http://schemas.openxmlformats.org/officeDocument/2006/relationships/image" Target="../media/image115.jpeg"/><Relationship Id="rId9" Type="http://schemas.openxmlformats.org/officeDocument/2006/relationships/image" Target="../media/image120.png"/><Relationship Id="rId14" Type="http://schemas.openxmlformats.org/officeDocument/2006/relationships/image" Target="../media/image125.svg"/></Relationships>
</file>

<file path=ppt/slides/_rels/slide10.xml.rels><?xml version="1.0" encoding="UTF-8" standalone="yes"?>
<Relationships xmlns="http://schemas.openxmlformats.org/package/2006/relationships"><Relationship Id="rId8" Type="http://schemas.openxmlformats.org/officeDocument/2006/relationships/image" Target="../media/image130.svg"/><Relationship Id="rId13" Type="http://schemas.openxmlformats.org/officeDocument/2006/relationships/image" Target="../media/image135.png"/><Relationship Id="rId3" Type="http://schemas.openxmlformats.org/officeDocument/2006/relationships/image" Target="../media/image2.svg"/><Relationship Id="rId7" Type="http://schemas.openxmlformats.org/officeDocument/2006/relationships/image" Target="../media/image129.png"/><Relationship Id="rId12" Type="http://schemas.openxmlformats.org/officeDocument/2006/relationships/image" Target="../media/image134.svg"/><Relationship Id="rId2" Type="http://schemas.openxmlformats.org/officeDocument/2006/relationships/image" Target="../media/image1.png"/><Relationship Id="rId16" Type="http://schemas.openxmlformats.org/officeDocument/2006/relationships/image" Target="../media/image138.svg"/><Relationship Id="rId1" Type="http://schemas.openxmlformats.org/officeDocument/2006/relationships/slideLayout" Target="../slideLayouts/slideLayout7.xml"/><Relationship Id="rId6" Type="http://schemas.openxmlformats.org/officeDocument/2006/relationships/image" Target="../media/image128.png"/><Relationship Id="rId11" Type="http://schemas.openxmlformats.org/officeDocument/2006/relationships/image" Target="../media/image133.png"/><Relationship Id="rId5" Type="http://schemas.openxmlformats.org/officeDocument/2006/relationships/image" Target="../media/image127.svg"/><Relationship Id="rId15" Type="http://schemas.openxmlformats.org/officeDocument/2006/relationships/image" Target="../media/image137.png"/><Relationship Id="rId10" Type="http://schemas.openxmlformats.org/officeDocument/2006/relationships/image" Target="../media/image132.svg"/><Relationship Id="rId4" Type="http://schemas.openxmlformats.org/officeDocument/2006/relationships/image" Target="../media/image126.png"/><Relationship Id="rId9" Type="http://schemas.openxmlformats.org/officeDocument/2006/relationships/image" Target="../media/image131.png"/><Relationship Id="rId14" Type="http://schemas.openxmlformats.org/officeDocument/2006/relationships/image" Target="../media/image136.svg"/></Relationships>
</file>

<file path=ppt/slides/_rels/slide11.xml.rels><?xml version="1.0" encoding="UTF-8" standalone="yes"?>
<Relationships xmlns="http://schemas.openxmlformats.org/package/2006/relationships"><Relationship Id="rId8" Type="http://schemas.openxmlformats.org/officeDocument/2006/relationships/image" Target="../media/image143.svg"/><Relationship Id="rId3" Type="http://schemas.openxmlformats.org/officeDocument/2006/relationships/image" Target="../media/image2.svg"/><Relationship Id="rId7" Type="http://schemas.openxmlformats.org/officeDocument/2006/relationships/image" Target="../media/image142.png"/><Relationship Id="rId12" Type="http://schemas.openxmlformats.org/officeDocument/2006/relationships/image" Target="../media/image147.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41.png"/><Relationship Id="rId11" Type="http://schemas.openxmlformats.org/officeDocument/2006/relationships/image" Target="../media/image146.png"/><Relationship Id="rId5" Type="http://schemas.openxmlformats.org/officeDocument/2006/relationships/image" Target="../media/image140.svg"/><Relationship Id="rId10" Type="http://schemas.openxmlformats.org/officeDocument/2006/relationships/image" Target="../media/image145.svg"/><Relationship Id="rId4" Type="http://schemas.openxmlformats.org/officeDocument/2006/relationships/image" Target="../media/image139.png"/><Relationship Id="rId9" Type="http://schemas.openxmlformats.org/officeDocument/2006/relationships/image" Target="../media/image144.png"/></Relationships>
</file>

<file path=ppt/slides/_rels/slide12.xml.rels><?xml version="1.0" encoding="UTF-8" standalone="yes"?>
<Relationships xmlns="http://schemas.openxmlformats.org/package/2006/relationships"><Relationship Id="rId8" Type="http://schemas.openxmlformats.org/officeDocument/2006/relationships/image" Target="../media/image152.png"/><Relationship Id="rId13" Type="http://schemas.openxmlformats.org/officeDocument/2006/relationships/image" Target="../media/image157.png"/><Relationship Id="rId3" Type="http://schemas.openxmlformats.org/officeDocument/2006/relationships/image" Target="../media/image2.svg"/><Relationship Id="rId7" Type="http://schemas.openxmlformats.org/officeDocument/2006/relationships/image" Target="../media/image151.png"/><Relationship Id="rId12" Type="http://schemas.openxmlformats.org/officeDocument/2006/relationships/image" Target="../media/image156.svg"/><Relationship Id="rId2" Type="http://schemas.openxmlformats.org/officeDocument/2006/relationships/image" Target="../media/image1.png"/><Relationship Id="rId16" Type="http://schemas.openxmlformats.org/officeDocument/2006/relationships/image" Target="../media/image160.svg"/><Relationship Id="rId1" Type="http://schemas.openxmlformats.org/officeDocument/2006/relationships/slideLayout" Target="../slideLayouts/slideLayout7.xml"/><Relationship Id="rId6" Type="http://schemas.openxmlformats.org/officeDocument/2006/relationships/image" Target="../media/image150.png"/><Relationship Id="rId11" Type="http://schemas.openxmlformats.org/officeDocument/2006/relationships/image" Target="../media/image155.png"/><Relationship Id="rId5" Type="http://schemas.openxmlformats.org/officeDocument/2006/relationships/image" Target="../media/image149.svg"/><Relationship Id="rId15" Type="http://schemas.openxmlformats.org/officeDocument/2006/relationships/image" Target="../media/image159.png"/><Relationship Id="rId10" Type="http://schemas.openxmlformats.org/officeDocument/2006/relationships/image" Target="../media/image154.svg"/><Relationship Id="rId4" Type="http://schemas.openxmlformats.org/officeDocument/2006/relationships/image" Target="../media/image148.png"/><Relationship Id="rId9" Type="http://schemas.openxmlformats.org/officeDocument/2006/relationships/image" Target="../media/image153.png"/><Relationship Id="rId14" Type="http://schemas.openxmlformats.org/officeDocument/2006/relationships/image" Target="../media/image158.svg"/></Relationships>
</file>

<file path=ppt/slides/_rels/slide13.xml.rels><?xml version="1.0" encoding="UTF-8" standalone="yes"?>
<Relationships xmlns="http://schemas.openxmlformats.org/package/2006/relationships"><Relationship Id="rId8" Type="http://schemas.openxmlformats.org/officeDocument/2006/relationships/image" Target="../media/image165.svg"/><Relationship Id="rId3" Type="http://schemas.openxmlformats.org/officeDocument/2006/relationships/image" Target="../media/image2.svg"/><Relationship Id="rId7" Type="http://schemas.openxmlformats.org/officeDocument/2006/relationships/image" Target="../media/image164.png"/><Relationship Id="rId12" Type="http://schemas.openxmlformats.org/officeDocument/2006/relationships/image" Target="../media/image169.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image" Target="../media/image162.svg"/><Relationship Id="rId10" Type="http://schemas.openxmlformats.org/officeDocument/2006/relationships/image" Target="../media/image167.svg"/><Relationship Id="rId4" Type="http://schemas.openxmlformats.org/officeDocument/2006/relationships/image" Target="../media/image161.png"/><Relationship Id="rId9" Type="http://schemas.openxmlformats.org/officeDocument/2006/relationships/image" Target="../media/image166.png"/></Relationships>
</file>

<file path=ppt/slides/_rels/slide14.xml.rels><?xml version="1.0" encoding="UTF-8" standalone="yes"?>
<Relationships xmlns="http://schemas.openxmlformats.org/package/2006/relationships"><Relationship Id="rId8" Type="http://schemas.openxmlformats.org/officeDocument/2006/relationships/image" Target="../media/image152.png"/><Relationship Id="rId13" Type="http://schemas.openxmlformats.org/officeDocument/2006/relationships/image" Target="../media/image157.png"/><Relationship Id="rId3" Type="http://schemas.openxmlformats.org/officeDocument/2006/relationships/image" Target="../media/image2.svg"/><Relationship Id="rId7" Type="http://schemas.openxmlformats.org/officeDocument/2006/relationships/image" Target="../media/image151.png"/><Relationship Id="rId12" Type="http://schemas.openxmlformats.org/officeDocument/2006/relationships/image" Target="../media/image156.svg"/><Relationship Id="rId2" Type="http://schemas.openxmlformats.org/officeDocument/2006/relationships/image" Target="../media/image1.png"/><Relationship Id="rId16" Type="http://schemas.openxmlformats.org/officeDocument/2006/relationships/image" Target="../media/image160.svg"/><Relationship Id="rId1" Type="http://schemas.openxmlformats.org/officeDocument/2006/relationships/slideLayout" Target="../slideLayouts/slideLayout7.xml"/><Relationship Id="rId6" Type="http://schemas.openxmlformats.org/officeDocument/2006/relationships/image" Target="../media/image150.png"/><Relationship Id="rId11" Type="http://schemas.openxmlformats.org/officeDocument/2006/relationships/image" Target="../media/image155.png"/><Relationship Id="rId5" Type="http://schemas.openxmlformats.org/officeDocument/2006/relationships/image" Target="../media/image149.svg"/><Relationship Id="rId15" Type="http://schemas.openxmlformats.org/officeDocument/2006/relationships/image" Target="../media/image159.png"/><Relationship Id="rId10" Type="http://schemas.openxmlformats.org/officeDocument/2006/relationships/image" Target="../media/image154.svg"/><Relationship Id="rId4" Type="http://schemas.openxmlformats.org/officeDocument/2006/relationships/image" Target="../media/image148.png"/><Relationship Id="rId9" Type="http://schemas.openxmlformats.org/officeDocument/2006/relationships/image" Target="../media/image153.png"/><Relationship Id="rId14" Type="http://schemas.openxmlformats.org/officeDocument/2006/relationships/image" Target="../media/image158.svg"/></Relationships>
</file>

<file path=ppt/slides/_rels/slide15.xml.rels><?xml version="1.0" encoding="UTF-8" standalone="yes"?>
<Relationships xmlns="http://schemas.openxmlformats.org/package/2006/relationships"><Relationship Id="rId8" Type="http://schemas.openxmlformats.org/officeDocument/2006/relationships/image" Target="../media/image174.png"/><Relationship Id="rId13" Type="http://schemas.openxmlformats.org/officeDocument/2006/relationships/image" Target="../media/image179.svg"/><Relationship Id="rId3" Type="http://schemas.openxmlformats.org/officeDocument/2006/relationships/image" Target="../media/image2.svg"/><Relationship Id="rId7" Type="http://schemas.openxmlformats.org/officeDocument/2006/relationships/image" Target="../media/image173.svg"/><Relationship Id="rId12" Type="http://schemas.openxmlformats.org/officeDocument/2006/relationships/image" Target="../media/image178.png"/><Relationship Id="rId17" Type="http://schemas.openxmlformats.org/officeDocument/2006/relationships/image" Target="../media/image183.svg"/><Relationship Id="rId2" Type="http://schemas.openxmlformats.org/officeDocument/2006/relationships/image" Target="../media/image1.png"/><Relationship Id="rId16" Type="http://schemas.openxmlformats.org/officeDocument/2006/relationships/image" Target="../media/image182.png"/><Relationship Id="rId1" Type="http://schemas.openxmlformats.org/officeDocument/2006/relationships/slideLayout" Target="../slideLayouts/slideLayout7.xml"/><Relationship Id="rId6" Type="http://schemas.openxmlformats.org/officeDocument/2006/relationships/image" Target="../media/image172.png"/><Relationship Id="rId11" Type="http://schemas.openxmlformats.org/officeDocument/2006/relationships/image" Target="../media/image177.svg"/><Relationship Id="rId5" Type="http://schemas.openxmlformats.org/officeDocument/2006/relationships/image" Target="../media/image171.svg"/><Relationship Id="rId15" Type="http://schemas.openxmlformats.org/officeDocument/2006/relationships/image" Target="../media/image181.svg"/><Relationship Id="rId10" Type="http://schemas.openxmlformats.org/officeDocument/2006/relationships/image" Target="../media/image176.png"/><Relationship Id="rId4" Type="http://schemas.openxmlformats.org/officeDocument/2006/relationships/image" Target="../media/image170.png"/><Relationship Id="rId9" Type="http://schemas.openxmlformats.org/officeDocument/2006/relationships/image" Target="../media/image175.jpeg"/><Relationship Id="rId14" Type="http://schemas.openxmlformats.org/officeDocument/2006/relationships/image" Target="../media/image180.png"/></Relationships>
</file>

<file path=ppt/slides/_rels/slide16.xml.rels><?xml version="1.0" encoding="UTF-8" standalone="yes"?>
<Relationships xmlns="http://schemas.openxmlformats.org/package/2006/relationships"><Relationship Id="rId8" Type="http://schemas.openxmlformats.org/officeDocument/2006/relationships/image" Target="../media/image188.png"/><Relationship Id="rId13" Type="http://schemas.openxmlformats.org/officeDocument/2006/relationships/image" Target="../media/image193.svg"/><Relationship Id="rId3" Type="http://schemas.openxmlformats.org/officeDocument/2006/relationships/image" Target="../media/image2.svg"/><Relationship Id="rId7" Type="http://schemas.openxmlformats.org/officeDocument/2006/relationships/image" Target="../media/image187.svg"/><Relationship Id="rId12" Type="http://schemas.openxmlformats.org/officeDocument/2006/relationships/image" Target="../media/image19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86.png"/><Relationship Id="rId11" Type="http://schemas.openxmlformats.org/officeDocument/2006/relationships/image" Target="../media/image191.svg"/><Relationship Id="rId5" Type="http://schemas.openxmlformats.org/officeDocument/2006/relationships/image" Target="../media/image185.png"/><Relationship Id="rId15" Type="http://schemas.openxmlformats.org/officeDocument/2006/relationships/image" Target="../media/image195.svg"/><Relationship Id="rId10" Type="http://schemas.openxmlformats.org/officeDocument/2006/relationships/image" Target="../media/image190.png"/><Relationship Id="rId4" Type="http://schemas.openxmlformats.org/officeDocument/2006/relationships/image" Target="../media/image184.png"/><Relationship Id="rId9" Type="http://schemas.openxmlformats.org/officeDocument/2006/relationships/image" Target="../media/image189.svg"/><Relationship Id="rId14" Type="http://schemas.openxmlformats.org/officeDocument/2006/relationships/image" Target="../media/image194.png"/></Relationships>
</file>

<file path=ppt/slides/_rels/slide17.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05.svg"/><Relationship Id="rId18" Type="http://schemas.openxmlformats.org/officeDocument/2006/relationships/image" Target="../media/image210.png"/><Relationship Id="rId3" Type="http://schemas.openxmlformats.org/officeDocument/2006/relationships/image" Target="../media/image2.svg"/><Relationship Id="rId21" Type="http://schemas.openxmlformats.org/officeDocument/2006/relationships/image" Target="../media/image213.svg"/><Relationship Id="rId7" Type="http://schemas.openxmlformats.org/officeDocument/2006/relationships/image" Target="../media/image199.png"/><Relationship Id="rId12" Type="http://schemas.openxmlformats.org/officeDocument/2006/relationships/image" Target="../media/image204.png"/><Relationship Id="rId17" Type="http://schemas.openxmlformats.org/officeDocument/2006/relationships/image" Target="../media/image209.svg"/><Relationship Id="rId2" Type="http://schemas.openxmlformats.org/officeDocument/2006/relationships/image" Target="../media/image1.png"/><Relationship Id="rId16" Type="http://schemas.openxmlformats.org/officeDocument/2006/relationships/image" Target="../media/image208.png"/><Relationship Id="rId20" Type="http://schemas.openxmlformats.org/officeDocument/2006/relationships/image" Target="../media/image212.png"/><Relationship Id="rId1" Type="http://schemas.openxmlformats.org/officeDocument/2006/relationships/slideLayout" Target="../slideLayouts/slideLayout7.xml"/><Relationship Id="rId6" Type="http://schemas.openxmlformats.org/officeDocument/2006/relationships/image" Target="../media/image198.png"/><Relationship Id="rId11" Type="http://schemas.openxmlformats.org/officeDocument/2006/relationships/image" Target="../media/image203.svg"/><Relationship Id="rId5" Type="http://schemas.openxmlformats.org/officeDocument/2006/relationships/image" Target="../media/image197.svg"/><Relationship Id="rId15" Type="http://schemas.openxmlformats.org/officeDocument/2006/relationships/image" Target="../media/image207.svg"/><Relationship Id="rId10" Type="http://schemas.openxmlformats.org/officeDocument/2006/relationships/image" Target="../media/image202.png"/><Relationship Id="rId19" Type="http://schemas.openxmlformats.org/officeDocument/2006/relationships/image" Target="../media/image211.svg"/><Relationship Id="rId4" Type="http://schemas.openxmlformats.org/officeDocument/2006/relationships/image" Target="../media/image196.png"/><Relationship Id="rId9" Type="http://schemas.openxmlformats.org/officeDocument/2006/relationships/image" Target="../media/image201.png"/><Relationship Id="rId14" Type="http://schemas.openxmlformats.org/officeDocument/2006/relationships/image" Target="../media/image206.png"/></Relationships>
</file>

<file path=ppt/slides/_rels/slide18.xml.rels><?xml version="1.0" encoding="UTF-8" standalone="yes"?>
<Relationships xmlns="http://schemas.openxmlformats.org/package/2006/relationships"><Relationship Id="rId8" Type="http://schemas.openxmlformats.org/officeDocument/2006/relationships/image" Target="../media/image218.jpeg"/><Relationship Id="rId13" Type="http://schemas.openxmlformats.org/officeDocument/2006/relationships/image" Target="../media/image223.svg"/><Relationship Id="rId18" Type="http://schemas.openxmlformats.org/officeDocument/2006/relationships/image" Target="../media/image226.png"/><Relationship Id="rId3" Type="http://schemas.openxmlformats.org/officeDocument/2006/relationships/image" Target="../media/image2.svg"/><Relationship Id="rId21" Type="http://schemas.openxmlformats.org/officeDocument/2006/relationships/image" Target="../media/image229.svg"/><Relationship Id="rId7" Type="http://schemas.openxmlformats.org/officeDocument/2006/relationships/image" Target="../media/image217.png"/><Relationship Id="rId12" Type="http://schemas.openxmlformats.org/officeDocument/2006/relationships/image" Target="../media/image222.png"/><Relationship Id="rId17" Type="http://schemas.openxmlformats.org/officeDocument/2006/relationships/image" Target="../media/image225.svg"/><Relationship Id="rId2" Type="http://schemas.openxmlformats.org/officeDocument/2006/relationships/image" Target="../media/image1.png"/><Relationship Id="rId16" Type="http://schemas.openxmlformats.org/officeDocument/2006/relationships/image" Target="../media/image224.png"/><Relationship Id="rId20" Type="http://schemas.openxmlformats.org/officeDocument/2006/relationships/image" Target="../media/image228.png"/><Relationship Id="rId1" Type="http://schemas.openxmlformats.org/officeDocument/2006/relationships/slideLayout" Target="../slideLayouts/slideLayout7.xml"/><Relationship Id="rId6" Type="http://schemas.openxmlformats.org/officeDocument/2006/relationships/image" Target="../media/image216.svg"/><Relationship Id="rId11" Type="http://schemas.openxmlformats.org/officeDocument/2006/relationships/image" Target="../media/image221.jpeg"/><Relationship Id="rId5" Type="http://schemas.openxmlformats.org/officeDocument/2006/relationships/image" Target="../media/image215.png"/><Relationship Id="rId15" Type="http://schemas.openxmlformats.org/officeDocument/2006/relationships/image" Target="../media/image85.svg"/><Relationship Id="rId10" Type="http://schemas.openxmlformats.org/officeDocument/2006/relationships/image" Target="../media/image220.png"/><Relationship Id="rId19" Type="http://schemas.openxmlformats.org/officeDocument/2006/relationships/image" Target="../media/image227.svg"/><Relationship Id="rId4" Type="http://schemas.openxmlformats.org/officeDocument/2006/relationships/image" Target="../media/image214.png"/><Relationship Id="rId9" Type="http://schemas.openxmlformats.org/officeDocument/2006/relationships/image" Target="../media/image219.png"/><Relationship Id="rId14" Type="http://schemas.openxmlformats.org/officeDocument/2006/relationships/image" Target="../media/image84.png"/><Relationship Id="rId22" Type="http://schemas.openxmlformats.org/officeDocument/2006/relationships/hyperlink" Target="https://www.youtube.com/watch?v=-bs1c-L-CUk" TargetMode="External"/></Relationships>
</file>

<file path=ppt/slides/_rels/slide19.xml.rels><?xml version="1.0" encoding="UTF-8" standalone="yes"?>
<Relationships xmlns="http://schemas.openxmlformats.org/package/2006/relationships"><Relationship Id="rId8" Type="http://schemas.openxmlformats.org/officeDocument/2006/relationships/image" Target="../media/image234.svg"/><Relationship Id="rId13" Type="http://schemas.openxmlformats.org/officeDocument/2006/relationships/image" Target="../media/image239.png"/><Relationship Id="rId3" Type="http://schemas.openxmlformats.org/officeDocument/2006/relationships/image" Target="../media/image2.svg"/><Relationship Id="rId7" Type="http://schemas.openxmlformats.org/officeDocument/2006/relationships/image" Target="../media/image233.png"/><Relationship Id="rId12" Type="http://schemas.openxmlformats.org/officeDocument/2006/relationships/image" Target="../media/image238.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32.jpeg"/><Relationship Id="rId11" Type="http://schemas.openxmlformats.org/officeDocument/2006/relationships/image" Target="../media/image237.png"/><Relationship Id="rId5" Type="http://schemas.openxmlformats.org/officeDocument/2006/relationships/image" Target="../media/image231.svg"/><Relationship Id="rId10" Type="http://schemas.openxmlformats.org/officeDocument/2006/relationships/image" Target="../media/image236.png"/><Relationship Id="rId4" Type="http://schemas.openxmlformats.org/officeDocument/2006/relationships/image" Target="../media/image230.png"/><Relationship Id="rId9" Type="http://schemas.openxmlformats.org/officeDocument/2006/relationships/image" Target="../media/image235.png"/><Relationship Id="rId14" Type="http://schemas.openxmlformats.org/officeDocument/2006/relationships/image" Target="../media/image240.svg"/></Relationships>
</file>

<file path=ppt/slides/_rels/slide20.xml.rels><?xml version="1.0" encoding="UTF-8" standalone="yes"?>
<Relationships xmlns="http://schemas.openxmlformats.org/package/2006/relationships"><Relationship Id="rId8" Type="http://schemas.openxmlformats.org/officeDocument/2006/relationships/image" Target="../media/image245.svg"/><Relationship Id="rId13" Type="http://schemas.openxmlformats.org/officeDocument/2006/relationships/image" Target="../media/image250.jpeg"/><Relationship Id="rId3" Type="http://schemas.openxmlformats.org/officeDocument/2006/relationships/image" Target="../media/image2.svg"/><Relationship Id="rId7" Type="http://schemas.openxmlformats.org/officeDocument/2006/relationships/image" Target="../media/image244.png"/><Relationship Id="rId12" Type="http://schemas.openxmlformats.org/officeDocument/2006/relationships/image" Target="../media/image249.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3.svg"/><Relationship Id="rId11" Type="http://schemas.openxmlformats.org/officeDocument/2006/relationships/image" Target="../media/image248.png"/><Relationship Id="rId5" Type="http://schemas.openxmlformats.org/officeDocument/2006/relationships/image" Target="../media/image242.png"/><Relationship Id="rId15" Type="http://schemas.openxmlformats.org/officeDocument/2006/relationships/image" Target="../media/image252.svg"/><Relationship Id="rId10" Type="http://schemas.openxmlformats.org/officeDocument/2006/relationships/image" Target="../media/image247.svg"/><Relationship Id="rId4" Type="http://schemas.openxmlformats.org/officeDocument/2006/relationships/image" Target="../media/image241.jpeg"/><Relationship Id="rId9" Type="http://schemas.openxmlformats.org/officeDocument/2006/relationships/image" Target="../media/image246.png"/><Relationship Id="rId14" Type="http://schemas.openxmlformats.org/officeDocument/2006/relationships/image" Target="../media/image251.png"/></Relationships>
</file>

<file path=ppt/slides/_rels/slide21.xml.rels><?xml version="1.0" encoding="UTF-8" standalone="yes"?>
<Relationships xmlns="http://schemas.openxmlformats.org/package/2006/relationships"><Relationship Id="rId8" Type="http://schemas.openxmlformats.org/officeDocument/2006/relationships/image" Target="../media/image257.png"/><Relationship Id="rId13" Type="http://schemas.openxmlformats.org/officeDocument/2006/relationships/image" Target="../media/image262.svg"/><Relationship Id="rId18" Type="http://schemas.openxmlformats.org/officeDocument/2006/relationships/image" Target="../media/image267.png"/><Relationship Id="rId26" Type="http://schemas.openxmlformats.org/officeDocument/2006/relationships/image" Target="../media/image275.png"/><Relationship Id="rId3" Type="http://schemas.openxmlformats.org/officeDocument/2006/relationships/image" Target="../media/image2.svg"/><Relationship Id="rId21" Type="http://schemas.openxmlformats.org/officeDocument/2006/relationships/image" Target="../media/image270.svg"/><Relationship Id="rId7" Type="http://schemas.openxmlformats.org/officeDocument/2006/relationships/image" Target="../media/image256.png"/><Relationship Id="rId12" Type="http://schemas.openxmlformats.org/officeDocument/2006/relationships/image" Target="../media/image261.png"/><Relationship Id="rId17" Type="http://schemas.openxmlformats.org/officeDocument/2006/relationships/image" Target="../media/image266.svg"/><Relationship Id="rId25" Type="http://schemas.openxmlformats.org/officeDocument/2006/relationships/image" Target="../media/image274.svg"/><Relationship Id="rId2" Type="http://schemas.openxmlformats.org/officeDocument/2006/relationships/image" Target="../media/image1.png"/><Relationship Id="rId16" Type="http://schemas.openxmlformats.org/officeDocument/2006/relationships/image" Target="../media/image265.png"/><Relationship Id="rId20" Type="http://schemas.openxmlformats.org/officeDocument/2006/relationships/image" Target="../media/image269.png"/><Relationship Id="rId29" Type="http://schemas.openxmlformats.org/officeDocument/2006/relationships/image" Target="../media/image278.svg"/><Relationship Id="rId1" Type="http://schemas.openxmlformats.org/officeDocument/2006/relationships/slideLayout" Target="../slideLayouts/slideLayout7.xml"/><Relationship Id="rId6" Type="http://schemas.openxmlformats.org/officeDocument/2006/relationships/image" Target="../media/image255.png"/><Relationship Id="rId11" Type="http://schemas.openxmlformats.org/officeDocument/2006/relationships/image" Target="../media/image260.svg"/><Relationship Id="rId24" Type="http://schemas.openxmlformats.org/officeDocument/2006/relationships/image" Target="../media/image273.png"/><Relationship Id="rId5" Type="http://schemas.openxmlformats.org/officeDocument/2006/relationships/image" Target="../media/image254.svg"/><Relationship Id="rId15" Type="http://schemas.openxmlformats.org/officeDocument/2006/relationships/image" Target="../media/image264.svg"/><Relationship Id="rId23" Type="http://schemas.openxmlformats.org/officeDocument/2006/relationships/image" Target="../media/image272.svg"/><Relationship Id="rId28" Type="http://schemas.openxmlformats.org/officeDocument/2006/relationships/image" Target="../media/image277.png"/><Relationship Id="rId10" Type="http://schemas.openxmlformats.org/officeDocument/2006/relationships/image" Target="../media/image259.png"/><Relationship Id="rId19" Type="http://schemas.openxmlformats.org/officeDocument/2006/relationships/image" Target="../media/image268.svg"/><Relationship Id="rId4" Type="http://schemas.openxmlformats.org/officeDocument/2006/relationships/image" Target="../media/image253.png"/><Relationship Id="rId9" Type="http://schemas.openxmlformats.org/officeDocument/2006/relationships/image" Target="../media/image258.png"/><Relationship Id="rId14" Type="http://schemas.openxmlformats.org/officeDocument/2006/relationships/image" Target="../media/image263.png"/><Relationship Id="rId22" Type="http://schemas.openxmlformats.org/officeDocument/2006/relationships/image" Target="../media/image271.png"/><Relationship Id="rId27" Type="http://schemas.openxmlformats.org/officeDocument/2006/relationships/image" Target="../media/image276.svg"/></Relationships>
</file>

<file path=ppt/slides/_rels/slide22.xml.rels><?xml version="1.0" encoding="UTF-8" standalone="yes"?>
<Relationships xmlns="http://schemas.openxmlformats.org/package/2006/relationships"><Relationship Id="rId8" Type="http://schemas.openxmlformats.org/officeDocument/2006/relationships/image" Target="../media/image283.svg"/><Relationship Id="rId3" Type="http://schemas.openxmlformats.org/officeDocument/2006/relationships/image" Target="../media/image2.svg"/><Relationship Id="rId7" Type="http://schemas.openxmlformats.org/officeDocument/2006/relationships/image" Target="../media/image282.png"/><Relationship Id="rId12" Type="http://schemas.openxmlformats.org/officeDocument/2006/relationships/image" Target="../media/image287.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81.svg"/><Relationship Id="rId11" Type="http://schemas.openxmlformats.org/officeDocument/2006/relationships/image" Target="../media/image286.png"/><Relationship Id="rId5" Type="http://schemas.openxmlformats.org/officeDocument/2006/relationships/image" Target="../media/image280.png"/><Relationship Id="rId10" Type="http://schemas.openxmlformats.org/officeDocument/2006/relationships/image" Target="../media/image285.svg"/><Relationship Id="rId4" Type="http://schemas.openxmlformats.org/officeDocument/2006/relationships/image" Target="../media/image279.jpeg"/><Relationship Id="rId9" Type="http://schemas.openxmlformats.org/officeDocument/2006/relationships/image" Target="../media/image284.png"/></Relationships>
</file>

<file path=ppt/slides/_rels/slide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90.jpeg"/><Relationship Id="rId5" Type="http://schemas.openxmlformats.org/officeDocument/2006/relationships/image" Target="../media/image289.svg"/><Relationship Id="rId4" Type="http://schemas.openxmlformats.org/officeDocument/2006/relationships/image" Target="../media/image288.png"/></Relationships>
</file>

<file path=ppt/slides/_rels/slide24.xml.rels><?xml version="1.0" encoding="UTF-8" standalone="yes"?>
<Relationships xmlns="http://schemas.openxmlformats.org/package/2006/relationships"><Relationship Id="rId117" Type="http://schemas.openxmlformats.org/officeDocument/2006/relationships/image" Target="../media/image181.svg"/><Relationship Id="rId21" Type="http://schemas.openxmlformats.org/officeDocument/2006/relationships/image" Target="../media/image39.svg"/><Relationship Id="rId42" Type="http://schemas.openxmlformats.org/officeDocument/2006/relationships/image" Target="../media/image73.png"/><Relationship Id="rId63" Type="http://schemas.openxmlformats.org/officeDocument/2006/relationships/image" Target="../media/image103.svg"/><Relationship Id="rId84" Type="http://schemas.openxmlformats.org/officeDocument/2006/relationships/image" Target="../media/image313.png"/><Relationship Id="rId138" Type="http://schemas.openxmlformats.org/officeDocument/2006/relationships/image" Target="../media/image224.png"/><Relationship Id="rId159" Type="http://schemas.openxmlformats.org/officeDocument/2006/relationships/image" Target="../media/image260.svg"/><Relationship Id="rId170" Type="http://schemas.openxmlformats.org/officeDocument/2006/relationships/image" Target="../media/image273.png"/><Relationship Id="rId107" Type="http://schemas.openxmlformats.org/officeDocument/2006/relationships/image" Target="../media/image167.svg"/><Relationship Id="rId11" Type="http://schemas.openxmlformats.org/officeDocument/2006/relationships/image" Target="../media/image22.svg"/><Relationship Id="rId32" Type="http://schemas.openxmlformats.org/officeDocument/2006/relationships/image" Target="../media/image60.png"/><Relationship Id="rId53" Type="http://schemas.openxmlformats.org/officeDocument/2006/relationships/image" Target="../media/image91.svg"/><Relationship Id="rId74" Type="http://schemas.openxmlformats.org/officeDocument/2006/relationships/image" Target="../media/image307.png"/><Relationship Id="rId128" Type="http://schemas.openxmlformats.org/officeDocument/2006/relationships/image" Target="../media/image208.png"/><Relationship Id="rId149" Type="http://schemas.openxmlformats.org/officeDocument/2006/relationships/image" Target="../media/image240.svg"/><Relationship Id="rId5" Type="http://schemas.openxmlformats.org/officeDocument/2006/relationships/image" Target="../media/image10.svg"/><Relationship Id="rId95" Type="http://schemas.openxmlformats.org/officeDocument/2006/relationships/image" Target="../media/image147.svg"/><Relationship Id="rId160" Type="http://schemas.openxmlformats.org/officeDocument/2006/relationships/image" Target="../media/image331.png"/><Relationship Id="rId181" Type="http://schemas.openxmlformats.org/officeDocument/2006/relationships/image" Target="../media/image287.svg"/><Relationship Id="rId22" Type="http://schemas.openxmlformats.org/officeDocument/2006/relationships/image" Target="../media/image40.png"/><Relationship Id="rId43" Type="http://schemas.openxmlformats.org/officeDocument/2006/relationships/image" Target="../media/image74.svg"/><Relationship Id="rId64" Type="http://schemas.openxmlformats.org/officeDocument/2006/relationships/image" Target="../media/image299.png"/><Relationship Id="rId118" Type="http://schemas.openxmlformats.org/officeDocument/2006/relationships/image" Target="../media/image188.png"/><Relationship Id="rId139" Type="http://schemas.openxmlformats.org/officeDocument/2006/relationships/image" Target="../media/image225.svg"/><Relationship Id="rId85" Type="http://schemas.openxmlformats.org/officeDocument/2006/relationships/image" Target="../media/image314.svg"/><Relationship Id="rId150" Type="http://schemas.openxmlformats.org/officeDocument/2006/relationships/image" Target="../media/image242.png"/><Relationship Id="rId171" Type="http://schemas.openxmlformats.org/officeDocument/2006/relationships/image" Target="../media/image274.svg"/><Relationship Id="rId12" Type="http://schemas.openxmlformats.org/officeDocument/2006/relationships/image" Target="../media/image26.png"/><Relationship Id="rId33" Type="http://schemas.openxmlformats.org/officeDocument/2006/relationships/image" Target="../media/image61.svg"/><Relationship Id="rId108" Type="http://schemas.openxmlformats.org/officeDocument/2006/relationships/image" Target="../media/image168.png"/><Relationship Id="rId129" Type="http://schemas.openxmlformats.org/officeDocument/2006/relationships/image" Target="../media/image209.svg"/><Relationship Id="rId54" Type="http://schemas.openxmlformats.org/officeDocument/2006/relationships/image" Target="../media/image92.png"/><Relationship Id="rId75" Type="http://schemas.openxmlformats.org/officeDocument/2006/relationships/image" Target="../media/image308.svg"/><Relationship Id="rId96" Type="http://schemas.openxmlformats.org/officeDocument/2006/relationships/image" Target="../media/image153.png"/><Relationship Id="rId140" Type="http://schemas.openxmlformats.org/officeDocument/2006/relationships/image" Target="../media/image226.png"/><Relationship Id="rId161" Type="http://schemas.openxmlformats.org/officeDocument/2006/relationships/image" Target="../media/image332.svg"/><Relationship Id="rId182" Type="http://schemas.openxmlformats.org/officeDocument/2006/relationships/image" Target="../media/image190.png"/><Relationship Id="rId6" Type="http://schemas.openxmlformats.org/officeDocument/2006/relationships/image" Target="../media/image11.png"/><Relationship Id="rId23" Type="http://schemas.openxmlformats.org/officeDocument/2006/relationships/image" Target="../media/image41.svg"/><Relationship Id="rId119" Type="http://schemas.openxmlformats.org/officeDocument/2006/relationships/image" Target="../media/image189.svg"/><Relationship Id="rId44" Type="http://schemas.openxmlformats.org/officeDocument/2006/relationships/image" Target="../media/image75.png"/><Relationship Id="rId60" Type="http://schemas.openxmlformats.org/officeDocument/2006/relationships/image" Target="../media/image297.png"/><Relationship Id="rId65" Type="http://schemas.openxmlformats.org/officeDocument/2006/relationships/image" Target="../media/image300.svg"/><Relationship Id="rId81" Type="http://schemas.openxmlformats.org/officeDocument/2006/relationships/image" Target="../media/image310.svg"/><Relationship Id="rId86" Type="http://schemas.openxmlformats.org/officeDocument/2006/relationships/image" Target="../media/image135.png"/><Relationship Id="rId130" Type="http://schemas.openxmlformats.org/officeDocument/2006/relationships/image" Target="../media/image210.png"/><Relationship Id="rId135" Type="http://schemas.openxmlformats.org/officeDocument/2006/relationships/image" Target="../media/image223.svg"/><Relationship Id="rId151" Type="http://schemas.openxmlformats.org/officeDocument/2006/relationships/image" Target="../media/image243.svg"/><Relationship Id="rId156" Type="http://schemas.openxmlformats.org/officeDocument/2006/relationships/image" Target="../media/image251.png"/><Relationship Id="rId177" Type="http://schemas.openxmlformats.org/officeDocument/2006/relationships/image" Target="../media/image283.svg"/><Relationship Id="rId172" Type="http://schemas.openxmlformats.org/officeDocument/2006/relationships/image" Target="../media/image339.png"/><Relationship Id="rId13" Type="http://schemas.openxmlformats.org/officeDocument/2006/relationships/image" Target="../media/image27.svg"/><Relationship Id="rId18" Type="http://schemas.openxmlformats.org/officeDocument/2006/relationships/image" Target="../media/image36.png"/><Relationship Id="rId39" Type="http://schemas.openxmlformats.org/officeDocument/2006/relationships/image" Target="../media/image70.svg"/><Relationship Id="rId109" Type="http://schemas.openxmlformats.org/officeDocument/2006/relationships/image" Target="../media/image169.svg"/><Relationship Id="rId34" Type="http://schemas.openxmlformats.org/officeDocument/2006/relationships/image" Target="../media/image62.png"/><Relationship Id="rId50" Type="http://schemas.openxmlformats.org/officeDocument/2006/relationships/image" Target="../media/image88.png"/><Relationship Id="rId55" Type="http://schemas.openxmlformats.org/officeDocument/2006/relationships/image" Target="../media/image93.svg"/><Relationship Id="rId76" Type="http://schemas.openxmlformats.org/officeDocument/2006/relationships/image" Target="../media/image122.png"/><Relationship Id="rId97" Type="http://schemas.openxmlformats.org/officeDocument/2006/relationships/image" Target="../media/image154.svg"/><Relationship Id="rId104" Type="http://schemas.openxmlformats.org/officeDocument/2006/relationships/image" Target="../media/image319.png"/><Relationship Id="rId120" Type="http://schemas.openxmlformats.org/officeDocument/2006/relationships/image" Target="../media/image192.png"/><Relationship Id="rId125" Type="http://schemas.openxmlformats.org/officeDocument/2006/relationships/image" Target="../media/image326.svg"/><Relationship Id="rId141" Type="http://schemas.openxmlformats.org/officeDocument/2006/relationships/image" Target="../media/image227.svg"/><Relationship Id="rId146" Type="http://schemas.openxmlformats.org/officeDocument/2006/relationships/image" Target="../media/image329.png"/><Relationship Id="rId167" Type="http://schemas.openxmlformats.org/officeDocument/2006/relationships/image" Target="../media/image338.svg"/><Relationship Id="rId7" Type="http://schemas.openxmlformats.org/officeDocument/2006/relationships/image" Target="../media/image12.svg"/><Relationship Id="rId71" Type="http://schemas.openxmlformats.org/officeDocument/2006/relationships/image" Target="../media/image114.svg"/><Relationship Id="rId92" Type="http://schemas.openxmlformats.org/officeDocument/2006/relationships/image" Target="../media/image315.png"/><Relationship Id="rId162" Type="http://schemas.openxmlformats.org/officeDocument/2006/relationships/image" Target="../media/image333.png"/><Relationship Id="rId183" Type="http://schemas.openxmlformats.org/officeDocument/2006/relationships/image" Target="../media/image191.svg"/><Relationship Id="rId2" Type="http://schemas.openxmlformats.org/officeDocument/2006/relationships/image" Target="../media/image1.png"/><Relationship Id="rId29" Type="http://schemas.openxmlformats.org/officeDocument/2006/relationships/image" Target="../media/image54.svg"/><Relationship Id="rId24" Type="http://schemas.openxmlformats.org/officeDocument/2006/relationships/image" Target="../media/image44.png"/><Relationship Id="rId40" Type="http://schemas.openxmlformats.org/officeDocument/2006/relationships/image" Target="../media/image71.png"/><Relationship Id="rId45" Type="http://schemas.openxmlformats.org/officeDocument/2006/relationships/image" Target="../media/image76.svg"/><Relationship Id="rId66" Type="http://schemas.openxmlformats.org/officeDocument/2006/relationships/image" Target="../media/image301.png"/><Relationship Id="rId87" Type="http://schemas.openxmlformats.org/officeDocument/2006/relationships/image" Target="../media/image136.svg"/><Relationship Id="rId110" Type="http://schemas.openxmlformats.org/officeDocument/2006/relationships/image" Target="../media/image321.png"/><Relationship Id="rId115" Type="http://schemas.openxmlformats.org/officeDocument/2006/relationships/image" Target="../media/image179.svg"/><Relationship Id="rId131" Type="http://schemas.openxmlformats.org/officeDocument/2006/relationships/image" Target="../media/image211.svg"/><Relationship Id="rId136" Type="http://schemas.openxmlformats.org/officeDocument/2006/relationships/image" Target="../media/image84.png"/><Relationship Id="rId157" Type="http://schemas.openxmlformats.org/officeDocument/2006/relationships/image" Target="../media/image252.svg"/><Relationship Id="rId178" Type="http://schemas.openxmlformats.org/officeDocument/2006/relationships/image" Target="../media/image284.png"/><Relationship Id="rId61" Type="http://schemas.openxmlformats.org/officeDocument/2006/relationships/image" Target="../media/image298.svg"/><Relationship Id="rId82" Type="http://schemas.openxmlformats.org/officeDocument/2006/relationships/image" Target="../media/image311.png"/><Relationship Id="rId152" Type="http://schemas.openxmlformats.org/officeDocument/2006/relationships/image" Target="../media/image244.png"/><Relationship Id="rId173" Type="http://schemas.openxmlformats.org/officeDocument/2006/relationships/image" Target="../media/image340.svg"/><Relationship Id="rId19" Type="http://schemas.openxmlformats.org/officeDocument/2006/relationships/image" Target="../media/image37.svg"/><Relationship Id="rId14" Type="http://schemas.openxmlformats.org/officeDocument/2006/relationships/image" Target="../media/image291.png"/><Relationship Id="rId30" Type="http://schemas.openxmlformats.org/officeDocument/2006/relationships/image" Target="../media/image58.png"/><Relationship Id="rId35" Type="http://schemas.openxmlformats.org/officeDocument/2006/relationships/image" Target="../media/image63.svg"/><Relationship Id="rId56" Type="http://schemas.openxmlformats.org/officeDocument/2006/relationships/image" Target="../media/image94.png"/><Relationship Id="rId77" Type="http://schemas.openxmlformats.org/officeDocument/2006/relationships/image" Target="../media/image123.svg"/><Relationship Id="rId100" Type="http://schemas.openxmlformats.org/officeDocument/2006/relationships/image" Target="../media/image317.png"/><Relationship Id="rId105" Type="http://schemas.openxmlformats.org/officeDocument/2006/relationships/image" Target="../media/image320.svg"/><Relationship Id="rId126" Type="http://schemas.openxmlformats.org/officeDocument/2006/relationships/image" Target="../media/image206.png"/><Relationship Id="rId147" Type="http://schemas.openxmlformats.org/officeDocument/2006/relationships/image" Target="../media/image330.svg"/><Relationship Id="rId168" Type="http://schemas.openxmlformats.org/officeDocument/2006/relationships/image" Target="../media/image269.png"/><Relationship Id="rId8" Type="http://schemas.openxmlformats.org/officeDocument/2006/relationships/image" Target="../media/image19.png"/><Relationship Id="rId51" Type="http://schemas.openxmlformats.org/officeDocument/2006/relationships/image" Target="../media/image89.svg"/><Relationship Id="rId72" Type="http://schemas.openxmlformats.org/officeDocument/2006/relationships/image" Target="../media/image305.png"/><Relationship Id="rId93" Type="http://schemas.openxmlformats.org/officeDocument/2006/relationships/image" Target="../media/image316.svg"/><Relationship Id="rId98" Type="http://schemas.openxmlformats.org/officeDocument/2006/relationships/image" Target="../media/image155.png"/><Relationship Id="rId121" Type="http://schemas.openxmlformats.org/officeDocument/2006/relationships/image" Target="../media/image193.svg"/><Relationship Id="rId142" Type="http://schemas.openxmlformats.org/officeDocument/2006/relationships/image" Target="../media/image228.png"/><Relationship Id="rId163" Type="http://schemas.openxmlformats.org/officeDocument/2006/relationships/image" Target="../media/image334.svg"/><Relationship Id="rId3" Type="http://schemas.openxmlformats.org/officeDocument/2006/relationships/image" Target="../media/image2.svg"/><Relationship Id="rId25" Type="http://schemas.openxmlformats.org/officeDocument/2006/relationships/image" Target="../media/image45.svg"/><Relationship Id="rId46" Type="http://schemas.openxmlformats.org/officeDocument/2006/relationships/image" Target="../media/image77.png"/><Relationship Id="rId67" Type="http://schemas.openxmlformats.org/officeDocument/2006/relationships/image" Target="../media/image302.svg"/><Relationship Id="rId116" Type="http://schemas.openxmlformats.org/officeDocument/2006/relationships/image" Target="../media/image180.png"/><Relationship Id="rId137" Type="http://schemas.openxmlformats.org/officeDocument/2006/relationships/image" Target="../media/image85.svg"/><Relationship Id="rId158" Type="http://schemas.openxmlformats.org/officeDocument/2006/relationships/image" Target="../media/image259.png"/><Relationship Id="rId20" Type="http://schemas.openxmlformats.org/officeDocument/2006/relationships/image" Target="../media/image38.png"/><Relationship Id="rId41" Type="http://schemas.openxmlformats.org/officeDocument/2006/relationships/image" Target="../media/image72.svg"/><Relationship Id="rId62" Type="http://schemas.openxmlformats.org/officeDocument/2006/relationships/image" Target="../media/image102.png"/><Relationship Id="rId83" Type="http://schemas.openxmlformats.org/officeDocument/2006/relationships/image" Target="../media/image312.svg"/><Relationship Id="rId88" Type="http://schemas.openxmlformats.org/officeDocument/2006/relationships/image" Target="../media/image137.png"/><Relationship Id="rId111" Type="http://schemas.openxmlformats.org/officeDocument/2006/relationships/image" Target="../media/image322.svg"/><Relationship Id="rId132" Type="http://schemas.openxmlformats.org/officeDocument/2006/relationships/image" Target="../media/image212.png"/><Relationship Id="rId153" Type="http://schemas.openxmlformats.org/officeDocument/2006/relationships/image" Target="../media/image245.svg"/><Relationship Id="rId174" Type="http://schemas.openxmlformats.org/officeDocument/2006/relationships/image" Target="../media/image280.png"/><Relationship Id="rId179" Type="http://schemas.openxmlformats.org/officeDocument/2006/relationships/image" Target="../media/image285.svg"/><Relationship Id="rId15" Type="http://schemas.openxmlformats.org/officeDocument/2006/relationships/image" Target="../media/image292.svg"/><Relationship Id="rId36" Type="http://schemas.openxmlformats.org/officeDocument/2006/relationships/image" Target="../media/image293.png"/><Relationship Id="rId57" Type="http://schemas.openxmlformats.org/officeDocument/2006/relationships/image" Target="../media/image95.svg"/><Relationship Id="rId106" Type="http://schemas.openxmlformats.org/officeDocument/2006/relationships/image" Target="../media/image166.png"/><Relationship Id="rId127" Type="http://schemas.openxmlformats.org/officeDocument/2006/relationships/image" Target="../media/image207.svg"/><Relationship Id="rId10" Type="http://schemas.openxmlformats.org/officeDocument/2006/relationships/image" Target="../media/image21.png"/><Relationship Id="rId31" Type="http://schemas.openxmlformats.org/officeDocument/2006/relationships/image" Target="../media/image59.svg"/><Relationship Id="rId52" Type="http://schemas.openxmlformats.org/officeDocument/2006/relationships/image" Target="../media/image90.png"/><Relationship Id="rId73" Type="http://schemas.openxmlformats.org/officeDocument/2006/relationships/image" Target="../media/image306.svg"/><Relationship Id="rId78" Type="http://schemas.openxmlformats.org/officeDocument/2006/relationships/image" Target="../media/image124.png"/><Relationship Id="rId94" Type="http://schemas.openxmlformats.org/officeDocument/2006/relationships/image" Target="../media/image146.png"/><Relationship Id="rId99" Type="http://schemas.openxmlformats.org/officeDocument/2006/relationships/image" Target="../media/image156.svg"/><Relationship Id="rId101" Type="http://schemas.openxmlformats.org/officeDocument/2006/relationships/image" Target="../media/image318.svg"/><Relationship Id="rId122" Type="http://schemas.openxmlformats.org/officeDocument/2006/relationships/image" Target="../media/image323.png"/><Relationship Id="rId143" Type="http://schemas.openxmlformats.org/officeDocument/2006/relationships/image" Target="../media/image229.svg"/><Relationship Id="rId148" Type="http://schemas.openxmlformats.org/officeDocument/2006/relationships/image" Target="../media/image239.png"/><Relationship Id="rId164" Type="http://schemas.openxmlformats.org/officeDocument/2006/relationships/image" Target="../media/image335.png"/><Relationship Id="rId169" Type="http://schemas.openxmlformats.org/officeDocument/2006/relationships/image" Target="../media/image270.svg"/><Relationship Id="rId4" Type="http://schemas.openxmlformats.org/officeDocument/2006/relationships/image" Target="../media/image9.png"/><Relationship Id="rId9" Type="http://schemas.openxmlformats.org/officeDocument/2006/relationships/image" Target="../media/image20.svg"/><Relationship Id="rId180" Type="http://schemas.openxmlformats.org/officeDocument/2006/relationships/image" Target="../media/image286.png"/><Relationship Id="rId26" Type="http://schemas.openxmlformats.org/officeDocument/2006/relationships/image" Target="../media/image46.png"/><Relationship Id="rId47" Type="http://schemas.openxmlformats.org/officeDocument/2006/relationships/image" Target="../media/image78.svg"/><Relationship Id="rId68" Type="http://schemas.openxmlformats.org/officeDocument/2006/relationships/image" Target="../media/image303.png"/><Relationship Id="rId89" Type="http://schemas.openxmlformats.org/officeDocument/2006/relationships/image" Target="../media/image138.svg"/><Relationship Id="rId112" Type="http://schemas.openxmlformats.org/officeDocument/2006/relationships/image" Target="../media/image176.png"/><Relationship Id="rId133" Type="http://schemas.openxmlformats.org/officeDocument/2006/relationships/image" Target="../media/image213.svg"/><Relationship Id="rId154" Type="http://schemas.openxmlformats.org/officeDocument/2006/relationships/image" Target="../media/image246.png"/><Relationship Id="rId175" Type="http://schemas.openxmlformats.org/officeDocument/2006/relationships/image" Target="../media/image281.svg"/><Relationship Id="rId16" Type="http://schemas.openxmlformats.org/officeDocument/2006/relationships/image" Target="../media/image34.png"/><Relationship Id="rId37" Type="http://schemas.openxmlformats.org/officeDocument/2006/relationships/image" Target="../media/image294.svg"/><Relationship Id="rId58" Type="http://schemas.openxmlformats.org/officeDocument/2006/relationships/image" Target="../media/image96.png"/><Relationship Id="rId79" Type="http://schemas.openxmlformats.org/officeDocument/2006/relationships/image" Target="../media/image125.svg"/><Relationship Id="rId102" Type="http://schemas.openxmlformats.org/officeDocument/2006/relationships/image" Target="../media/image159.png"/><Relationship Id="rId123" Type="http://schemas.openxmlformats.org/officeDocument/2006/relationships/image" Target="../media/image324.svg"/><Relationship Id="rId144" Type="http://schemas.openxmlformats.org/officeDocument/2006/relationships/image" Target="../media/image327.png"/><Relationship Id="rId90" Type="http://schemas.openxmlformats.org/officeDocument/2006/relationships/image" Target="../media/image142.png"/><Relationship Id="rId165" Type="http://schemas.openxmlformats.org/officeDocument/2006/relationships/image" Target="../media/image336.svg"/><Relationship Id="rId27" Type="http://schemas.openxmlformats.org/officeDocument/2006/relationships/image" Target="../media/image47.svg"/><Relationship Id="rId48" Type="http://schemas.openxmlformats.org/officeDocument/2006/relationships/image" Target="../media/image295.png"/><Relationship Id="rId69" Type="http://schemas.openxmlformats.org/officeDocument/2006/relationships/image" Target="../media/image304.svg"/><Relationship Id="rId113" Type="http://schemas.openxmlformats.org/officeDocument/2006/relationships/image" Target="../media/image177.svg"/><Relationship Id="rId134" Type="http://schemas.openxmlformats.org/officeDocument/2006/relationships/image" Target="../media/image222.png"/><Relationship Id="rId80" Type="http://schemas.openxmlformats.org/officeDocument/2006/relationships/image" Target="../media/image309.png"/><Relationship Id="rId155" Type="http://schemas.openxmlformats.org/officeDocument/2006/relationships/image" Target="../media/image247.svg"/><Relationship Id="rId176" Type="http://schemas.openxmlformats.org/officeDocument/2006/relationships/image" Target="../media/image282.png"/><Relationship Id="rId17" Type="http://schemas.openxmlformats.org/officeDocument/2006/relationships/image" Target="../media/image35.svg"/><Relationship Id="rId38" Type="http://schemas.openxmlformats.org/officeDocument/2006/relationships/image" Target="../media/image69.png"/><Relationship Id="rId59" Type="http://schemas.openxmlformats.org/officeDocument/2006/relationships/image" Target="../media/image97.svg"/><Relationship Id="rId103" Type="http://schemas.openxmlformats.org/officeDocument/2006/relationships/image" Target="../media/image160.svg"/><Relationship Id="rId124" Type="http://schemas.openxmlformats.org/officeDocument/2006/relationships/image" Target="../media/image325.png"/><Relationship Id="rId70" Type="http://schemas.openxmlformats.org/officeDocument/2006/relationships/image" Target="../media/image113.png"/><Relationship Id="rId91" Type="http://schemas.openxmlformats.org/officeDocument/2006/relationships/image" Target="../media/image143.svg"/><Relationship Id="rId145" Type="http://schemas.openxmlformats.org/officeDocument/2006/relationships/image" Target="../media/image328.svg"/><Relationship Id="rId166" Type="http://schemas.openxmlformats.org/officeDocument/2006/relationships/image" Target="../media/image337.png"/><Relationship Id="rId1" Type="http://schemas.openxmlformats.org/officeDocument/2006/relationships/slideLayout" Target="../slideLayouts/slideLayout7.xml"/><Relationship Id="rId28" Type="http://schemas.openxmlformats.org/officeDocument/2006/relationships/image" Target="../media/image53.png"/><Relationship Id="rId49" Type="http://schemas.openxmlformats.org/officeDocument/2006/relationships/image" Target="../media/image296.svg"/><Relationship Id="rId114" Type="http://schemas.openxmlformats.org/officeDocument/2006/relationships/image" Target="../media/image178.png"/></Relationships>
</file>

<file path=ppt/slides/_rels/slide25.xml.rels><?xml version="1.0" encoding="UTF-8" standalone="yes"?>
<Relationships xmlns="http://schemas.openxmlformats.org/package/2006/relationships"><Relationship Id="rId13" Type="http://schemas.openxmlformats.org/officeDocument/2006/relationships/image" Target="../media/image254.svg"/><Relationship Id="rId18" Type="http://schemas.openxmlformats.org/officeDocument/2006/relationships/image" Target="../media/image42.png"/><Relationship Id="rId26" Type="http://schemas.openxmlformats.org/officeDocument/2006/relationships/image" Target="../media/image64.png"/><Relationship Id="rId39" Type="http://schemas.openxmlformats.org/officeDocument/2006/relationships/image" Target="../media/image4.svg"/><Relationship Id="rId21" Type="http://schemas.openxmlformats.org/officeDocument/2006/relationships/image" Target="../media/image162.svg"/><Relationship Id="rId34" Type="http://schemas.openxmlformats.org/officeDocument/2006/relationships/image" Target="../media/image55.png"/><Relationship Id="rId42" Type="http://schemas.openxmlformats.org/officeDocument/2006/relationships/image" Target="../media/image187.svg"/><Relationship Id="rId47" Type="http://schemas.openxmlformats.org/officeDocument/2006/relationships/image" Target="../media/image107.png"/><Relationship Id="rId50" Type="http://schemas.openxmlformats.org/officeDocument/2006/relationships/image" Target="../media/image272.svg"/><Relationship Id="rId7" Type="http://schemas.openxmlformats.org/officeDocument/2006/relationships/image" Target="../media/image140.svg"/><Relationship Id="rId2" Type="http://schemas.openxmlformats.org/officeDocument/2006/relationships/image" Target="../media/image1.png"/><Relationship Id="rId16" Type="http://schemas.openxmlformats.org/officeDocument/2006/relationships/image" Target="../media/image100.png"/><Relationship Id="rId29" Type="http://schemas.openxmlformats.org/officeDocument/2006/relationships/image" Target="../media/image14.svg"/><Relationship Id="rId11" Type="http://schemas.openxmlformats.org/officeDocument/2006/relationships/image" Target="../media/image173.svg"/><Relationship Id="rId24" Type="http://schemas.openxmlformats.org/officeDocument/2006/relationships/image" Target="../media/image126.png"/><Relationship Id="rId32" Type="http://schemas.openxmlformats.org/officeDocument/2006/relationships/image" Target="../media/image79.png"/><Relationship Id="rId37" Type="http://schemas.openxmlformats.org/officeDocument/2006/relationships/image" Target="../media/image51.svg"/><Relationship Id="rId40" Type="http://schemas.openxmlformats.org/officeDocument/2006/relationships/image" Target="../media/image6.png"/><Relationship Id="rId45" Type="http://schemas.openxmlformats.org/officeDocument/2006/relationships/image" Target="../media/image32.png"/><Relationship Id="rId53" Type="http://schemas.openxmlformats.org/officeDocument/2006/relationships/image" Target="../media/image17.png"/><Relationship Id="rId5" Type="http://schemas.openxmlformats.org/officeDocument/2006/relationships/image" Target="../media/image231.svg"/><Relationship Id="rId10" Type="http://schemas.openxmlformats.org/officeDocument/2006/relationships/image" Target="../media/image172.png"/><Relationship Id="rId19" Type="http://schemas.openxmlformats.org/officeDocument/2006/relationships/image" Target="../media/image43.svg"/><Relationship Id="rId31" Type="http://schemas.openxmlformats.org/officeDocument/2006/relationships/image" Target="../media/image24.svg"/><Relationship Id="rId44" Type="http://schemas.openxmlformats.org/officeDocument/2006/relationships/image" Target="../media/image16.svg"/><Relationship Id="rId52" Type="http://schemas.openxmlformats.org/officeDocument/2006/relationships/image" Target="../media/image183.svg"/><Relationship Id="rId4" Type="http://schemas.openxmlformats.org/officeDocument/2006/relationships/image" Target="../media/image230.png"/><Relationship Id="rId9" Type="http://schemas.openxmlformats.org/officeDocument/2006/relationships/image" Target="../media/image197.svg"/><Relationship Id="rId14" Type="http://schemas.openxmlformats.org/officeDocument/2006/relationships/image" Target="../media/image148.png"/><Relationship Id="rId22" Type="http://schemas.openxmlformats.org/officeDocument/2006/relationships/image" Target="../media/image248.png"/><Relationship Id="rId27" Type="http://schemas.openxmlformats.org/officeDocument/2006/relationships/image" Target="../media/image65.svg"/><Relationship Id="rId30" Type="http://schemas.openxmlformats.org/officeDocument/2006/relationships/image" Target="../media/image23.png"/><Relationship Id="rId35" Type="http://schemas.openxmlformats.org/officeDocument/2006/relationships/image" Target="../media/image56.svg"/><Relationship Id="rId43" Type="http://schemas.openxmlformats.org/officeDocument/2006/relationships/image" Target="../media/image15.png"/><Relationship Id="rId48" Type="http://schemas.openxmlformats.org/officeDocument/2006/relationships/image" Target="../media/image108.svg"/><Relationship Id="rId8" Type="http://schemas.openxmlformats.org/officeDocument/2006/relationships/image" Target="../media/image196.png"/><Relationship Id="rId51" Type="http://schemas.openxmlformats.org/officeDocument/2006/relationships/image" Target="../media/image182.png"/><Relationship Id="rId3" Type="http://schemas.openxmlformats.org/officeDocument/2006/relationships/image" Target="../media/image2.svg"/><Relationship Id="rId12" Type="http://schemas.openxmlformats.org/officeDocument/2006/relationships/image" Target="../media/image253.png"/><Relationship Id="rId17" Type="http://schemas.openxmlformats.org/officeDocument/2006/relationships/image" Target="../media/image101.svg"/><Relationship Id="rId25" Type="http://schemas.openxmlformats.org/officeDocument/2006/relationships/image" Target="../media/image127.svg"/><Relationship Id="rId33" Type="http://schemas.openxmlformats.org/officeDocument/2006/relationships/image" Target="../media/image80.svg"/><Relationship Id="rId38" Type="http://schemas.openxmlformats.org/officeDocument/2006/relationships/image" Target="../media/image3.png"/><Relationship Id="rId46" Type="http://schemas.openxmlformats.org/officeDocument/2006/relationships/image" Target="../media/image33.svg"/><Relationship Id="rId20" Type="http://schemas.openxmlformats.org/officeDocument/2006/relationships/image" Target="../media/image161.png"/><Relationship Id="rId41" Type="http://schemas.openxmlformats.org/officeDocument/2006/relationships/image" Target="../media/image186.png"/><Relationship Id="rId54" Type="http://schemas.openxmlformats.org/officeDocument/2006/relationships/image" Target="../media/image18.svg"/><Relationship Id="rId1" Type="http://schemas.openxmlformats.org/officeDocument/2006/relationships/slideLayout" Target="../slideLayouts/slideLayout7.xml"/><Relationship Id="rId6" Type="http://schemas.openxmlformats.org/officeDocument/2006/relationships/image" Target="../media/image139.png"/><Relationship Id="rId15" Type="http://schemas.openxmlformats.org/officeDocument/2006/relationships/image" Target="../media/image149.svg"/><Relationship Id="rId23" Type="http://schemas.openxmlformats.org/officeDocument/2006/relationships/image" Target="../media/image249.svg"/><Relationship Id="rId28" Type="http://schemas.openxmlformats.org/officeDocument/2006/relationships/image" Target="../media/image13.png"/><Relationship Id="rId36" Type="http://schemas.openxmlformats.org/officeDocument/2006/relationships/image" Target="../media/image50.png"/><Relationship Id="rId49" Type="http://schemas.openxmlformats.org/officeDocument/2006/relationships/image" Target="../media/image271.png"/></Relationships>
</file>

<file path=ppt/slides/_rels/slide26.xml.rels><?xml version="1.0" encoding="UTF-8" standalone="yes"?>
<Relationships xmlns="http://schemas.openxmlformats.org/package/2006/relationships"><Relationship Id="rId8" Type="http://schemas.openxmlformats.org/officeDocument/2006/relationships/image" Target="../media/image257.png"/><Relationship Id="rId13" Type="http://schemas.openxmlformats.org/officeDocument/2006/relationships/image" Target="../media/image262.svg"/><Relationship Id="rId18" Type="http://schemas.openxmlformats.org/officeDocument/2006/relationships/image" Target="../media/image267.png"/><Relationship Id="rId26" Type="http://schemas.openxmlformats.org/officeDocument/2006/relationships/image" Target="../media/image275.png"/><Relationship Id="rId3" Type="http://schemas.openxmlformats.org/officeDocument/2006/relationships/image" Target="../media/image2.svg"/><Relationship Id="rId21" Type="http://schemas.openxmlformats.org/officeDocument/2006/relationships/image" Target="../media/image270.svg"/><Relationship Id="rId7" Type="http://schemas.openxmlformats.org/officeDocument/2006/relationships/image" Target="../media/image256.png"/><Relationship Id="rId12" Type="http://schemas.openxmlformats.org/officeDocument/2006/relationships/image" Target="../media/image261.png"/><Relationship Id="rId17" Type="http://schemas.openxmlformats.org/officeDocument/2006/relationships/image" Target="../media/image266.svg"/><Relationship Id="rId25" Type="http://schemas.openxmlformats.org/officeDocument/2006/relationships/image" Target="../media/image274.svg"/><Relationship Id="rId2" Type="http://schemas.openxmlformats.org/officeDocument/2006/relationships/image" Target="../media/image1.png"/><Relationship Id="rId16" Type="http://schemas.openxmlformats.org/officeDocument/2006/relationships/image" Target="../media/image265.png"/><Relationship Id="rId20" Type="http://schemas.openxmlformats.org/officeDocument/2006/relationships/image" Target="../media/image269.png"/><Relationship Id="rId29" Type="http://schemas.openxmlformats.org/officeDocument/2006/relationships/image" Target="../media/image278.svg"/><Relationship Id="rId1" Type="http://schemas.openxmlformats.org/officeDocument/2006/relationships/slideLayout" Target="../slideLayouts/slideLayout7.xml"/><Relationship Id="rId6" Type="http://schemas.openxmlformats.org/officeDocument/2006/relationships/image" Target="../media/image255.png"/><Relationship Id="rId11" Type="http://schemas.openxmlformats.org/officeDocument/2006/relationships/image" Target="../media/image260.svg"/><Relationship Id="rId24" Type="http://schemas.openxmlformats.org/officeDocument/2006/relationships/image" Target="../media/image273.png"/><Relationship Id="rId5" Type="http://schemas.openxmlformats.org/officeDocument/2006/relationships/image" Target="../media/image254.svg"/><Relationship Id="rId15" Type="http://schemas.openxmlformats.org/officeDocument/2006/relationships/image" Target="../media/image264.svg"/><Relationship Id="rId23" Type="http://schemas.openxmlformats.org/officeDocument/2006/relationships/image" Target="../media/image272.svg"/><Relationship Id="rId28" Type="http://schemas.openxmlformats.org/officeDocument/2006/relationships/image" Target="../media/image277.png"/><Relationship Id="rId10" Type="http://schemas.openxmlformats.org/officeDocument/2006/relationships/image" Target="../media/image259.png"/><Relationship Id="rId19" Type="http://schemas.openxmlformats.org/officeDocument/2006/relationships/image" Target="../media/image268.svg"/><Relationship Id="rId4" Type="http://schemas.openxmlformats.org/officeDocument/2006/relationships/image" Target="../media/image253.png"/><Relationship Id="rId9" Type="http://schemas.openxmlformats.org/officeDocument/2006/relationships/image" Target="../media/image258.png"/><Relationship Id="rId14" Type="http://schemas.openxmlformats.org/officeDocument/2006/relationships/image" Target="../media/image263.png"/><Relationship Id="rId22" Type="http://schemas.openxmlformats.org/officeDocument/2006/relationships/image" Target="../media/image271.png"/><Relationship Id="rId27" Type="http://schemas.openxmlformats.org/officeDocument/2006/relationships/image" Target="../media/image276.svg"/></Relationships>
</file>

<file path=ppt/slides/_rels/slide27.xml.rels><?xml version="1.0" encoding="UTF-8" standalone="yes"?>
<Relationships xmlns="http://schemas.openxmlformats.org/package/2006/relationships"><Relationship Id="rId8" Type="http://schemas.openxmlformats.org/officeDocument/2006/relationships/image" Target="../media/image283.svg"/><Relationship Id="rId3" Type="http://schemas.openxmlformats.org/officeDocument/2006/relationships/image" Target="../media/image2.svg"/><Relationship Id="rId7" Type="http://schemas.openxmlformats.org/officeDocument/2006/relationships/image" Target="../media/image282.png"/><Relationship Id="rId12" Type="http://schemas.openxmlformats.org/officeDocument/2006/relationships/image" Target="../media/image287.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81.svg"/><Relationship Id="rId11" Type="http://schemas.openxmlformats.org/officeDocument/2006/relationships/image" Target="../media/image286.png"/><Relationship Id="rId5" Type="http://schemas.openxmlformats.org/officeDocument/2006/relationships/image" Target="../media/image280.png"/><Relationship Id="rId10" Type="http://schemas.openxmlformats.org/officeDocument/2006/relationships/image" Target="../media/image285.svg"/><Relationship Id="rId4" Type="http://schemas.openxmlformats.org/officeDocument/2006/relationships/image" Target="../media/image279.jpeg"/><Relationship Id="rId9" Type="http://schemas.openxmlformats.org/officeDocument/2006/relationships/image" Target="../media/image284.png"/></Relationships>
</file>

<file path=ppt/slides/_rels/slide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90.jpeg"/><Relationship Id="rId5" Type="http://schemas.openxmlformats.org/officeDocument/2006/relationships/image" Target="../media/image289.svg"/><Relationship Id="rId4" Type="http://schemas.openxmlformats.org/officeDocument/2006/relationships/image" Target="../media/image288.png"/></Relationships>
</file>

<file path=ppt/slides/_rels/slide29.xml.rels><?xml version="1.0" encoding="UTF-8" standalone="yes"?>
<Relationships xmlns="http://schemas.openxmlformats.org/package/2006/relationships"><Relationship Id="rId117" Type="http://schemas.openxmlformats.org/officeDocument/2006/relationships/image" Target="../media/image181.svg"/><Relationship Id="rId21" Type="http://schemas.openxmlformats.org/officeDocument/2006/relationships/image" Target="../media/image39.svg"/><Relationship Id="rId42" Type="http://schemas.openxmlformats.org/officeDocument/2006/relationships/image" Target="../media/image73.png"/><Relationship Id="rId63" Type="http://schemas.openxmlformats.org/officeDocument/2006/relationships/image" Target="../media/image103.svg"/><Relationship Id="rId84" Type="http://schemas.openxmlformats.org/officeDocument/2006/relationships/image" Target="../media/image313.png"/><Relationship Id="rId138" Type="http://schemas.openxmlformats.org/officeDocument/2006/relationships/image" Target="../media/image224.png"/><Relationship Id="rId159" Type="http://schemas.openxmlformats.org/officeDocument/2006/relationships/image" Target="../media/image260.svg"/><Relationship Id="rId170" Type="http://schemas.openxmlformats.org/officeDocument/2006/relationships/image" Target="../media/image273.png"/><Relationship Id="rId107" Type="http://schemas.openxmlformats.org/officeDocument/2006/relationships/image" Target="../media/image167.svg"/><Relationship Id="rId11" Type="http://schemas.openxmlformats.org/officeDocument/2006/relationships/image" Target="../media/image22.svg"/><Relationship Id="rId32" Type="http://schemas.openxmlformats.org/officeDocument/2006/relationships/image" Target="../media/image60.png"/><Relationship Id="rId53" Type="http://schemas.openxmlformats.org/officeDocument/2006/relationships/image" Target="../media/image91.svg"/><Relationship Id="rId74" Type="http://schemas.openxmlformats.org/officeDocument/2006/relationships/image" Target="../media/image307.png"/><Relationship Id="rId128" Type="http://schemas.openxmlformats.org/officeDocument/2006/relationships/image" Target="../media/image208.png"/><Relationship Id="rId149" Type="http://schemas.openxmlformats.org/officeDocument/2006/relationships/image" Target="../media/image240.svg"/><Relationship Id="rId5" Type="http://schemas.openxmlformats.org/officeDocument/2006/relationships/image" Target="../media/image10.svg"/><Relationship Id="rId95" Type="http://schemas.openxmlformats.org/officeDocument/2006/relationships/image" Target="../media/image147.svg"/><Relationship Id="rId160" Type="http://schemas.openxmlformats.org/officeDocument/2006/relationships/image" Target="../media/image331.png"/><Relationship Id="rId181" Type="http://schemas.openxmlformats.org/officeDocument/2006/relationships/image" Target="../media/image287.svg"/><Relationship Id="rId22" Type="http://schemas.openxmlformats.org/officeDocument/2006/relationships/image" Target="../media/image40.png"/><Relationship Id="rId43" Type="http://schemas.openxmlformats.org/officeDocument/2006/relationships/image" Target="../media/image74.svg"/><Relationship Id="rId64" Type="http://schemas.openxmlformats.org/officeDocument/2006/relationships/image" Target="../media/image299.png"/><Relationship Id="rId118" Type="http://schemas.openxmlformats.org/officeDocument/2006/relationships/image" Target="../media/image188.png"/><Relationship Id="rId139" Type="http://schemas.openxmlformats.org/officeDocument/2006/relationships/image" Target="../media/image225.svg"/><Relationship Id="rId85" Type="http://schemas.openxmlformats.org/officeDocument/2006/relationships/image" Target="../media/image314.svg"/><Relationship Id="rId150" Type="http://schemas.openxmlformats.org/officeDocument/2006/relationships/image" Target="../media/image242.png"/><Relationship Id="rId171" Type="http://schemas.openxmlformats.org/officeDocument/2006/relationships/image" Target="../media/image274.svg"/><Relationship Id="rId12" Type="http://schemas.openxmlformats.org/officeDocument/2006/relationships/image" Target="../media/image26.png"/><Relationship Id="rId33" Type="http://schemas.openxmlformats.org/officeDocument/2006/relationships/image" Target="../media/image61.svg"/><Relationship Id="rId108" Type="http://schemas.openxmlformats.org/officeDocument/2006/relationships/image" Target="../media/image168.png"/><Relationship Id="rId129" Type="http://schemas.openxmlformats.org/officeDocument/2006/relationships/image" Target="../media/image209.svg"/><Relationship Id="rId54" Type="http://schemas.openxmlformats.org/officeDocument/2006/relationships/image" Target="../media/image92.png"/><Relationship Id="rId75" Type="http://schemas.openxmlformats.org/officeDocument/2006/relationships/image" Target="../media/image308.svg"/><Relationship Id="rId96" Type="http://schemas.openxmlformats.org/officeDocument/2006/relationships/image" Target="../media/image153.png"/><Relationship Id="rId140" Type="http://schemas.openxmlformats.org/officeDocument/2006/relationships/image" Target="../media/image226.png"/><Relationship Id="rId161" Type="http://schemas.openxmlformats.org/officeDocument/2006/relationships/image" Target="../media/image332.svg"/><Relationship Id="rId182" Type="http://schemas.openxmlformats.org/officeDocument/2006/relationships/image" Target="../media/image190.png"/><Relationship Id="rId6" Type="http://schemas.openxmlformats.org/officeDocument/2006/relationships/image" Target="../media/image11.png"/><Relationship Id="rId23" Type="http://schemas.openxmlformats.org/officeDocument/2006/relationships/image" Target="../media/image41.svg"/><Relationship Id="rId119" Type="http://schemas.openxmlformats.org/officeDocument/2006/relationships/image" Target="../media/image189.svg"/><Relationship Id="rId44" Type="http://schemas.openxmlformats.org/officeDocument/2006/relationships/image" Target="../media/image75.png"/><Relationship Id="rId60" Type="http://schemas.openxmlformats.org/officeDocument/2006/relationships/image" Target="../media/image297.png"/><Relationship Id="rId65" Type="http://schemas.openxmlformats.org/officeDocument/2006/relationships/image" Target="../media/image300.svg"/><Relationship Id="rId81" Type="http://schemas.openxmlformats.org/officeDocument/2006/relationships/image" Target="../media/image310.svg"/><Relationship Id="rId86" Type="http://schemas.openxmlformats.org/officeDocument/2006/relationships/image" Target="../media/image135.png"/><Relationship Id="rId130" Type="http://schemas.openxmlformats.org/officeDocument/2006/relationships/image" Target="../media/image210.png"/><Relationship Id="rId135" Type="http://schemas.openxmlformats.org/officeDocument/2006/relationships/image" Target="../media/image223.svg"/><Relationship Id="rId151" Type="http://schemas.openxmlformats.org/officeDocument/2006/relationships/image" Target="../media/image243.svg"/><Relationship Id="rId156" Type="http://schemas.openxmlformats.org/officeDocument/2006/relationships/image" Target="../media/image251.png"/><Relationship Id="rId177" Type="http://schemas.openxmlformats.org/officeDocument/2006/relationships/image" Target="../media/image283.svg"/><Relationship Id="rId172" Type="http://schemas.openxmlformats.org/officeDocument/2006/relationships/image" Target="../media/image339.png"/><Relationship Id="rId13" Type="http://schemas.openxmlformats.org/officeDocument/2006/relationships/image" Target="../media/image27.svg"/><Relationship Id="rId18" Type="http://schemas.openxmlformats.org/officeDocument/2006/relationships/image" Target="../media/image36.png"/><Relationship Id="rId39" Type="http://schemas.openxmlformats.org/officeDocument/2006/relationships/image" Target="../media/image70.svg"/><Relationship Id="rId109" Type="http://schemas.openxmlformats.org/officeDocument/2006/relationships/image" Target="../media/image169.svg"/><Relationship Id="rId34" Type="http://schemas.openxmlformats.org/officeDocument/2006/relationships/image" Target="../media/image62.png"/><Relationship Id="rId50" Type="http://schemas.openxmlformats.org/officeDocument/2006/relationships/image" Target="../media/image88.png"/><Relationship Id="rId55" Type="http://schemas.openxmlformats.org/officeDocument/2006/relationships/image" Target="../media/image93.svg"/><Relationship Id="rId76" Type="http://schemas.openxmlformats.org/officeDocument/2006/relationships/image" Target="../media/image122.png"/><Relationship Id="rId97" Type="http://schemas.openxmlformats.org/officeDocument/2006/relationships/image" Target="../media/image154.svg"/><Relationship Id="rId104" Type="http://schemas.openxmlformats.org/officeDocument/2006/relationships/image" Target="../media/image319.png"/><Relationship Id="rId120" Type="http://schemas.openxmlformats.org/officeDocument/2006/relationships/image" Target="../media/image192.png"/><Relationship Id="rId125" Type="http://schemas.openxmlformats.org/officeDocument/2006/relationships/image" Target="../media/image326.svg"/><Relationship Id="rId141" Type="http://schemas.openxmlformats.org/officeDocument/2006/relationships/image" Target="../media/image227.svg"/><Relationship Id="rId146" Type="http://schemas.openxmlformats.org/officeDocument/2006/relationships/image" Target="../media/image329.png"/><Relationship Id="rId167" Type="http://schemas.openxmlformats.org/officeDocument/2006/relationships/image" Target="../media/image338.svg"/><Relationship Id="rId7" Type="http://schemas.openxmlformats.org/officeDocument/2006/relationships/image" Target="../media/image12.svg"/><Relationship Id="rId71" Type="http://schemas.openxmlformats.org/officeDocument/2006/relationships/image" Target="../media/image114.svg"/><Relationship Id="rId92" Type="http://schemas.openxmlformats.org/officeDocument/2006/relationships/image" Target="../media/image315.png"/><Relationship Id="rId162" Type="http://schemas.openxmlformats.org/officeDocument/2006/relationships/image" Target="../media/image333.png"/><Relationship Id="rId183" Type="http://schemas.openxmlformats.org/officeDocument/2006/relationships/image" Target="../media/image191.svg"/><Relationship Id="rId2" Type="http://schemas.openxmlformats.org/officeDocument/2006/relationships/image" Target="../media/image1.png"/><Relationship Id="rId29" Type="http://schemas.openxmlformats.org/officeDocument/2006/relationships/image" Target="../media/image54.svg"/><Relationship Id="rId24" Type="http://schemas.openxmlformats.org/officeDocument/2006/relationships/image" Target="../media/image44.png"/><Relationship Id="rId40" Type="http://schemas.openxmlformats.org/officeDocument/2006/relationships/image" Target="../media/image71.png"/><Relationship Id="rId45" Type="http://schemas.openxmlformats.org/officeDocument/2006/relationships/image" Target="../media/image76.svg"/><Relationship Id="rId66" Type="http://schemas.openxmlformats.org/officeDocument/2006/relationships/image" Target="../media/image301.png"/><Relationship Id="rId87" Type="http://schemas.openxmlformats.org/officeDocument/2006/relationships/image" Target="../media/image136.svg"/><Relationship Id="rId110" Type="http://schemas.openxmlformats.org/officeDocument/2006/relationships/image" Target="../media/image321.png"/><Relationship Id="rId115" Type="http://schemas.openxmlformats.org/officeDocument/2006/relationships/image" Target="../media/image179.svg"/><Relationship Id="rId131" Type="http://schemas.openxmlformats.org/officeDocument/2006/relationships/image" Target="../media/image211.svg"/><Relationship Id="rId136" Type="http://schemas.openxmlformats.org/officeDocument/2006/relationships/image" Target="../media/image84.png"/><Relationship Id="rId157" Type="http://schemas.openxmlformats.org/officeDocument/2006/relationships/image" Target="../media/image252.svg"/><Relationship Id="rId178" Type="http://schemas.openxmlformats.org/officeDocument/2006/relationships/image" Target="../media/image284.png"/><Relationship Id="rId61" Type="http://schemas.openxmlformats.org/officeDocument/2006/relationships/image" Target="../media/image298.svg"/><Relationship Id="rId82" Type="http://schemas.openxmlformats.org/officeDocument/2006/relationships/image" Target="../media/image311.png"/><Relationship Id="rId152" Type="http://schemas.openxmlformats.org/officeDocument/2006/relationships/image" Target="../media/image244.png"/><Relationship Id="rId173" Type="http://schemas.openxmlformats.org/officeDocument/2006/relationships/image" Target="../media/image340.svg"/><Relationship Id="rId19" Type="http://schemas.openxmlformats.org/officeDocument/2006/relationships/image" Target="../media/image37.svg"/><Relationship Id="rId14" Type="http://schemas.openxmlformats.org/officeDocument/2006/relationships/image" Target="../media/image291.png"/><Relationship Id="rId30" Type="http://schemas.openxmlformats.org/officeDocument/2006/relationships/image" Target="../media/image58.png"/><Relationship Id="rId35" Type="http://schemas.openxmlformats.org/officeDocument/2006/relationships/image" Target="../media/image63.svg"/><Relationship Id="rId56" Type="http://schemas.openxmlformats.org/officeDocument/2006/relationships/image" Target="../media/image94.png"/><Relationship Id="rId77" Type="http://schemas.openxmlformats.org/officeDocument/2006/relationships/image" Target="../media/image123.svg"/><Relationship Id="rId100" Type="http://schemas.openxmlformats.org/officeDocument/2006/relationships/image" Target="../media/image317.png"/><Relationship Id="rId105" Type="http://schemas.openxmlformats.org/officeDocument/2006/relationships/image" Target="../media/image320.svg"/><Relationship Id="rId126" Type="http://schemas.openxmlformats.org/officeDocument/2006/relationships/image" Target="../media/image206.png"/><Relationship Id="rId147" Type="http://schemas.openxmlformats.org/officeDocument/2006/relationships/image" Target="../media/image330.svg"/><Relationship Id="rId168" Type="http://schemas.openxmlformats.org/officeDocument/2006/relationships/image" Target="../media/image269.png"/><Relationship Id="rId8" Type="http://schemas.openxmlformats.org/officeDocument/2006/relationships/image" Target="../media/image19.png"/><Relationship Id="rId51" Type="http://schemas.openxmlformats.org/officeDocument/2006/relationships/image" Target="../media/image89.svg"/><Relationship Id="rId72" Type="http://schemas.openxmlformats.org/officeDocument/2006/relationships/image" Target="../media/image305.png"/><Relationship Id="rId93" Type="http://schemas.openxmlformats.org/officeDocument/2006/relationships/image" Target="../media/image316.svg"/><Relationship Id="rId98" Type="http://schemas.openxmlformats.org/officeDocument/2006/relationships/image" Target="../media/image155.png"/><Relationship Id="rId121" Type="http://schemas.openxmlformats.org/officeDocument/2006/relationships/image" Target="../media/image193.svg"/><Relationship Id="rId142" Type="http://schemas.openxmlformats.org/officeDocument/2006/relationships/image" Target="../media/image228.png"/><Relationship Id="rId163" Type="http://schemas.openxmlformats.org/officeDocument/2006/relationships/image" Target="../media/image334.svg"/><Relationship Id="rId3" Type="http://schemas.openxmlformats.org/officeDocument/2006/relationships/image" Target="../media/image2.svg"/><Relationship Id="rId25" Type="http://schemas.openxmlformats.org/officeDocument/2006/relationships/image" Target="../media/image45.svg"/><Relationship Id="rId46" Type="http://schemas.openxmlformats.org/officeDocument/2006/relationships/image" Target="../media/image77.png"/><Relationship Id="rId67" Type="http://schemas.openxmlformats.org/officeDocument/2006/relationships/image" Target="../media/image302.svg"/><Relationship Id="rId116" Type="http://schemas.openxmlformats.org/officeDocument/2006/relationships/image" Target="../media/image180.png"/><Relationship Id="rId137" Type="http://schemas.openxmlformats.org/officeDocument/2006/relationships/image" Target="../media/image85.svg"/><Relationship Id="rId158" Type="http://schemas.openxmlformats.org/officeDocument/2006/relationships/image" Target="../media/image259.png"/><Relationship Id="rId20" Type="http://schemas.openxmlformats.org/officeDocument/2006/relationships/image" Target="../media/image38.png"/><Relationship Id="rId41" Type="http://schemas.openxmlformats.org/officeDocument/2006/relationships/image" Target="../media/image72.svg"/><Relationship Id="rId62" Type="http://schemas.openxmlformats.org/officeDocument/2006/relationships/image" Target="../media/image102.png"/><Relationship Id="rId83" Type="http://schemas.openxmlformats.org/officeDocument/2006/relationships/image" Target="../media/image312.svg"/><Relationship Id="rId88" Type="http://schemas.openxmlformats.org/officeDocument/2006/relationships/image" Target="../media/image137.png"/><Relationship Id="rId111" Type="http://schemas.openxmlformats.org/officeDocument/2006/relationships/image" Target="../media/image322.svg"/><Relationship Id="rId132" Type="http://schemas.openxmlformats.org/officeDocument/2006/relationships/image" Target="../media/image212.png"/><Relationship Id="rId153" Type="http://schemas.openxmlformats.org/officeDocument/2006/relationships/image" Target="../media/image245.svg"/><Relationship Id="rId174" Type="http://schemas.openxmlformats.org/officeDocument/2006/relationships/image" Target="../media/image280.png"/><Relationship Id="rId179" Type="http://schemas.openxmlformats.org/officeDocument/2006/relationships/image" Target="../media/image285.svg"/><Relationship Id="rId15" Type="http://schemas.openxmlformats.org/officeDocument/2006/relationships/image" Target="../media/image292.svg"/><Relationship Id="rId36" Type="http://schemas.openxmlformats.org/officeDocument/2006/relationships/image" Target="../media/image293.png"/><Relationship Id="rId57" Type="http://schemas.openxmlformats.org/officeDocument/2006/relationships/image" Target="../media/image95.svg"/><Relationship Id="rId106" Type="http://schemas.openxmlformats.org/officeDocument/2006/relationships/image" Target="../media/image166.png"/><Relationship Id="rId127" Type="http://schemas.openxmlformats.org/officeDocument/2006/relationships/image" Target="../media/image207.svg"/><Relationship Id="rId10" Type="http://schemas.openxmlformats.org/officeDocument/2006/relationships/image" Target="../media/image21.png"/><Relationship Id="rId31" Type="http://schemas.openxmlformats.org/officeDocument/2006/relationships/image" Target="../media/image59.svg"/><Relationship Id="rId52" Type="http://schemas.openxmlformats.org/officeDocument/2006/relationships/image" Target="../media/image90.png"/><Relationship Id="rId73" Type="http://schemas.openxmlformats.org/officeDocument/2006/relationships/image" Target="../media/image306.svg"/><Relationship Id="rId78" Type="http://schemas.openxmlformats.org/officeDocument/2006/relationships/image" Target="../media/image124.png"/><Relationship Id="rId94" Type="http://schemas.openxmlformats.org/officeDocument/2006/relationships/image" Target="../media/image146.png"/><Relationship Id="rId99" Type="http://schemas.openxmlformats.org/officeDocument/2006/relationships/image" Target="../media/image156.svg"/><Relationship Id="rId101" Type="http://schemas.openxmlformats.org/officeDocument/2006/relationships/image" Target="../media/image318.svg"/><Relationship Id="rId122" Type="http://schemas.openxmlformats.org/officeDocument/2006/relationships/image" Target="../media/image323.png"/><Relationship Id="rId143" Type="http://schemas.openxmlformats.org/officeDocument/2006/relationships/image" Target="../media/image229.svg"/><Relationship Id="rId148" Type="http://schemas.openxmlformats.org/officeDocument/2006/relationships/image" Target="../media/image239.png"/><Relationship Id="rId164" Type="http://schemas.openxmlformats.org/officeDocument/2006/relationships/image" Target="../media/image335.png"/><Relationship Id="rId169" Type="http://schemas.openxmlformats.org/officeDocument/2006/relationships/image" Target="../media/image270.svg"/><Relationship Id="rId4" Type="http://schemas.openxmlformats.org/officeDocument/2006/relationships/image" Target="../media/image9.png"/><Relationship Id="rId9" Type="http://schemas.openxmlformats.org/officeDocument/2006/relationships/image" Target="../media/image20.svg"/><Relationship Id="rId180" Type="http://schemas.openxmlformats.org/officeDocument/2006/relationships/image" Target="../media/image286.png"/><Relationship Id="rId26" Type="http://schemas.openxmlformats.org/officeDocument/2006/relationships/image" Target="../media/image46.png"/><Relationship Id="rId47" Type="http://schemas.openxmlformats.org/officeDocument/2006/relationships/image" Target="../media/image78.svg"/><Relationship Id="rId68" Type="http://schemas.openxmlformats.org/officeDocument/2006/relationships/image" Target="../media/image303.png"/><Relationship Id="rId89" Type="http://schemas.openxmlformats.org/officeDocument/2006/relationships/image" Target="../media/image138.svg"/><Relationship Id="rId112" Type="http://schemas.openxmlformats.org/officeDocument/2006/relationships/image" Target="../media/image176.png"/><Relationship Id="rId133" Type="http://schemas.openxmlformats.org/officeDocument/2006/relationships/image" Target="../media/image213.svg"/><Relationship Id="rId154" Type="http://schemas.openxmlformats.org/officeDocument/2006/relationships/image" Target="../media/image246.png"/><Relationship Id="rId175" Type="http://schemas.openxmlformats.org/officeDocument/2006/relationships/image" Target="../media/image281.svg"/><Relationship Id="rId16" Type="http://schemas.openxmlformats.org/officeDocument/2006/relationships/image" Target="../media/image34.png"/><Relationship Id="rId37" Type="http://schemas.openxmlformats.org/officeDocument/2006/relationships/image" Target="../media/image294.svg"/><Relationship Id="rId58" Type="http://schemas.openxmlformats.org/officeDocument/2006/relationships/image" Target="../media/image96.png"/><Relationship Id="rId79" Type="http://schemas.openxmlformats.org/officeDocument/2006/relationships/image" Target="../media/image125.svg"/><Relationship Id="rId102" Type="http://schemas.openxmlformats.org/officeDocument/2006/relationships/image" Target="../media/image159.png"/><Relationship Id="rId123" Type="http://schemas.openxmlformats.org/officeDocument/2006/relationships/image" Target="../media/image324.svg"/><Relationship Id="rId144" Type="http://schemas.openxmlformats.org/officeDocument/2006/relationships/image" Target="../media/image327.png"/><Relationship Id="rId90" Type="http://schemas.openxmlformats.org/officeDocument/2006/relationships/image" Target="../media/image142.png"/><Relationship Id="rId165" Type="http://schemas.openxmlformats.org/officeDocument/2006/relationships/image" Target="../media/image336.svg"/><Relationship Id="rId27" Type="http://schemas.openxmlformats.org/officeDocument/2006/relationships/image" Target="../media/image47.svg"/><Relationship Id="rId48" Type="http://schemas.openxmlformats.org/officeDocument/2006/relationships/image" Target="../media/image295.png"/><Relationship Id="rId69" Type="http://schemas.openxmlformats.org/officeDocument/2006/relationships/image" Target="../media/image304.svg"/><Relationship Id="rId113" Type="http://schemas.openxmlformats.org/officeDocument/2006/relationships/image" Target="../media/image177.svg"/><Relationship Id="rId134" Type="http://schemas.openxmlformats.org/officeDocument/2006/relationships/image" Target="../media/image222.png"/><Relationship Id="rId80" Type="http://schemas.openxmlformats.org/officeDocument/2006/relationships/image" Target="../media/image309.png"/><Relationship Id="rId155" Type="http://schemas.openxmlformats.org/officeDocument/2006/relationships/image" Target="../media/image247.svg"/><Relationship Id="rId176" Type="http://schemas.openxmlformats.org/officeDocument/2006/relationships/image" Target="../media/image282.png"/><Relationship Id="rId17" Type="http://schemas.openxmlformats.org/officeDocument/2006/relationships/image" Target="../media/image35.svg"/><Relationship Id="rId38" Type="http://schemas.openxmlformats.org/officeDocument/2006/relationships/image" Target="../media/image69.png"/><Relationship Id="rId59" Type="http://schemas.openxmlformats.org/officeDocument/2006/relationships/image" Target="../media/image97.svg"/><Relationship Id="rId103" Type="http://schemas.openxmlformats.org/officeDocument/2006/relationships/image" Target="../media/image160.svg"/><Relationship Id="rId124" Type="http://schemas.openxmlformats.org/officeDocument/2006/relationships/image" Target="../media/image325.png"/><Relationship Id="rId70" Type="http://schemas.openxmlformats.org/officeDocument/2006/relationships/image" Target="../media/image113.png"/><Relationship Id="rId91" Type="http://schemas.openxmlformats.org/officeDocument/2006/relationships/image" Target="../media/image143.svg"/><Relationship Id="rId145" Type="http://schemas.openxmlformats.org/officeDocument/2006/relationships/image" Target="../media/image328.svg"/><Relationship Id="rId166" Type="http://schemas.openxmlformats.org/officeDocument/2006/relationships/image" Target="../media/image337.png"/><Relationship Id="rId1" Type="http://schemas.openxmlformats.org/officeDocument/2006/relationships/slideLayout" Target="../slideLayouts/slideLayout7.xml"/><Relationship Id="rId28" Type="http://schemas.openxmlformats.org/officeDocument/2006/relationships/image" Target="../media/image53.png"/><Relationship Id="rId49" Type="http://schemas.openxmlformats.org/officeDocument/2006/relationships/image" Target="../media/image296.svg"/><Relationship Id="rId114" Type="http://schemas.openxmlformats.org/officeDocument/2006/relationships/image" Target="../media/image178.png"/></Relationships>
</file>

<file path=ppt/slides/_rels/slide30.xml.rels><?xml version="1.0" encoding="UTF-8" standalone="yes"?>
<Relationships xmlns="http://schemas.openxmlformats.org/package/2006/relationships"><Relationship Id="rId13" Type="http://schemas.openxmlformats.org/officeDocument/2006/relationships/image" Target="../media/image254.svg"/><Relationship Id="rId18" Type="http://schemas.openxmlformats.org/officeDocument/2006/relationships/image" Target="../media/image42.png"/><Relationship Id="rId26" Type="http://schemas.openxmlformats.org/officeDocument/2006/relationships/image" Target="../media/image64.png"/><Relationship Id="rId39" Type="http://schemas.openxmlformats.org/officeDocument/2006/relationships/image" Target="../media/image4.svg"/><Relationship Id="rId21" Type="http://schemas.openxmlformats.org/officeDocument/2006/relationships/image" Target="../media/image162.svg"/><Relationship Id="rId34" Type="http://schemas.openxmlformats.org/officeDocument/2006/relationships/image" Target="../media/image55.png"/><Relationship Id="rId42" Type="http://schemas.openxmlformats.org/officeDocument/2006/relationships/image" Target="../media/image187.svg"/><Relationship Id="rId47" Type="http://schemas.openxmlformats.org/officeDocument/2006/relationships/image" Target="../media/image107.png"/><Relationship Id="rId50" Type="http://schemas.openxmlformats.org/officeDocument/2006/relationships/image" Target="../media/image272.svg"/><Relationship Id="rId7" Type="http://schemas.openxmlformats.org/officeDocument/2006/relationships/image" Target="../media/image140.svg"/><Relationship Id="rId2" Type="http://schemas.openxmlformats.org/officeDocument/2006/relationships/image" Target="../media/image1.png"/><Relationship Id="rId16" Type="http://schemas.openxmlformats.org/officeDocument/2006/relationships/image" Target="../media/image100.png"/><Relationship Id="rId29" Type="http://schemas.openxmlformats.org/officeDocument/2006/relationships/image" Target="../media/image14.svg"/><Relationship Id="rId11" Type="http://schemas.openxmlformats.org/officeDocument/2006/relationships/image" Target="../media/image173.svg"/><Relationship Id="rId24" Type="http://schemas.openxmlformats.org/officeDocument/2006/relationships/image" Target="../media/image126.png"/><Relationship Id="rId32" Type="http://schemas.openxmlformats.org/officeDocument/2006/relationships/image" Target="../media/image79.png"/><Relationship Id="rId37" Type="http://schemas.openxmlformats.org/officeDocument/2006/relationships/image" Target="../media/image51.svg"/><Relationship Id="rId40" Type="http://schemas.openxmlformats.org/officeDocument/2006/relationships/image" Target="../media/image6.png"/><Relationship Id="rId45" Type="http://schemas.openxmlformats.org/officeDocument/2006/relationships/image" Target="../media/image32.png"/><Relationship Id="rId53" Type="http://schemas.openxmlformats.org/officeDocument/2006/relationships/image" Target="../media/image17.png"/><Relationship Id="rId5" Type="http://schemas.openxmlformats.org/officeDocument/2006/relationships/image" Target="../media/image231.svg"/><Relationship Id="rId10" Type="http://schemas.openxmlformats.org/officeDocument/2006/relationships/image" Target="../media/image172.png"/><Relationship Id="rId19" Type="http://schemas.openxmlformats.org/officeDocument/2006/relationships/image" Target="../media/image43.svg"/><Relationship Id="rId31" Type="http://schemas.openxmlformats.org/officeDocument/2006/relationships/image" Target="../media/image24.svg"/><Relationship Id="rId44" Type="http://schemas.openxmlformats.org/officeDocument/2006/relationships/image" Target="../media/image16.svg"/><Relationship Id="rId52" Type="http://schemas.openxmlformats.org/officeDocument/2006/relationships/image" Target="../media/image183.svg"/><Relationship Id="rId4" Type="http://schemas.openxmlformats.org/officeDocument/2006/relationships/image" Target="../media/image230.png"/><Relationship Id="rId9" Type="http://schemas.openxmlformats.org/officeDocument/2006/relationships/image" Target="../media/image197.svg"/><Relationship Id="rId14" Type="http://schemas.openxmlformats.org/officeDocument/2006/relationships/image" Target="../media/image148.png"/><Relationship Id="rId22" Type="http://schemas.openxmlformats.org/officeDocument/2006/relationships/image" Target="../media/image248.png"/><Relationship Id="rId27" Type="http://schemas.openxmlformats.org/officeDocument/2006/relationships/image" Target="../media/image65.svg"/><Relationship Id="rId30" Type="http://schemas.openxmlformats.org/officeDocument/2006/relationships/image" Target="../media/image23.png"/><Relationship Id="rId35" Type="http://schemas.openxmlformats.org/officeDocument/2006/relationships/image" Target="../media/image56.svg"/><Relationship Id="rId43" Type="http://schemas.openxmlformats.org/officeDocument/2006/relationships/image" Target="../media/image15.png"/><Relationship Id="rId48" Type="http://schemas.openxmlformats.org/officeDocument/2006/relationships/image" Target="../media/image108.svg"/><Relationship Id="rId8" Type="http://schemas.openxmlformats.org/officeDocument/2006/relationships/image" Target="../media/image196.png"/><Relationship Id="rId51" Type="http://schemas.openxmlformats.org/officeDocument/2006/relationships/image" Target="../media/image182.png"/><Relationship Id="rId3" Type="http://schemas.openxmlformats.org/officeDocument/2006/relationships/image" Target="../media/image2.svg"/><Relationship Id="rId12" Type="http://schemas.openxmlformats.org/officeDocument/2006/relationships/image" Target="../media/image253.png"/><Relationship Id="rId17" Type="http://schemas.openxmlformats.org/officeDocument/2006/relationships/image" Target="../media/image101.svg"/><Relationship Id="rId25" Type="http://schemas.openxmlformats.org/officeDocument/2006/relationships/image" Target="../media/image127.svg"/><Relationship Id="rId33" Type="http://schemas.openxmlformats.org/officeDocument/2006/relationships/image" Target="../media/image80.svg"/><Relationship Id="rId38" Type="http://schemas.openxmlformats.org/officeDocument/2006/relationships/image" Target="../media/image3.png"/><Relationship Id="rId46" Type="http://schemas.openxmlformats.org/officeDocument/2006/relationships/image" Target="../media/image33.svg"/><Relationship Id="rId20" Type="http://schemas.openxmlformats.org/officeDocument/2006/relationships/image" Target="../media/image161.png"/><Relationship Id="rId41" Type="http://schemas.openxmlformats.org/officeDocument/2006/relationships/image" Target="../media/image186.png"/><Relationship Id="rId54" Type="http://schemas.openxmlformats.org/officeDocument/2006/relationships/image" Target="../media/image18.svg"/><Relationship Id="rId1" Type="http://schemas.openxmlformats.org/officeDocument/2006/relationships/slideLayout" Target="../slideLayouts/slideLayout7.xml"/><Relationship Id="rId6" Type="http://schemas.openxmlformats.org/officeDocument/2006/relationships/image" Target="../media/image139.png"/><Relationship Id="rId15" Type="http://schemas.openxmlformats.org/officeDocument/2006/relationships/image" Target="../media/image149.svg"/><Relationship Id="rId23" Type="http://schemas.openxmlformats.org/officeDocument/2006/relationships/image" Target="../media/image249.svg"/><Relationship Id="rId28" Type="http://schemas.openxmlformats.org/officeDocument/2006/relationships/image" Target="../media/image13.png"/><Relationship Id="rId36" Type="http://schemas.openxmlformats.org/officeDocument/2006/relationships/image" Target="../media/image50.png"/><Relationship Id="rId49" Type="http://schemas.openxmlformats.org/officeDocument/2006/relationships/image" Target="../media/image27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663507">
            <a:off x="10798582" y="-271303"/>
            <a:ext cx="5174776" cy="9747009"/>
          </a:xfrm>
          <a:custGeom>
            <a:avLst/>
            <a:gdLst/>
            <a:ahLst/>
            <a:cxnLst/>
            <a:rect l="l" t="t" r="r" b="b"/>
            <a:pathLst>
              <a:path w="5174776" h="9747009">
                <a:moveTo>
                  <a:pt x="0" y="0"/>
                </a:moveTo>
                <a:lnTo>
                  <a:pt x="5174776" y="0"/>
                </a:lnTo>
                <a:lnTo>
                  <a:pt x="5174776" y="9747009"/>
                </a:lnTo>
                <a:lnTo>
                  <a:pt x="0" y="974700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rot="663507">
            <a:off x="11245923" y="3122609"/>
            <a:ext cx="3757028" cy="5635543"/>
            <a:chOff x="0" y="0"/>
            <a:chExt cx="969683" cy="1454525"/>
          </a:xfrm>
        </p:grpSpPr>
        <p:sp>
          <p:nvSpPr>
            <p:cNvPr id="5" name="Freeform 5"/>
            <p:cNvSpPr/>
            <p:nvPr/>
          </p:nvSpPr>
          <p:spPr>
            <a:xfrm>
              <a:off x="0" y="0"/>
              <a:ext cx="969683" cy="1454525"/>
            </a:xfrm>
            <a:custGeom>
              <a:avLst/>
              <a:gdLst/>
              <a:ahLst/>
              <a:cxnLst/>
              <a:rect l="l" t="t" r="r" b="b"/>
              <a:pathLst>
                <a:path w="969683" h="1454525">
                  <a:moveTo>
                    <a:pt x="68001" y="0"/>
                  </a:moveTo>
                  <a:lnTo>
                    <a:pt x="901682" y="0"/>
                  </a:lnTo>
                  <a:cubicBezTo>
                    <a:pt x="939238" y="0"/>
                    <a:pt x="969683" y="30445"/>
                    <a:pt x="969683" y="68001"/>
                  </a:cubicBezTo>
                  <a:lnTo>
                    <a:pt x="969683" y="1386524"/>
                  </a:lnTo>
                  <a:cubicBezTo>
                    <a:pt x="969683" y="1424080"/>
                    <a:pt x="939238" y="1454525"/>
                    <a:pt x="901682" y="1454525"/>
                  </a:cubicBezTo>
                  <a:lnTo>
                    <a:pt x="68001" y="1454525"/>
                  </a:lnTo>
                  <a:cubicBezTo>
                    <a:pt x="30445" y="1454525"/>
                    <a:pt x="0" y="1424080"/>
                    <a:pt x="0" y="1386524"/>
                  </a:cubicBezTo>
                  <a:lnTo>
                    <a:pt x="0" y="68001"/>
                  </a:lnTo>
                  <a:cubicBezTo>
                    <a:pt x="0" y="30445"/>
                    <a:pt x="30445" y="0"/>
                    <a:pt x="68001" y="0"/>
                  </a:cubicBezTo>
                  <a:close/>
                </a:path>
              </a:pathLst>
            </a:custGeom>
            <a:solidFill>
              <a:srgbClr val="E2ECF1"/>
            </a:solidFill>
          </p:spPr>
        </p:sp>
        <p:sp>
          <p:nvSpPr>
            <p:cNvPr id="6" name="TextBox 6"/>
            <p:cNvSpPr txBox="1"/>
            <p:nvPr/>
          </p:nvSpPr>
          <p:spPr>
            <a:xfrm>
              <a:off x="0" y="-38100"/>
              <a:ext cx="969683" cy="1492625"/>
            </a:xfrm>
            <a:prstGeom prst="rect">
              <a:avLst/>
            </a:prstGeom>
          </p:spPr>
          <p:txBody>
            <a:bodyPr lIns="51838" tIns="51838" rIns="51838" bIns="51838" rtlCol="0" anchor="ctr"/>
            <a:lstStyle/>
            <a:p>
              <a:pPr algn="ctr">
                <a:lnSpc>
                  <a:spcPts val="3080"/>
                </a:lnSpc>
              </a:pPr>
              <a:endParaRPr/>
            </a:p>
          </p:txBody>
        </p:sp>
      </p:grpSp>
      <p:grpSp>
        <p:nvGrpSpPr>
          <p:cNvPr id="7" name="Group 7"/>
          <p:cNvGrpSpPr>
            <a:grpSpLocks noChangeAspect="1"/>
          </p:cNvGrpSpPr>
          <p:nvPr/>
        </p:nvGrpSpPr>
        <p:grpSpPr>
          <a:xfrm rot="663507">
            <a:off x="11245923" y="3122609"/>
            <a:ext cx="3757028" cy="5635543"/>
            <a:chOff x="0" y="0"/>
            <a:chExt cx="6350000" cy="9525000"/>
          </a:xfrm>
        </p:grpSpPr>
        <p:sp>
          <p:nvSpPr>
            <p:cNvPr id="8" name="Freeform 8"/>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6"/>
              <a:stretch>
                <a:fillRect l="-9999" r="-9999"/>
              </a:stretch>
            </a:blipFill>
          </p:spPr>
        </p:sp>
      </p:grpSp>
      <p:sp>
        <p:nvSpPr>
          <p:cNvPr id="9" name="Freeform 9"/>
          <p:cNvSpPr/>
          <p:nvPr/>
        </p:nvSpPr>
        <p:spPr>
          <a:xfrm rot="-816524">
            <a:off x="15447232" y="5692158"/>
            <a:ext cx="3624137" cy="5810239"/>
          </a:xfrm>
          <a:custGeom>
            <a:avLst/>
            <a:gdLst/>
            <a:ahLst/>
            <a:cxnLst/>
            <a:rect l="l" t="t" r="r" b="b"/>
            <a:pathLst>
              <a:path w="3624137" h="5810239">
                <a:moveTo>
                  <a:pt x="0" y="0"/>
                </a:moveTo>
                <a:lnTo>
                  <a:pt x="3624136" y="0"/>
                </a:lnTo>
                <a:lnTo>
                  <a:pt x="3624136" y="5810239"/>
                </a:lnTo>
                <a:lnTo>
                  <a:pt x="0" y="5810239"/>
                </a:lnTo>
                <a:lnTo>
                  <a:pt x="0" y="0"/>
                </a:lnTo>
                <a:close/>
              </a:path>
            </a:pathLst>
          </a:custGeom>
          <a:blipFill>
            <a:blip r:embed="rId7"/>
            <a:stretch>
              <a:fillRect/>
            </a:stretch>
          </a:blipFill>
        </p:spPr>
      </p:sp>
      <p:sp>
        <p:nvSpPr>
          <p:cNvPr id="10" name="Freeform 10"/>
          <p:cNvSpPr/>
          <p:nvPr/>
        </p:nvSpPr>
        <p:spPr>
          <a:xfrm>
            <a:off x="12628638" y="3310326"/>
            <a:ext cx="1145005" cy="694159"/>
          </a:xfrm>
          <a:custGeom>
            <a:avLst/>
            <a:gdLst/>
            <a:ahLst/>
            <a:cxnLst/>
            <a:rect l="l" t="t" r="r" b="b"/>
            <a:pathLst>
              <a:path w="1145005" h="694159">
                <a:moveTo>
                  <a:pt x="0" y="0"/>
                </a:moveTo>
                <a:lnTo>
                  <a:pt x="1145005" y="0"/>
                </a:lnTo>
                <a:lnTo>
                  <a:pt x="1145005" y="694160"/>
                </a:lnTo>
                <a:lnTo>
                  <a:pt x="0" y="694160"/>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1" name="Freeform 11"/>
          <p:cNvSpPr/>
          <p:nvPr/>
        </p:nvSpPr>
        <p:spPr>
          <a:xfrm rot="596051" flipH="1">
            <a:off x="6235883" y="907759"/>
            <a:ext cx="1831194" cy="1895155"/>
          </a:xfrm>
          <a:custGeom>
            <a:avLst/>
            <a:gdLst/>
            <a:ahLst/>
            <a:cxnLst/>
            <a:rect l="l" t="t" r="r" b="b"/>
            <a:pathLst>
              <a:path w="1831194" h="1895155">
                <a:moveTo>
                  <a:pt x="1831194" y="0"/>
                </a:moveTo>
                <a:lnTo>
                  <a:pt x="0" y="0"/>
                </a:lnTo>
                <a:lnTo>
                  <a:pt x="0" y="1895155"/>
                </a:lnTo>
                <a:lnTo>
                  <a:pt x="1831194" y="1895155"/>
                </a:lnTo>
                <a:lnTo>
                  <a:pt x="1831194"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2" name="TextBox 12"/>
          <p:cNvSpPr txBox="1"/>
          <p:nvPr/>
        </p:nvSpPr>
        <p:spPr>
          <a:xfrm>
            <a:off x="1206366" y="3044906"/>
            <a:ext cx="9370166" cy="3905760"/>
          </a:xfrm>
          <a:prstGeom prst="rect">
            <a:avLst/>
          </a:prstGeom>
        </p:spPr>
        <p:txBody>
          <a:bodyPr lIns="0" tIns="0" rIns="0" bIns="0" rtlCol="0" anchor="t">
            <a:spAutoFit/>
          </a:bodyPr>
          <a:lstStyle/>
          <a:p>
            <a:pPr algn="l">
              <a:lnSpc>
                <a:spcPts val="14841"/>
              </a:lnSpc>
            </a:pPr>
            <a:r>
              <a:rPr lang="en-US" sz="16131">
                <a:solidFill>
                  <a:srgbClr val="E668A0"/>
                </a:solidFill>
                <a:latin typeface="Sensei"/>
                <a:ea typeface="Sensei"/>
                <a:cs typeface="Sensei"/>
                <a:sym typeface="Sensei"/>
              </a:rPr>
              <a:t>Photocard</a:t>
            </a:r>
          </a:p>
          <a:p>
            <a:pPr algn="l">
              <a:lnSpc>
                <a:spcPts val="14841"/>
              </a:lnSpc>
            </a:pPr>
            <a:r>
              <a:rPr lang="en-US" sz="16131">
                <a:solidFill>
                  <a:srgbClr val="E668A0"/>
                </a:solidFill>
                <a:latin typeface="Sensei"/>
                <a:ea typeface="Sensei"/>
                <a:cs typeface="Sensei"/>
                <a:sym typeface="Sensei"/>
              </a:rPr>
              <a:t>Journal</a:t>
            </a:r>
          </a:p>
        </p:txBody>
      </p:sp>
      <p:sp>
        <p:nvSpPr>
          <p:cNvPr id="13" name="TextBox 13"/>
          <p:cNvSpPr txBox="1"/>
          <p:nvPr/>
        </p:nvSpPr>
        <p:spPr>
          <a:xfrm>
            <a:off x="1206366" y="6862785"/>
            <a:ext cx="4516255" cy="704689"/>
          </a:xfrm>
          <a:prstGeom prst="rect">
            <a:avLst/>
          </a:prstGeom>
        </p:spPr>
        <p:txBody>
          <a:bodyPr lIns="0" tIns="0" rIns="0" bIns="0" rtlCol="0" anchor="t">
            <a:spAutoFit/>
          </a:bodyPr>
          <a:lstStyle/>
          <a:p>
            <a:pPr marL="0" lvl="0" indent="0" algn="l">
              <a:lnSpc>
                <a:spcPts val="6494"/>
              </a:lnSpc>
            </a:pPr>
            <a:r>
              <a:rPr lang="en-US" sz="2952">
                <a:solidFill>
                  <a:srgbClr val="1A4F6B"/>
                </a:solidFill>
                <a:latin typeface="Atkinson Hyperlegible"/>
                <a:ea typeface="Atkinson Hyperlegible"/>
                <a:cs typeface="Atkinson Hyperlegible"/>
                <a:sym typeface="Atkinson Hyperlegible"/>
              </a:rPr>
              <a:t>Cute Digital Journal </a:t>
            </a:r>
          </a:p>
        </p:txBody>
      </p:sp>
      <p:sp>
        <p:nvSpPr>
          <p:cNvPr id="14" name="Freeform 14"/>
          <p:cNvSpPr/>
          <p:nvPr/>
        </p:nvSpPr>
        <p:spPr>
          <a:xfrm rot="-869008">
            <a:off x="7200472" y="7282173"/>
            <a:ext cx="2153934" cy="1539084"/>
          </a:xfrm>
          <a:custGeom>
            <a:avLst/>
            <a:gdLst/>
            <a:ahLst/>
            <a:cxnLst/>
            <a:rect l="l" t="t" r="r" b="b"/>
            <a:pathLst>
              <a:path w="2153934" h="1539084">
                <a:moveTo>
                  <a:pt x="0" y="0"/>
                </a:moveTo>
                <a:lnTo>
                  <a:pt x="2153934" y="0"/>
                </a:lnTo>
                <a:lnTo>
                  <a:pt x="2153934" y="1539083"/>
                </a:lnTo>
                <a:lnTo>
                  <a:pt x="0" y="1539083"/>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sp>
      <p:sp>
        <p:nvSpPr>
          <p:cNvPr id="3" name="Freeform 3"/>
          <p:cNvSpPr/>
          <p:nvPr/>
        </p:nvSpPr>
        <p:spPr>
          <a:xfrm rot="126279">
            <a:off x="12929618" y="2732814"/>
            <a:ext cx="4711617" cy="4729352"/>
          </a:xfrm>
          <a:custGeom>
            <a:avLst/>
            <a:gdLst/>
            <a:ahLst/>
            <a:cxnLst/>
            <a:rect l="l" t="t" r="r" b="b"/>
            <a:pathLst>
              <a:path w="4711617" h="4729352">
                <a:moveTo>
                  <a:pt x="0" y="0"/>
                </a:moveTo>
                <a:lnTo>
                  <a:pt x="4711617" y="0"/>
                </a:lnTo>
                <a:lnTo>
                  <a:pt x="4711617" y="4729352"/>
                </a:lnTo>
                <a:lnTo>
                  <a:pt x="0" y="4729352"/>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917952" y="2785370"/>
            <a:ext cx="4754768" cy="6871472"/>
            <a:chOff x="0" y="0"/>
            <a:chExt cx="6339691" cy="9161963"/>
          </a:xfrm>
        </p:grpSpPr>
        <p:sp>
          <p:nvSpPr>
            <p:cNvPr id="5" name="Freeform 5"/>
            <p:cNvSpPr/>
            <p:nvPr/>
          </p:nvSpPr>
          <p:spPr>
            <a:xfrm>
              <a:off x="0" y="0"/>
              <a:ext cx="6276191" cy="3343208"/>
            </a:xfrm>
            <a:custGeom>
              <a:avLst/>
              <a:gdLst/>
              <a:ahLst/>
              <a:cxnLst/>
              <a:rect l="l" t="t" r="r" b="b"/>
              <a:pathLst>
                <a:path w="6276191" h="3343208">
                  <a:moveTo>
                    <a:pt x="0" y="0"/>
                  </a:moveTo>
                  <a:lnTo>
                    <a:pt x="6276191" y="0"/>
                  </a:lnTo>
                  <a:lnTo>
                    <a:pt x="6276191" y="3343208"/>
                  </a:lnTo>
                  <a:lnTo>
                    <a:pt x="0" y="3343208"/>
                  </a:lnTo>
                  <a:lnTo>
                    <a:pt x="0" y="0"/>
                  </a:lnTo>
                  <a:close/>
                </a:path>
              </a:pathLst>
            </a:custGeom>
            <a:blipFill>
              <a:blip r:embed="rId4">
                <a:extLst>
                  <a:ext uri="{96DAC541-7B7A-43D3-8B79-37D633B846F1}">
                    <asvg:svgBlip xmlns:asvg="http://schemas.microsoft.com/office/drawing/2016/SVG/main" r:embed="rId5"/>
                  </a:ext>
                </a:extLst>
              </a:blip>
              <a:stretch>
                <a:fillRect b="-88436"/>
              </a:stretch>
            </a:blipFill>
          </p:spPr>
        </p:sp>
        <p:sp>
          <p:nvSpPr>
            <p:cNvPr id="6" name="Freeform 6"/>
            <p:cNvSpPr/>
            <p:nvPr/>
          </p:nvSpPr>
          <p:spPr>
            <a:xfrm>
              <a:off x="57907" y="2856535"/>
              <a:ext cx="6281783" cy="6305429"/>
            </a:xfrm>
            <a:custGeom>
              <a:avLst/>
              <a:gdLst/>
              <a:ahLst/>
              <a:cxnLst/>
              <a:rect l="l" t="t" r="r" b="b"/>
              <a:pathLst>
                <a:path w="6281783" h="6305429">
                  <a:moveTo>
                    <a:pt x="0" y="0"/>
                  </a:moveTo>
                  <a:lnTo>
                    <a:pt x="6281784" y="0"/>
                  </a:lnTo>
                  <a:lnTo>
                    <a:pt x="6281784" y="6305428"/>
                  </a:lnTo>
                  <a:lnTo>
                    <a:pt x="0" y="630542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grpSp>
        <p:nvGrpSpPr>
          <p:cNvPr id="7" name="Group 7"/>
          <p:cNvGrpSpPr/>
          <p:nvPr/>
        </p:nvGrpSpPr>
        <p:grpSpPr>
          <a:xfrm>
            <a:off x="6840935" y="2785370"/>
            <a:ext cx="4754768" cy="6871472"/>
            <a:chOff x="0" y="0"/>
            <a:chExt cx="6339691" cy="9161963"/>
          </a:xfrm>
        </p:grpSpPr>
        <p:sp>
          <p:nvSpPr>
            <p:cNvPr id="8" name="Freeform 8"/>
            <p:cNvSpPr/>
            <p:nvPr/>
          </p:nvSpPr>
          <p:spPr>
            <a:xfrm>
              <a:off x="0" y="0"/>
              <a:ext cx="6276191" cy="3343208"/>
            </a:xfrm>
            <a:custGeom>
              <a:avLst/>
              <a:gdLst/>
              <a:ahLst/>
              <a:cxnLst/>
              <a:rect l="l" t="t" r="r" b="b"/>
              <a:pathLst>
                <a:path w="6276191" h="3343208">
                  <a:moveTo>
                    <a:pt x="0" y="0"/>
                  </a:moveTo>
                  <a:lnTo>
                    <a:pt x="6276191" y="0"/>
                  </a:lnTo>
                  <a:lnTo>
                    <a:pt x="6276191" y="3343208"/>
                  </a:lnTo>
                  <a:lnTo>
                    <a:pt x="0" y="3343208"/>
                  </a:lnTo>
                  <a:lnTo>
                    <a:pt x="0" y="0"/>
                  </a:lnTo>
                  <a:close/>
                </a:path>
              </a:pathLst>
            </a:custGeom>
            <a:blipFill>
              <a:blip r:embed="rId4">
                <a:extLst>
                  <a:ext uri="{96DAC541-7B7A-43D3-8B79-37D633B846F1}">
                    <asvg:svgBlip xmlns:asvg="http://schemas.microsoft.com/office/drawing/2016/SVG/main" r:embed="rId5"/>
                  </a:ext>
                </a:extLst>
              </a:blip>
              <a:stretch>
                <a:fillRect b="-88436"/>
              </a:stretch>
            </a:blipFill>
          </p:spPr>
        </p:sp>
        <p:sp>
          <p:nvSpPr>
            <p:cNvPr id="9" name="Freeform 9"/>
            <p:cNvSpPr/>
            <p:nvPr/>
          </p:nvSpPr>
          <p:spPr>
            <a:xfrm>
              <a:off x="57907" y="2856535"/>
              <a:ext cx="6281783" cy="6305429"/>
            </a:xfrm>
            <a:custGeom>
              <a:avLst/>
              <a:gdLst/>
              <a:ahLst/>
              <a:cxnLst/>
              <a:rect l="l" t="t" r="r" b="b"/>
              <a:pathLst>
                <a:path w="6281783" h="6305429">
                  <a:moveTo>
                    <a:pt x="0" y="0"/>
                  </a:moveTo>
                  <a:lnTo>
                    <a:pt x="6281784" y="0"/>
                  </a:lnTo>
                  <a:lnTo>
                    <a:pt x="6281784" y="6305428"/>
                  </a:lnTo>
                  <a:lnTo>
                    <a:pt x="0" y="630542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sp>
        <p:nvSpPr>
          <p:cNvPr id="10" name="Freeform 10"/>
          <p:cNvSpPr/>
          <p:nvPr/>
        </p:nvSpPr>
        <p:spPr>
          <a:xfrm rot="-599986">
            <a:off x="453507" y="2448014"/>
            <a:ext cx="2234629" cy="751394"/>
          </a:xfrm>
          <a:custGeom>
            <a:avLst/>
            <a:gdLst/>
            <a:ahLst/>
            <a:cxnLst/>
            <a:rect l="l" t="t" r="r" b="b"/>
            <a:pathLst>
              <a:path w="2234629" h="751394">
                <a:moveTo>
                  <a:pt x="0" y="0"/>
                </a:moveTo>
                <a:lnTo>
                  <a:pt x="2234629" y="0"/>
                </a:lnTo>
                <a:lnTo>
                  <a:pt x="2234629" y="751394"/>
                </a:lnTo>
                <a:lnTo>
                  <a:pt x="0" y="75139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1" name="Freeform 11"/>
          <p:cNvSpPr/>
          <p:nvPr/>
        </p:nvSpPr>
        <p:spPr>
          <a:xfrm rot="95458">
            <a:off x="15521767" y="2278930"/>
            <a:ext cx="2322506" cy="882552"/>
          </a:xfrm>
          <a:custGeom>
            <a:avLst/>
            <a:gdLst/>
            <a:ahLst/>
            <a:cxnLst/>
            <a:rect l="l" t="t" r="r" b="b"/>
            <a:pathLst>
              <a:path w="2322506" h="882552">
                <a:moveTo>
                  <a:pt x="0" y="0"/>
                </a:moveTo>
                <a:lnTo>
                  <a:pt x="2322506" y="0"/>
                </a:lnTo>
                <a:lnTo>
                  <a:pt x="2322506" y="882552"/>
                </a:lnTo>
                <a:lnTo>
                  <a:pt x="0" y="88255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2" name="TextBox 12"/>
          <p:cNvSpPr txBox="1"/>
          <p:nvPr/>
        </p:nvSpPr>
        <p:spPr>
          <a:xfrm>
            <a:off x="7300856" y="4032786"/>
            <a:ext cx="3860989" cy="4070985"/>
          </a:xfrm>
          <a:prstGeom prst="rect">
            <a:avLst/>
          </a:prstGeom>
        </p:spPr>
        <p:txBody>
          <a:bodyPr lIns="0" tIns="0" rIns="0" bIns="0" rtlCol="0" anchor="t">
            <a:spAutoFit/>
          </a:bodyPr>
          <a:lstStyle/>
          <a:p>
            <a:pPr algn="ctr">
              <a:lnSpc>
                <a:spcPts val="2940"/>
              </a:lnSpc>
            </a:pPr>
            <a:r>
              <a:rPr lang="en-US" sz="2100">
                <a:solidFill>
                  <a:srgbClr val="1A4F6B"/>
                </a:solidFill>
                <a:latin typeface="Atkinson Hyperlegible"/>
                <a:ea typeface="Atkinson Hyperlegible"/>
                <a:cs typeface="Atkinson Hyperlegible"/>
                <a:sym typeface="Atkinson Hyperlegible"/>
              </a:rPr>
              <a:t>Click on the "PowerPoint" button below this presentation preview. Start editing your presentation.</a:t>
            </a:r>
          </a:p>
          <a:p>
            <a:pPr algn="ctr">
              <a:lnSpc>
                <a:spcPts val="2940"/>
              </a:lnSpc>
            </a:pPr>
            <a:r>
              <a:rPr lang="en-US" sz="2100" u="sng">
                <a:solidFill>
                  <a:srgbClr val="1A4F6B"/>
                </a:solidFill>
                <a:latin typeface="Atkinson Hyperlegible"/>
                <a:ea typeface="Atkinson Hyperlegible"/>
                <a:cs typeface="Atkinson Hyperlegible"/>
                <a:sym typeface="Atkinson Hyperlegible"/>
              </a:rPr>
              <a:t>Alternative:</a:t>
            </a:r>
            <a:r>
              <a:rPr lang="en-US" sz="2100">
                <a:solidFill>
                  <a:srgbClr val="1A4F6B"/>
                </a:solidFill>
                <a:latin typeface="Atkinson Hyperlegible"/>
                <a:ea typeface="Atkinson Hyperlegible"/>
                <a:cs typeface="Atkinson Hyperlegible"/>
                <a:sym typeface="Atkinson Hyperlegible"/>
              </a:rPr>
              <a:t> From Canva template file, Click on the "Share" button on the top right corner in Canva and click on "More" at the bottom of the menu. Enter "PowerPoint" in the search bar and click on the PowerPoint icon to download.</a:t>
            </a:r>
          </a:p>
        </p:txBody>
      </p:sp>
      <p:sp>
        <p:nvSpPr>
          <p:cNvPr id="13" name="Freeform 13"/>
          <p:cNvSpPr/>
          <p:nvPr/>
        </p:nvSpPr>
        <p:spPr>
          <a:xfrm rot="510881">
            <a:off x="14535062" y="7861041"/>
            <a:ext cx="1949801" cy="2071502"/>
          </a:xfrm>
          <a:custGeom>
            <a:avLst/>
            <a:gdLst/>
            <a:ahLst/>
            <a:cxnLst/>
            <a:rect l="l" t="t" r="r" b="b"/>
            <a:pathLst>
              <a:path w="1949801" h="2071502">
                <a:moveTo>
                  <a:pt x="0" y="0"/>
                </a:moveTo>
                <a:lnTo>
                  <a:pt x="1949801" y="0"/>
                </a:lnTo>
                <a:lnTo>
                  <a:pt x="1949801" y="2071501"/>
                </a:lnTo>
                <a:lnTo>
                  <a:pt x="0" y="2071501"/>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4" name="Freeform 14"/>
          <p:cNvSpPr/>
          <p:nvPr/>
        </p:nvSpPr>
        <p:spPr>
          <a:xfrm rot="2765403">
            <a:off x="12466238" y="7911222"/>
            <a:ext cx="756252" cy="1395767"/>
          </a:xfrm>
          <a:custGeom>
            <a:avLst/>
            <a:gdLst/>
            <a:ahLst/>
            <a:cxnLst/>
            <a:rect l="l" t="t" r="r" b="b"/>
            <a:pathLst>
              <a:path w="756252" h="1395767">
                <a:moveTo>
                  <a:pt x="0" y="0"/>
                </a:moveTo>
                <a:lnTo>
                  <a:pt x="756252" y="0"/>
                </a:lnTo>
                <a:lnTo>
                  <a:pt x="756252" y="1395767"/>
                </a:lnTo>
                <a:lnTo>
                  <a:pt x="0" y="1395767"/>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15" name="TextBox 15"/>
          <p:cNvSpPr txBox="1"/>
          <p:nvPr/>
        </p:nvSpPr>
        <p:spPr>
          <a:xfrm>
            <a:off x="882491" y="1019812"/>
            <a:ext cx="16523018" cy="1086856"/>
          </a:xfrm>
          <a:prstGeom prst="rect">
            <a:avLst/>
          </a:prstGeom>
        </p:spPr>
        <p:txBody>
          <a:bodyPr lIns="0" tIns="0" rIns="0" bIns="0" rtlCol="0" anchor="t">
            <a:spAutoFit/>
          </a:bodyPr>
          <a:lstStyle/>
          <a:p>
            <a:pPr marL="0" lvl="0" indent="0" algn="ctr">
              <a:lnSpc>
                <a:spcPts val="7911"/>
              </a:lnSpc>
              <a:spcBef>
                <a:spcPct val="0"/>
              </a:spcBef>
            </a:pPr>
            <a:r>
              <a:rPr lang="en-US" sz="8599" u="none" strike="noStrike">
                <a:solidFill>
                  <a:srgbClr val="E668A0"/>
                </a:solidFill>
                <a:latin typeface="Sensei"/>
                <a:ea typeface="Sensei"/>
                <a:cs typeface="Sensei"/>
                <a:sym typeface="Sensei"/>
              </a:rPr>
              <a:t>How to Use This Presentation</a:t>
            </a:r>
          </a:p>
        </p:txBody>
      </p:sp>
      <p:sp>
        <p:nvSpPr>
          <p:cNvPr id="16" name="TextBox 16"/>
          <p:cNvSpPr txBox="1"/>
          <p:nvPr/>
        </p:nvSpPr>
        <p:spPr>
          <a:xfrm>
            <a:off x="1368987" y="4008151"/>
            <a:ext cx="3852698" cy="5185410"/>
          </a:xfrm>
          <a:prstGeom prst="rect">
            <a:avLst/>
          </a:prstGeom>
        </p:spPr>
        <p:txBody>
          <a:bodyPr lIns="0" tIns="0" rIns="0" bIns="0" rtlCol="0" anchor="t">
            <a:spAutoFit/>
          </a:bodyPr>
          <a:lstStyle/>
          <a:p>
            <a:pPr algn="ctr">
              <a:lnSpc>
                <a:spcPts val="2940"/>
              </a:lnSpc>
            </a:pPr>
            <a:r>
              <a:rPr lang="en-US" sz="2100">
                <a:solidFill>
                  <a:srgbClr val="1A4F6B"/>
                </a:solidFill>
                <a:latin typeface="Atkinson Hyperlegible"/>
                <a:ea typeface="Atkinson Hyperlegible"/>
                <a:cs typeface="Atkinson Hyperlegible"/>
                <a:sym typeface="Atkinson Hyperlegible"/>
              </a:rPr>
              <a:t>Click on the "Google Slides" button below this presentation preview. Make sure to sign in to your Google account. Click on "Make a copy." Start editing your presentation.</a:t>
            </a:r>
          </a:p>
          <a:p>
            <a:pPr algn="ctr">
              <a:lnSpc>
                <a:spcPts val="2940"/>
              </a:lnSpc>
            </a:pPr>
            <a:r>
              <a:rPr lang="en-US" sz="2100" u="sng">
                <a:solidFill>
                  <a:srgbClr val="1A4F6B"/>
                </a:solidFill>
                <a:latin typeface="Atkinson Hyperlegible"/>
                <a:ea typeface="Atkinson Hyperlegible"/>
                <a:cs typeface="Atkinson Hyperlegible"/>
                <a:sym typeface="Atkinson Hyperlegible"/>
              </a:rPr>
              <a:t>Alternative:</a:t>
            </a:r>
            <a:r>
              <a:rPr lang="en-US" sz="2100">
                <a:solidFill>
                  <a:srgbClr val="1A4F6B"/>
                </a:solidFill>
                <a:latin typeface="Atkinson Hyperlegible"/>
                <a:ea typeface="Atkinson Hyperlegible"/>
                <a:cs typeface="Atkinson Hyperlegible"/>
                <a:sym typeface="Atkinson Hyperlegible"/>
              </a:rPr>
              <a:t> Click on the "Share" button on the top right corner in Canva and click on "More" at the bottom of the menu. Enter "Google Drive" in the search bar and click on the GDrive icon to add this design as a Google slide in your GDrive.</a:t>
            </a:r>
          </a:p>
        </p:txBody>
      </p:sp>
      <p:sp>
        <p:nvSpPr>
          <p:cNvPr id="17" name="TextBox 17"/>
          <p:cNvSpPr txBox="1"/>
          <p:nvPr/>
        </p:nvSpPr>
        <p:spPr>
          <a:xfrm>
            <a:off x="724686" y="3117353"/>
            <a:ext cx="5141301" cy="495300"/>
          </a:xfrm>
          <a:prstGeom prst="rect">
            <a:avLst/>
          </a:prstGeom>
        </p:spPr>
        <p:txBody>
          <a:bodyPr lIns="0" tIns="0" rIns="0" bIns="0" rtlCol="0" anchor="t">
            <a:spAutoFit/>
          </a:bodyPr>
          <a:lstStyle/>
          <a:p>
            <a:pPr marL="0" lvl="0" indent="0" algn="ctr">
              <a:lnSpc>
                <a:spcPts val="3900"/>
              </a:lnSpc>
              <a:spcBef>
                <a:spcPct val="0"/>
              </a:spcBef>
            </a:pPr>
            <a:r>
              <a:rPr lang="en-US" sz="3000" b="1">
                <a:solidFill>
                  <a:srgbClr val="FFFFFF"/>
                </a:solidFill>
                <a:latin typeface="Atkinson Hyperlegible Bold"/>
                <a:ea typeface="Atkinson Hyperlegible Bold"/>
                <a:cs typeface="Atkinson Hyperlegible Bold"/>
                <a:sym typeface="Atkinson Hyperlegible Bold"/>
              </a:rPr>
              <a:t>Google Slides</a:t>
            </a:r>
          </a:p>
        </p:txBody>
      </p:sp>
      <p:sp>
        <p:nvSpPr>
          <p:cNvPr id="18" name="TextBox 18"/>
          <p:cNvSpPr txBox="1"/>
          <p:nvPr/>
        </p:nvSpPr>
        <p:spPr>
          <a:xfrm>
            <a:off x="6990823" y="3170564"/>
            <a:ext cx="4481055" cy="495300"/>
          </a:xfrm>
          <a:prstGeom prst="rect">
            <a:avLst/>
          </a:prstGeom>
        </p:spPr>
        <p:txBody>
          <a:bodyPr lIns="0" tIns="0" rIns="0" bIns="0" rtlCol="0" anchor="t">
            <a:spAutoFit/>
          </a:bodyPr>
          <a:lstStyle/>
          <a:p>
            <a:pPr marL="0" lvl="0" indent="0" algn="ctr">
              <a:lnSpc>
                <a:spcPts val="3900"/>
              </a:lnSpc>
              <a:spcBef>
                <a:spcPct val="0"/>
              </a:spcBef>
            </a:pPr>
            <a:r>
              <a:rPr lang="en-US" sz="3000" b="1">
                <a:solidFill>
                  <a:srgbClr val="FFFFFF"/>
                </a:solidFill>
                <a:latin typeface="Atkinson Hyperlegible Bold"/>
                <a:ea typeface="Atkinson Hyperlegible Bold"/>
                <a:cs typeface="Atkinson Hyperlegible Bold"/>
                <a:sym typeface="Atkinson Hyperlegible Bold"/>
              </a:rPr>
              <a:t>PowerPoint</a:t>
            </a:r>
          </a:p>
        </p:txBody>
      </p:sp>
      <p:sp>
        <p:nvSpPr>
          <p:cNvPr id="19" name="TextBox 19"/>
          <p:cNvSpPr txBox="1"/>
          <p:nvPr/>
        </p:nvSpPr>
        <p:spPr>
          <a:xfrm>
            <a:off x="13456080" y="4032786"/>
            <a:ext cx="3658693" cy="1842135"/>
          </a:xfrm>
          <a:prstGeom prst="rect">
            <a:avLst/>
          </a:prstGeom>
        </p:spPr>
        <p:txBody>
          <a:bodyPr lIns="0" tIns="0" rIns="0" bIns="0" rtlCol="0" anchor="t">
            <a:spAutoFit/>
          </a:bodyPr>
          <a:lstStyle/>
          <a:p>
            <a:pPr algn="ctr">
              <a:lnSpc>
                <a:spcPts val="2940"/>
              </a:lnSpc>
            </a:pPr>
            <a:r>
              <a:rPr lang="en-US" sz="2100">
                <a:solidFill>
                  <a:srgbClr val="1A4F6B"/>
                </a:solidFill>
                <a:latin typeface="Atkinson Hyperlegible"/>
                <a:ea typeface="Atkinson Hyperlegible"/>
                <a:cs typeface="Atkinson Hyperlegible"/>
                <a:sym typeface="Atkinson Hyperlegible"/>
              </a:rPr>
              <a:t>Click on the "Canva" button under this presentation preview. Start editing your presentation. You need to sign in to your Canva account.</a:t>
            </a:r>
          </a:p>
        </p:txBody>
      </p:sp>
      <p:sp>
        <p:nvSpPr>
          <p:cNvPr id="20" name="TextBox 20"/>
          <p:cNvSpPr txBox="1"/>
          <p:nvPr/>
        </p:nvSpPr>
        <p:spPr>
          <a:xfrm>
            <a:off x="12714776" y="3170564"/>
            <a:ext cx="5141301" cy="495300"/>
          </a:xfrm>
          <a:prstGeom prst="rect">
            <a:avLst/>
          </a:prstGeom>
        </p:spPr>
        <p:txBody>
          <a:bodyPr lIns="0" tIns="0" rIns="0" bIns="0" rtlCol="0" anchor="t">
            <a:spAutoFit/>
          </a:bodyPr>
          <a:lstStyle/>
          <a:p>
            <a:pPr marL="0" lvl="0" indent="0" algn="ctr">
              <a:lnSpc>
                <a:spcPts val="3900"/>
              </a:lnSpc>
              <a:spcBef>
                <a:spcPct val="0"/>
              </a:spcBef>
            </a:pPr>
            <a:r>
              <a:rPr lang="en-US" sz="3000" b="1">
                <a:solidFill>
                  <a:srgbClr val="FFFFFF"/>
                </a:solidFill>
                <a:latin typeface="Atkinson Hyperlegible Bold"/>
                <a:ea typeface="Atkinson Hyperlegible Bold"/>
                <a:cs typeface="Atkinson Hyperlegible Bold"/>
                <a:sym typeface="Atkinson Hyperlegible Bold"/>
              </a:rPr>
              <a:t>Canva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sp>
      <p:sp>
        <p:nvSpPr>
          <p:cNvPr id="3" name="Freeform 3"/>
          <p:cNvSpPr/>
          <p:nvPr/>
        </p:nvSpPr>
        <p:spPr>
          <a:xfrm>
            <a:off x="2088847" y="538409"/>
            <a:ext cx="14110305" cy="9210181"/>
          </a:xfrm>
          <a:custGeom>
            <a:avLst/>
            <a:gdLst/>
            <a:ahLst/>
            <a:cxnLst/>
            <a:rect l="l" t="t" r="r" b="b"/>
            <a:pathLst>
              <a:path w="14110305" h="9210181">
                <a:moveTo>
                  <a:pt x="0" y="0"/>
                </a:moveTo>
                <a:lnTo>
                  <a:pt x="14110306" y="0"/>
                </a:lnTo>
                <a:lnTo>
                  <a:pt x="14110306" y="9210182"/>
                </a:lnTo>
                <a:lnTo>
                  <a:pt x="0" y="9210182"/>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10305135" y="1487437"/>
            <a:ext cx="4975458" cy="7082670"/>
            <a:chOff x="0" y="0"/>
            <a:chExt cx="1261818" cy="1796225"/>
          </a:xfrm>
        </p:grpSpPr>
        <p:sp>
          <p:nvSpPr>
            <p:cNvPr id="5" name="Freeform 5"/>
            <p:cNvSpPr/>
            <p:nvPr/>
          </p:nvSpPr>
          <p:spPr>
            <a:xfrm>
              <a:off x="0" y="0"/>
              <a:ext cx="1261818" cy="1796225"/>
            </a:xfrm>
            <a:custGeom>
              <a:avLst/>
              <a:gdLst/>
              <a:ahLst/>
              <a:cxnLst/>
              <a:rect l="l" t="t" r="r" b="b"/>
              <a:pathLst>
                <a:path w="1261818" h="1796225">
                  <a:moveTo>
                    <a:pt x="0" y="0"/>
                  </a:moveTo>
                  <a:lnTo>
                    <a:pt x="1261818" y="0"/>
                  </a:lnTo>
                  <a:lnTo>
                    <a:pt x="1261818" y="1796225"/>
                  </a:lnTo>
                  <a:lnTo>
                    <a:pt x="0" y="1796225"/>
                  </a:lnTo>
                  <a:close/>
                </a:path>
              </a:pathLst>
            </a:custGeom>
            <a:solidFill>
              <a:srgbClr val="D0E5F0"/>
            </a:solidFill>
          </p:spPr>
        </p:sp>
        <p:sp>
          <p:nvSpPr>
            <p:cNvPr id="6" name="TextBox 6"/>
            <p:cNvSpPr txBox="1"/>
            <p:nvPr/>
          </p:nvSpPr>
          <p:spPr>
            <a:xfrm>
              <a:off x="0" y="-38100"/>
              <a:ext cx="1261818" cy="1834325"/>
            </a:xfrm>
            <a:prstGeom prst="rect">
              <a:avLst/>
            </a:prstGeom>
          </p:spPr>
          <p:txBody>
            <a:bodyPr lIns="50800" tIns="50800" rIns="50800" bIns="50800" rtlCol="0" anchor="ctr"/>
            <a:lstStyle/>
            <a:p>
              <a:pPr algn="ctr">
                <a:lnSpc>
                  <a:spcPts val="3080"/>
                </a:lnSpc>
              </a:pPr>
              <a:endParaRPr/>
            </a:p>
          </p:txBody>
        </p:sp>
      </p:grpSp>
      <p:grpSp>
        <p:nvGrpSpPr>
          <p:cNvPr id="7" name="Group 7"/>
          <p:cNvGrpSpPr/>
          <p:nvPr/>
        </p:nvGrpSpPr>
        <p:grpSpPr>
          <a:xfrm>
            <a:off x="10305135" y="1487437"/>
            <a:ext cx="4975458" cy="7082670"/>
            <a:chOff x="0" y="0"/>
            <a:chExt cx="6633943" cy="9443559"/>
          </a:xfrm>
        </p:grpSpPr>
        <p:pic>
          <p:nvPicPr>
            <p:cNvPr id="8" name="Picture 8"/>
            <p:cNvPicPr>
              <a:picLocks noChangeAspect="1"/>
            </p:cNvPicPr>
            <p:nvPr/>
          </p:nvPicPr>
          <p:blipFill>
            <a:blip r:embed="rId6"/>
            <a:srcRect t="2549" b="2549"/>
            <a:stretch>
              <a:fillRect/>
            </a:stretch>
          </p:blipFill>
          <p:spPr>
            <a:xfrm>
              <a:off x="0" y="0"/>
              <a:ext cx="6633943" cy="9443559"/>
            </a:xfrm>
            <a:prstGeom prst="rect">
              <a:avLst/>
            </a:prstGeom>
          </p:spPr>
        </p:pic>
      </p:grpSp>
      <p:sp>
        <p:nvSpPr>
          <p:cNvPr id="9" name="Freeform 9"/>
          <p:cNvSpPr/>
          <p:nvPr/>
        </p:nvSpPr>
        <p:spPr>
          <a:xfrm rot="3952590">
            <a:off x="10835436" y="1779979"/>
            <a:ext cx="782516" cy="1344678"/>
          </a:xfrm>
          <a:custGeom>
            <a:avLst/>
            <a:gdLst/>
            <a:ahLst/>
            <a:cxnLst/>
            <a:rect l="l" t="t" r="r" b="b"/>
            <a:pathLst>
              <a:path w="782516" h="1344678">
                <a:moveTo>
                  <a:pt x="0" y="0"/>
                </a:moveTo>
                <a:lnTo>
                  <a:pt x="782516" y="0"/>
                </a:lnTo>
                <a:lnTo>
                  <a:pt x="782516" y="1344678"/>
                </a:lnTo>
                <a:lnTo>
                  <a:pt x="0" y="1344678"/>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0" name="TextBox 10"/>
          <p:cNvSpPr txBox="1"/>
          <p:nvPr/>
        </p:nvSpPr>
        <p:spPr>
          <a:xfrm>
            <a:off x="3704715" y="4972417"/>
            <a:ext cx="3894020" cy="2745487"/>
          </a:xfrm>
          <a:prstGeom prst="rect">
            <a:avLst/>
          </a:prstGeom>
        </p:spPr>
        <p:txBody>
          <a:bodyPr lIns="0" tIns="0" rIns="0" bIns="0" rtlCol="0" anchor="t">
            <a:spAutoFit/>
          </a:bodyPr>
          <a:lstStyle/>
          <a:p>
            <a:pPr marL="0" lvl="1" indent="0" algn="ctr">
              <a:lnSpc>
                <a:spcPts val="4451"/>
              </a:lnSpc>
            </a:pPr>
            <a:r>
              <a:rPr lang="en-US" sz="2099" u="none" strike="noStrike">
                <a:solidFill>
                  <a:srgbClr val="1A4F6B"/>
                </a:solidFill>
                <a:latin typeface="Atkinson Hyperlegible"/>
                <a:ea typeface="Atkinson Hyperlegible"/>
                <a:cs typeface="Atkinson Hyperlegible"/>
                <a:sym typeface="Atkinson Hyperlegible"/>
              </a:rPr>
              <a:t>Hey there, I'm Rain, and I'm about to shower you with some of my most brilliant ideas! Catch me over at @reallygreatsite for more mind-blowing insights.</a:t>
            </a:r>
          </a:p>
        </p:txBody>
      </p:sp>
      <p:sp>
        <p:nvSpPr>
          <p:cNvPr id="11" name="AutoShape 11"/>
          <p:cNvSpPr/>
          <p:nvPr/>
        </p:nvSpPr>
        <p:spPr>
          <a:xfrm>
            <a:off x="3106473" y="5549489"/>
            <a:ext cx="5090505" cy="0"/>
          </a:xfrm>
          <a:prstGeom prst="line">
            <a:avLst/>
          </a:prstGeom>
          <a:ln w="28575" cap="flat">
            <a:solidFill>
              <a:srgbClr val="E2ECF1"/>
            </a:solidFill>
            <a:prstDash val="solid"/>
            <a:headEnd type="none" w="sm" len="sm"/>
            <a:tailEnd type="none" w="sm" len="sm"/>
          </a:ln>
        </p:spPr>
      </p:sp>
      <p:sp>
        <p:nvSpPr>
          <p:cNvPr id="12" name="AutoShape 12"/>
          <p:cNvSpPr/>
          <p:nvPr/>
        </p:nvSpPr>
        <p:spPr>
          <a:xfrm>
            <a:off x="3106473" y="6128048"/>
            <a:ext cx="5090505" cy="0"/>
          </a:xfrm>
          <a:prstGeom prst="line">
            <a:avLst/>
          </a:prstGeom>
          <a:ln w="28575" cap="flat">
            <a:solidFill>
              <a:srgbClr val="E2ECF1"/>
            </a:solidFill>
            <a:prstDash val="solid"/>
            <a:headEnd type="none" w="sm" len="sm"/>
            <a:tailEnd type="none" w="sm" len="sm"/>
          </a:ln>
        </p:spPr>
      </p:sp>
      <p:sp>
        <p:nvSpPr>
          <p:cNvPr id="13" name="AutoShape 13"/>
          <p:cNvSpPr/>
          <p:nvPr/>
        </p:nvSpPr>
        <p:spPr>
          <a:xfrm>
            <a:off x="3106473" y="6706607"/>
            <a:ext cx="5090505" cy="0"/>
          </a:xfrm>
          <a:prstGeom prst="line">
            <a:avLst/>
          </a:prstGeom>
          <a:ln w="28575" cap="flat">
            <a:solidFill>
              <a:srgbClr val="E2ECF1"/>
            </a:solidFill>
            <a:prstDash val="solid"/>
            <a:headEnd type="none" w="sm" len="sm"/>
            <a:tailEnd type="none" w="sm" len="sm"/>
          </a:ln>
        </p:spPr>
      </p:sp>
      <p:sp>
        <p:nvSpPr>
          <p:cNvPr id="14" name="AutoShape 14"/>
          <p:cNvSpPr/>
          <p:nvPr/>
        </p:nvSpPr>
        <p:spPr>
          <a:xfrm>
            <a:off x="3106473" y="7285165"/>
            <a:ext cx="5090505" cy="0"/>
          </a:xfrm>
          <a:prstGeom prst="line">
            <a:avLst/>
          </a:prstGeom>
          <a:ln w="28575" cap="flat">
            <a:solidFill>
              <a:srgbClr val="E2ECF1"/>
            </a:solidFill>
            <a:prstDash val="solid"/>
            <a:headEnd type="none" w="sm" len="sm"/>
            <a:tailEnd type="none" w="sm" len="sm"/>
          </a:ln>
        </p:spPr>
      </p:sp>
      <p:sp>
        <p:nvSpPr>
          <p:cNvPr id="15" name="AutoShape 15"/>
          <p:cNvSpPr/>
          <p:nvPr/>
        </p:nvSpPr>
        <p:spPr>
          <a:xfrm>
            <a:off x="3106473" y="7863724"/>
            <a:ext cx="5090505" cy="0"/>
          </a:xfrm>
          <a:prstGeom prst="line">
            <a:avLst/>
          </a:prstGeom>
          <a:ln w="28575" cap="flat">
            <a:solidFill>
              <a:srgbClr val="E2ECF1"/>
            </a:solidFill>
            <a:prstDash val="solid"/>
            <a:headEnd type="none" w="sm" len="sm"/>
            <a:tailEnd type="none" w="sm" len="sm"/>
          </a:ln>
        </p:spPr>
      </p:sp>
      <p:sp>
        <p:nvSpPr>
          <p:cNvPr id="16" name="Freeform 16"/>
          <p:cNvSpPr/>
          <p:nvPr/>
        </p:nvSpPr>
        <p:spPr>
          <a:xfrm rot="1042697">
            <a:off x="12061829" y="3951650"/>
            <a:ext cx="2179049" cy="745530"/>
          </a:xfrm>
          <a:custGeom>
            <a:avLst/>
            <a:gdLst/>
            <a:ahLst/>
            <a:cxnLst/>
            <a:rect l="l" t="t" r="r" b="b"/>
            <a:pathLst>
              <a:path w="2179049" h="745530">
                <a:moveTo>
                  <a:pt x="0" y="0"/>
                </a:moveTo>
                <a:lnTo>
                  <a:pt x="2179049" y="0"/>
                </a:lnTo>
                <a:lnTo>
                  <a:pt x="2179049" y="745530"/>
                </a:lnTo>
                <a:lnTo>
                  <a:pt x="0" y="745530"/>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7" name="Freeform 17"/>
          <p:cNvSpPr/>
          <p:nvPr/>
        </p:nvSpPr>
        <p:spPr>
          <a:xfrm flipH="1">
            <a:off x="7598735" y="3582207"/>
            <a:ext cx="1112726" cy="1253776"/>
          </a:xfrm>
          <a:custGeom>
            <a:avLst/>
            <a:gdLst/>
            <a:ahLst/>
            <a:cxnLst/>
            <a:rect l="l" t="t" r="r" b="b"/>
            <a:pathLst>
              <a:path w="1112726" h="1253776">
                <a:moveTo>
                  <a:pt x="1112726" y="0"/>
                </a:moveTo>
                <a:lnTo>
                  <a:pt x="0" y="0"/>
                </a:lnTo>
                <a:lnTo>
                  <a:pt x="0" y="1253776"/>
                </a:lnTo>
                <a:lnTo>
                  <a:pt x="1112726" y="1253776"/>
                </a:lnTo>
                <a:lnTo>
                  <a:pt x="1112726"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18" name="Freeform 18"/>
          <p:cNvSpPr/>
          <p:nvPr/>
        </p:nvSpPr>
        <p:spPr>
          <a:xfrm rot="409028">
            <a:off x="13563147" y="1111740"/>
            <a:ext cx="2234629" cy="751394"/>
          </a:xfrm>
          <a:custGeom>
            <a:avLst/>
            <a:gdLst/>
            <a:ahLst/>
            <a:cxnLst/>
            <a:rect l="l" t="t" r="r" b="b"/>
            <a:pathLst>
              <a:path w="2234629" h="751394">
                <a:moveTo>
                  <a:pt x="0" y="0"/>
                </a:moveTo>
                <a:lnTo>
                  <a:pt x="2234629" y="0"/>
                </a:lnTo>
                <a:lnTo>
                  <a:pt x="2234629" y="751394"/>
                </a:lnTo>
                <a:lnTo>
                  <a:pt x="0" y="751394"/>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19" name="Freeform 19"/>
          <p:cNvSpPr/>
          <p:nvPr/>
        </p:nvSpPr>
        <p:spPr>
          <a:xfrm>
            <a:off x="2550110" y="981770"/>
            <a:ext cx="1352451" cy="1237493"/>
          </a:xfrm>
          <a:custGeom>
            <a:avLst/>
            <a:gdLst/>
            <a:ahLst/>
            <a:cxnLst/>
            <a:rect l="l" t="t" r="r" b="b"/>
            <a:pathLst>
              <a:path w="1352451" h="1237493">
                <a:moveTo>
                  <a:pt x="0" y="0"/>
                </a:moveTo>
                <a:lnTo>
                  <a:pt x="1352451" y="0"/>
                </a:lnTo>
                <a:lnTo>
                  <a:pt x="1352451" y="1237493"/>
                </a:lnTo>
                <a:lnTo>
                  <a:pt x="0" y="1237493"/>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20" name="Freeform 20"/>
          <p:cNvSpPr/>
          <p:nvPr/>
        </p:nvSpPr>
        <p:spPr>
          <a:xfrm>
            <a:off x="10615136" y="7072062"/>
            <a:ext cx="1574600" cy="1283299"/>
          </a:xfrm>
          <a:custGeom>
            <a:avLst/>
            <a:gdLst/>
            <a:ahLst/>
            <a:cxnLst/>
            <a:rect l="l" t="t" r="r" b="b"/>
            <a:pathLst>
              <a:path w="1574600" h="1283299">
                <a:moveTo>
                  <a:pt x="0" y="0"/>
                </a:moveTo>
                <a:lnTo>
                  <a:pt x="1574600" y="0"/>
                </a:lnTo>
                <a:lnTo>
                  <a:pt x="1574600" y="1283299"/>
                </a:lnTo>
                <a:lnTo>
                  <a:pt x="0" y="1283299"/>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21" name="Freeform 21"/>
          <p:cNvSpPr/>
          <p:nvPr/>
        </p:nvSpPr>
        <p:spPr>
          <a:xfrm>
            <a:off x="516876" y="2534953"/>
            <a:ext cx="1023648" cy="1665699"/>
          </a:xfrm>
          <a:custGeom>
            <a:avLst/>
            <a:gdLst/>
            <a:ahLst/>
            <a:cxnLst/>
            <a:rect l="l" t="t" r="r" b="b"/>
            <a:pathLst>
              <a:path w="1023648" h="1665699">
                <a:moveTo>
                  <a:pt x="0" y="0"/>
                </a:moveTo>
                <a:lnTo>
                  <a:pt x="1023648" y="0"/>
                </a:lnTo>
                <a:lnTo>
                  <a:pt x="1023648" y="1665699"/>
                </a:lnTo>
                <a:lnTo>
                  <a:pt x="0" y="1665699"/>
                </a:lnTo>
                <a:lnTo>
                  <a:pt x="0" y="0"/>
                </a:lnTo>
                <a:close/>
              </a:path>
            </a:pathLst>
          </a:custGeom>
          <a:blipFill>
            <a:blip r:embed="rId19">
              <a:extLst>
                <a:ext uri="{96DAC541-7B7A-43D3-8B79-37D633B846F1}">
                  <asvg:svgBlip xmlns:asvg="http://schemas.microsoft.com/office/drawing/2016/SVG/main" r:embed="rId20"/>
                </a:ext>
              </a:extLst>
            </a:blip>
            <a:stretch>
              <a:fillRect/>
            </a:stretch>
          </a:blipFill>
        </p:spPr>
      </p:sp>
      <p:sp>
        <p:nvSpPr>
          <p:cNvPr id="22" name="Freeform 22"/>
          <p:cNvSpPr/>
          <p:nvPr/>
        </p:nvSpPr>
        <p:spPr>
          <a:xfrm rot="-3239841">
            <a:off x="16181636" y="7865544"/>
            <a:ext cx="2237309" cy="541022"/>
          </a:xfrm>
          <a:custGeom>
            <a:avLst/>
            <a:gdLst/>
            <a:ahLst/>
            <a:cxnLst/>
            <a:rect l="l" t="t" r="r" b="b"/>
            <a:pathLst>
              <a:path w="2237309" h="541022">
                <a:moveTo>
                  <a:pt x="0" y="0"/>
                </a:moveTo>
                <a:lnTo>
                  <a:pt x="2237308" y="0"/>
                </a:lnTo>
                <a:lnTo>
                  <a:pt x="2237308" y="541022"/>
                </a:lnTo>
                <a:lnTo>
                  <a:pt x="0" y="541022"/>
                </a:lnTo>
                <a:lnTo>
                  <a:pt x="0" y="0"/>
                </a:lnTo>
                <a:close/>
              </a:path>
            </a:pathLst>
          </a:custGeom>
          <a:blipFill>
            <a:blip r:embed="rId21">
              <a:extLst>
                <a:ext uri="{96DAC541-7B7A-43D3-8B79-37D633B846F1}">
                  <asvg:svgBlip xmlns:asvg="http://schemas.microsoft.com/office/drawing/2016/SVG/main" r:embed="rId22"/>
                </a:ext>
              </a:extLst>
            </a:blip>
            <a:stretch>
              <a:fillRect/>
            </a:stretch>
          </a:blipFill>
        </p:spPr>
      </p:sp>
      <p:sp>
        <p:nvSpPr>
          <p:cNvPr id="23" name="TextBox 23"/>
          <p:cNvSpPr txBox="1"/>
          <p:nvPr/>
        </p:nvSpPr>
        <p:spPr>
          <a:xfrm>
            <a:off x="2942980" y="2199195"/>
            <a:ext cx="5417490" cy="2020443"/>
          </a:xfrm>
          <a:prstGeom prst="rect">
            <a:avLst/>
          </a:prstGeom>
        </p:spPr>
        <p:txBody>
          <a:bodyPr lIns="0" tIns="0" rIns="0" bIns="0" rtlCol="0" anchor="t">
            <a:spAutoFit/>
          </a:bodyPr>
          <a:lstStyle/>
          <a:p>
            <a:pPr marL="0" lvl="0" indent="0" algn="ctr">
              <a:lnSpc>
                <a:spcPts val="7985"/>
              </a:lnSpc>
              <a:spcBef>
                <a:spcPct val="0"/>
              </a:spcBef>
            </a:pPr>
            <a:r>
              <a:rPr lang="en-US" sz="6599" u="none" strike="noStrike">
                <a:solidFill>
                  <a:srgbClr val="FFFFFF"/>
                </a:solidFill>
                <a:latin typeface="Sensei"/>
                <a:ea typeface="Sensei"/>
                <a:cs typeface="Sensei"/>
                <a:sym typeface="Sensei"/>
              </a:rPr>
              <a:t>Welcome To</a:t>
            </a:r>
          </a:p>
          <a:p>
            <a:pPr marL="0" lvl="0" indent="0" algn="ctr">
              <a:lnSpc>
                <a:spcPts val="7985"/>
              </a:lnSpc>
              <a:spcBef>
                <a:spcPct val="0"/>
              </a:spcBef>
            </a:pPr>
            <a:r>
              <a:rPr lang="en-US" sz="6599" u="none" strike="noStrike">
                <a:solidFill>
                  <a:srgbClr val="FFFFFF"/>
                </a:solidFill>
                <a:latin typeface="Sensei"/>
                <a:ea typeface="Sensei"/>
                <a:cs typeface="Sensei"/>
                <a:sym typeface="Sensei"/>
              </a:rPr>
              <a:t>My Journal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sp>
      <p:grpSp>
        <p:nvGrpSpPr>
          <p:cNvPr id="3" name="Group 3"/>
          <p:cNvGrpSpPr/>
          <p:nvPr/>
        </p:nvGrpSpPr>
        <p:grpSpPr>
          <a:xfrm>
            <a:off x="733452" y="656188"/>
            <a:ext cx="16821097" cy="8974625"/>
            <a:chOff x="0" y="0"/>
            <a:chExt cx="22428129" cy="11966166"/>
          </a:xfrm>
        </p:grpSpPr>
        <p:sp>
          <p:nvSpPr>
            <p:cNvPr id="4" name="Freeform 4"/>
            <p:cNvSpPr/>
            <p:nvPr/>
          </p:nvSpPr>
          <p:spPr>
            <a:xfrm rot="5400000">
              <a:off x="1194542" y="-1194542"/>
              <a:ext cx="11966166" cy="14355250"/>
            </a:xfrm>
            <a:custGeom>
              <a:avLst/>
              <a:gdLst/>
              <a:ahLst/>
              <a:cxnLst/>
              <a:rect l="l" t="t" r="r" b="b"/>
              <a:pathLst>
                <a:path w="11966166" h="14355250">
                  <a:moveTo>
                    <a:pt x="0" y="0"/>
                  </a:moveTo>
                  <a:lnTo>
                    <a:pt x="11966166" y="0"/>
                  </a:lnTo>
                  <a:lnTo>
                    <a:pt x="11966166" y="14355250"/>
                  </a:lnTo>
                  <a:lnTo>
                    <a:pt x="0" y="14355250"/>
                  </a:lnTo>
                  <a:lnTo>
                    <a:pt x="0" y="0"/>
                  </a:lnTo>
                  <a:close/>
                </a:path>
              </a:pathLst>
            </a:custGeom>
            <a:blipFill>
              <a:blip r:embed="rId4">
                <a:extLst>
                  <a:ext uri="{96DAC541-7B7A-43D3-8B79-37D633B846F1}">
                    <asvg:svgBlip xmlns:asvg="http://schemas.microsoft.com/office/drawing/2016/SVG/main" r:embed="rId5"/>
                  </a:ext>
                </a:extLst>
              </a:blip>
              <a:stretch>
                <a:fillRect t="-6372"/>
              </a:stretch>
            </a:blipFill>
          </p:spPr>
        </p:sp>
        <p:sp>
          <p:nvSpPr>
            <p:cNvPr id="5" name="Freeform 5"/>
            <p:cNvSpPr/>
            <p:nvPr/>
          </p:nvSpPr>
          <p:spPr>
            <a:xfrm rot="5400000">
              <a:off x="12318305" y="1856342"/>
              <a:ext cx="11966166" cy="8253482"/>
            </a:xfrm>
            <a:custGeom>
              <a:avLst/>
              <a:gdLst/>
              <a:ahLst/>
              <a:cxnLst/>
              <a:rect l="l" t="t" r="r" b="b"/>
              <a:pathLst>
                <a:path w="11966166" h="8253482">
                  <a:moveTo>
                    <a:pt x="0" y="0"/>
                  </a:moveTo>
                  <a:lnTo>
                    <a:pt x="11966166" y="0"/>
                  </a:lnTo>
                  <a:lnTo>
                    <a:pt x="11966166" y="8253482"/>
                  </a:lnTo>
                  <a:lnTo>
                    <a:pt x="0" y="8253482"/>
                  </a:lnTo>
                  <a:lnTo>
                    <a:pt x="0" y="0"/>
                  </a:lnTo>
                  <a:close/>
                </a:path>
              </a:pathLst>
            </a:custGeom>
            <a:blipFill>
              <a:blip r:embed="rId4">
                <a:extLst>
                  <a:ext uri="{96DAC541-7B7A-43D3-8B79-37D633B846F1}">
                    <asvg:svgBlip xmlns:asvg="http://schemas.microsoft.com/office/drawing/2016/SVG/main" r:embed="rId5"/>
                  </a:ext>
                </a:extLst>
              </a:blip>
              <a:stretch>
                <a:fillRect b="-85013"/>
              </a:stretch>
            </a:blipFill>
          </p:spPr>
        </p:sp>
      </p:grpSp>
      <p:sp>
        <p:nvSpPr>
          <p:cNvPr id="6" name="Freeform 6"/>
          <p:cNvSpPr/>
          <p:nvPr/>
        </p:nvSpPr>
        <p:spPr>
          <a:xfrm rot="278663">
            <a:off x="2121553" y="2455351"/>
            <a:ext cx="2376086" cy="2376086"/>
          </a:xfrm>
          <a:custGeom>
            <a:avLst/>
            <a:gdLst/>
            <a:ahLst/>
            <a:cxnLst/>
            <a:rect l="l" t="t" r="r" b="b"/>
            <a:pathLst>
              <a:path w="2376086" h="2376086">
                <a:moveTo>
                  <a:pt x="0" y="0"/>
                </a:moveTo>
                <a:lnTo>
                  <a:pt x="2376087" y="0"/>
                </a:lnTo>
                <a:lnTo>
                  <a:pt x="2376087" y="2376086"/>
                </a:lnTo>
                <a:lnTo>
                  <a:pt x="0" y="237608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rot="258719">
            <a:off x="13297168" y="3058387"/>
            <a:ext cx="2399952" cy="632715"/>
          </a:xfrm>
          <a:custGeom>
            <a:avLst/>
            <a:gdLst/>
            <a:ahLst/>
            <a:cxnLst/>
            <a:rect l="l" t="t" r="r" b="b"/>
            <a:pathLst>
              <a:path w="2399952" h="632715">
                <a:moveTo>
                  <a:pt x="0" y="0"/>
                </a:moveTo>
                <a:lnTo>
                  <a:pt x="2399952" y="0"/>
                </a:lnTo>
                <a:lnTo>
                  <a:pt x="2399952" y="632714"/>
                </a:lnTo>
                <a:lnTo>
                  <a:pt x="0" y="632714"/>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8" name="Freeform 8"/>
          <p:cNvSpPr/>
          <p:nvPr/>
        </p:nvSpPr>
        <p:spPr>
          <a:xfrm rot="102532">
            <a:off x="0" y="6339214"/>
            <a:ext cx="18288000" cy="502920"/>
          </a:xfrm>
          <a:custGeom>
            <a:avLst/>
            <a:gdLst/>
            <a:ahLst/>
            <a:cxnLst/>
            <a:rect l="l" t="t" r="r" b="b"/>
            <a:pathLst>
              <a:path w="18288000" h="502920">
                <a:moveTo>
                  <a:pt x="0" y="0"/>
                </a:moveTo>
                <a:lnTo>
                  <a:pt x="18288000" y="0"/>
                </a:lnTo>
                <a:lnTo>
                  <a:pt x="18288000" y="502920"/>
                </a:lnTo>
                <a:lnTo>
                  <a:pt x="0" y="502920"/>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9" name="TextBox 9"/>
          <p:cNvSpPr txBox="1"/>
          <p:nvPr/>
        </p:nvSpPr>
        <p:spPr>
          <a:xfrm>
            <a:off x="4589936" y="2875091"/>
            <a:ext cx="9108128" cy="1010792"/>
          </a:xfrm>
          <a:prstGeom prst="rect">
            <a:avLst/>
          </a:prstGeom>
        </p:spPr>
        <p:txBody>
          <a:bodyPr lIns="0" tIns="0" rIns="0" bIns="0" rtlCol="0" anchor="t">
            <a:spAutoFit/>
          </a:bodyPr>
          <a:lstStyle/>
          <a:p>
            <a:pPr marL="0" lvl="0" indent="0" algn="ctr">
              <a:lnSpc>
                <a:spcPts val="7986"/>
              </a:lnSpc>
              <a:spcBef>
                <a:spcPct val="0"/>
              </a:spcBef>
            </a:pPr>
            <a:r>
              <a:rPr lang="en-US" sz="6600" u="none" strike="noStrike">
                <a:solidFill>
                  <a:srgbClr val="E668A0"/>
                </a:solidFill>
                <a:latin typeface="Sensei"/>
                <a:ea typeface="Sensei"/>
                <a:cs typeface="Sensei"/>
                <a:sym typeface="Sensei"/>
              </a:rPr>
              <a:t>Add a Timeline Page</a:t>
            </a:r>
          </a:p>
        </p:txBody>
      </p:sp>
      <p:sp>
        <p:nvSpPr>
          <p:cNvPr id="10" name="TextBox 10"/>
          <p:cNvSpPr txBox="1"/>
          <p:nvPr/>
        </p:nvSpPr>
        <p:spPr>
          <a:xfrm>
            <a:off x="2476441" y="5229225"/>
            <a:ext cx="2032396" cy="962025"/>
          </a:xfrm>
          <a:prstGeom prst="rect">
            <a:avLst/>
          </a:prstGeom>
        </p:spPr>
        <p:txBody>
          <a:bodyPr lIns="0" tIns="0" rIns="0" bIns="0" rtlCol="0" anchor="t">
            <a:spAutoFit/>
          </a:bodyPr>
          <a:lstStyle/>
          <a:p>
            <a:pPr marL="0" lvl="0" indent="0" algn="ctr">
              <a:lnSpc>
                <a:spcPts val="7560"/>
              </a:lnSpc>
              <a:spcBef>
                <a:spcPct val="0"/>
              </a:spcBef>
            </a:pPr>
            <a:r>
              <a:rPr lang="en-US" sz="6300">
                <a:solidFill>
                  <a:srgbClr val="7BBBDD"/>
                </a:solidFill>
                <a:latin typeface="Sensei"/>
                <a:ea typeface="Sensei"/>
                <a:cs typeface="Sensei"/>
                <a:sym typeface="Sensei"/>
              </a:rPr>
              <a:t>202o</a:t>
            </a:r>
          </a:p>
        </p:txBody>
      </p:sp>
      <p:sp>
        <p:nvSpPr>
          <p:cNvPr id="11" name="TextBox 11"/>
          <p:cNvSpPr txBox="1"/>
          <p:nvPr/>
        </p:nvSpPr>
        <p:spPr>
          <a:xfrm>
            <a:off x="10010136" y="5229225"/>
            <a:ext cx="2032396" cy="962025"/>
          </a:xfrm>
          <a:prstGeom prst="rect">
            <a:avLst/>
          </a:prstGeom>
        </p:spPr>
        <p:txBody>
          <a:bodyPr lIns="0" tIns="0" rIns="0" bIns="0" rtlCol="0" anchor="t">
            <a:spAutoFit/>
          </a:bodyPr>
          <a:lstStyle/>
          <a:p>
            <a:pPr marL="0" lvl="0" indent="0" algn="ctr">
              <a:lnSpc>
                <a:spcPts val="7560"/>
              </a:lnSpc>
              <a:spcBef>
                <a:spcPct val="0"/>
              </a:spcBef>
            </a:pPr>
            <a:r>
              <a:rPr lang="en-US" sz="6300">
                <a:solidFill>
                  <a:srgbClr val="7BBBDD"/>
                </a:solidFill>
                <a:latin typeface="Sensei"/>
                <a:ea typeface="Sensei"/>
                <a:cs typeface="Sensei"/>
                <a:sym typeface="Sensei"/>
              </a:rPr>
              <a:t>2022</a:t>
            </a:r>
          </a:p>
        </p:txBody>
      </p:sp>
      <p:sp>
        <p:nvSpPr>
          <p:cNvPr id="12" name="TextBox 12"/>
          <p:cNvSpPr txBox="1"/>
          <p:nvPr/>
        </p:nvSpPr>
        <p:spPr>
          <a:xfrm>
            <a:off x="6245468" y="7105182"/>
            <a:ext cx="2032396" cy="962025"/>
          </a:xfrm>
          <a:prstGeom prst="rect">
            <a:avLst/>
          </a:prstGeom>
        </p:spPr>
        <p:txBody>
          <a:bodyPr lIns="0" tIns="0" rIns="0" bIns="0" rtlCol="0" anchor="t">
            <a:spAutoFit/>
          </a:bodyPr>
          <a:lstStyle/>
          <a:p>
            <a:pPr marL="0" lvl="0" indent="0" algn="ctr">
              <a:lnSpc>
                <a:spcPts val="7560"/>
              </a:lnSpc>
              <a:spcBef>
                <a:spcPct val="0"/>
              </a:spcBef>
            </a:pPr>
            <a:r>
              <a:rPr lang="en-US" sz="6300">
                <a:solidFill>
                  <a:srgbClr val="7BBBDD"/>
                </a:solidFill>
                <a:latin typeface="Sensei"/>
                <a:ea typeface="Sensei"/>
                <a:cs typeface="Sensei"/>
                <a:sym typeface="Sensei"/>
              </a:rPr>
              <a:t>2021</a:t>
            </a:r>
          </a:p>
        </p:txBody>
      </p:sp>
      <p:sp>
        <p:nvSpPr>
          <p:cNvPr id="13" name="TextBox 13"/>
          <p:cNvSpPr txBox="1"/>
          <p:nvPr/>
        </p:nvSpPr>
        <p:spPr>
          <a:xfrm>
            <a:off x="13779163" y="7105182"/>
            <a:ext cx="2032396" cy="962025"/>
          </a:xfrm>
          <a:prstGeom prst="rect">
            <a:avLst/>
          </a:prstGeom>
        </p:spPr>
        <p:txBody>
          <a:bodyPr lIns="0" tIns="0" rIns="0" bIns="0" rtlCol="0" anchor="t">
            <a:spAutoFit/>
          </a:bodyPr>
          <a:lstStyle/>
          <a:p>
            <a:pPr marL="0" lvl="0" indent="0" algn="ctr">
              <a:lnSpc>
                <a:spcPts val="7560"/>
              </a:lnSpc>
              <a:spcBef>
                <a:spcPct val="0"/>
              </a:spcBef>
            </a:pPr>
            <a:r>
              <a:rPr lang="en-US" sz="6300">
                <a:solidFill>
                  <a:srgbClr val="7BBBDD"/>
                </a:solidFill>
                <a:latin typeface="Sensei"/>
                <a:ea typeface="Sensei"/>
                <a:cs typeface="Sensei"/>
                <a:sym typeface="Sensei"/>
              </a:rPr>
              <a:t>2023</a:t>
            </a:r>
          </a:p>
        </p:txBody>
      </p:sp>
      <p:sp>
        <p:nvSpPr>
          <p:cNvPr id="14" name="TextBox 14"/>
          <p:cNvSpPr txBox="1"/>
          <p:nvPr/>
        </p:nvSpPr>
        <p:spPr>
          <a:xfrm>
            <a:off x="1967492" y="7069116"/>
            <a:ext cx="3050292" cy="381000"/>
          </a:xfrm>
          <a:prstGeom prst="rect">
            <a:avLst/>
          </a:prstGeom>
        </p:spPr>
        <p:txBody>
          <a:bodyPr lIns="0" tIns="0" rIns="0" bIns="0" rtlCol="0" anchor="t">
            <a:spAutoFit/>
          </a:bodyPr>
          <a:lstStyle/>
          <a:p>
            <a:pPr marL="0" lvl="0" indent="0" algn="ctr">
              <a:lnSpc>
                <a:spcPts val="3000"/>
              </a:lnSpc>
              <a:spcBef>
                <a:spcPct val="0"/>
              </a:spcBef>
            </a:pPr>
            <a:r>
              <a:rPr lang="en-US" sz="2500" b="1" u="none" strike="noStrike">
                <a:solidFill>
                  <a:srgbClr val="FA9ACE"/>
                </a:solidFill>
                <a:latin typeface="Atkinson Hyperlegible Bold"/>
                <a:ea typeface="Atkinson Hyperlegible Bold"/>
                <a:cs typeface="Atkinson Hyperlegible Bold"/>
                <a:sym typeface="Atkinson Hyperlegible Bold"/>
              </a:rPr>
              <a:t>Add a main point</a:t>
            </a:r>
          </a:p>
        </p:txBody>
      </p:sp>
      <p:sp>
        <p:nvSpPr>
          <p:cNvPr id="15" name="TextBox 15"/>
          <p:cNvSpPr txBox="1"/>
          <p:nvPr/>
        </p:nvSpPr>
        <p:spPr>
          <a:xfrm>
            <a:off x="9501188" y="7069116"/>
            <a:ext cx="3050292" cy="381000"/>
          </a:xfrm>
          <a:prstGeom prst="rect">
            <a:avLst/>
          </a:prstGeom>
        </p:spPr>
        <p:txBody>
          <a:bodyPr lIns="0" tIns="0" rIns="0" bIns="0" rtlCol="0" anchor="t">
            <a:spAutoFit/>
          </a:bodyPr>
          <a:lstStyle/>
          <a:p>
            <a:pPr marL="0" lvl="0" indent="0" algn="ctr">
              <a:lnSpc>
                <a:spcPts val="3000"/>
              </a:lnSpc>
              <a:spcBef>
                <a:spcPct val="0"/>
              </a:spcBef>
            </a:pPr>
            <a:r>
              <a:rPr lang="en-US" sz="2500" b="1" u="none" strike="noStrike">
                <a:solidFill>
                  <a:srgbClr val="FA9ACE"/>
                </a:solidFill>
                <a:latin typeface="Atkinson Hyperlegible Bold"/>
                <a:ea typeface="Atkinson Hyperlegible Bold"/>
                <a:cs typeface="Atkinson Hyperlegible Bold"/>
                <a:sym typeface="Atkinson Hyperlegible Bold"/>
              </a:rPr>
              <a:t>Add a main point</a:t>
            </a:r>
          </a:p>
        </p:txBody>
      </p:sp>
      <p:sp>
        <p:nvSpPr>
          <p:cNvPr id="16" name="TextBox 16"/>
          <p:cNvSpPr txBox="1"/>
          <p:nvPr/>
        </p:nvSpPr>
        <p:spPr>
          <a:xfrm>
            <a:off x="5736520" y="5067364"/>
            <a:ext cx="3050292" cy="381000"/>
          </a:xfrm>
          <a:prstGeom prst="rect">
            <a:avLst/>
          </a:prstGeom>
        </p:spPr>
        <p:txBody>
          <a:bodyPr lIns="0" tIns="0" rIns="0" bIns="0" rtlCol="0" anchor="t">
            <a:spAutoFit/>
          </a:bodyPr>
          <a:lstStyle/>
          <a:p>
            <a:pPr marL="0" lvl="0" indent="0" algn="ctr">
              <a:lnSpc>
                <a:spcPts val="3000"/>
              </a:lnSpc>
              <a:spcBef>
                <a:spcPct val="0"/>
              </a:spcBef>
            </a:pPr>
            <a:r>
              <a:rPr lang="en-US" sz="2500" b="1" u="none" strike="noStrike">
                <a:solidFill>
                  <a:srgbClr val="FA9ACE"/>
                </a:solidFill>
                <a:latin typeface="Atkinson Hyperlegible Bold"/>
                <a:ea typeface="Atkinson Hyperlegible Bold"/>
                <a:cs typeface="Atkinson Hyperlegible Bold"/>
                <a:sym typeface="Atkinson Hyperlegible Bold"/>
              </a:rPr>
              <a:t>Add a main point</a:t>
            </a:r>
          </a:p>
        </p:txBody>
      </p:sp>
      <p:sp>
        <p:nvSpPr>
          <p:cNvPr id="17" name="TextBox 17"/>
          <p:cNvSpPr txBox="1"/>
          <p:nvPr/>
        </p:nvSpPr>
        <p:spPr>
          <a:xfrm>
            <a:off x="13270215" y="5067364"/>
            <a:ext cx="3050292" cy="381000"/>
          </a:xfrm>
          <a:prstGeom prst="rect">
            <a:avLst/>
          </a:prstGeom>
        </p:spPr>
        <p:txBody>
          <a:bodyPr lIns="0" tIns="0" rIns="0" bIns="0" rtlCol="0" anchor="t">
            <a:spAutoFit/>
          </a:bodyPr>
          <a:lstStyle/>
          <a:p>
            <a:pPr marL="0" lvl="0" indent="0" algn="ctr">
              <a:lnSpc>
                <a:spcPts val="3000"/>
              </a:lnSpc>
              <a:spcBef>
                <a:spcPct val="0"/>
              </a:spcBef>
            </a:pPr>
            <a:r>
              <a:rPr lang="en-US" sz="2500" b="1" u="none" strike="noStrike">
                <a:solidFill>
                  <a:srgbClr val="FA9ACE"/>
                </a:solidFill>
                <a:latin typeface="Atkinson Hyperlegible Bold"/>
                <a:ea typeface="Atkinson Hyperlegible Bold"/>
                <a:cs typeface="Atkinson Hyperlegible Bold"/>
                <a:sym typeface="Atkinson Hyperlegible Bold"/>
              </a:rPr>
              <a:t>Add a main point</a:t>
            </a:r>
          </a:p>
        </p:txBody>
      </p:sp>
      <p:sp>
        <p:nvSpPr>
          <p:cNvPr id="18" name="TextBox 18"/>
          <p:cNvSpPr txBox="1"/>
          <p:nvPr/>
        </p:nvSpPr>
        <p:spPr>
          <a:xfrm>
            <a:off x="2308344" y="7552857"/>
            <a:ext cx="2368589" cy="727710"/>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Elaborate on what</a:t>
            </a:r>
          </a:p>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you want to discuss. </a:t>
            </a:r>
          </a:p>
        </p:txBody>
      </p:sp>
      <p:sp>
        <p:nvSpPr>
          <p:cNvPr id="19" name="TextBox 19"/>
          <p:cNvSpPr txBox="1"/>
          <p:nvPr/>
        </p:nvSpPr>
        <p:spPr>
          <a:xfrm>
            <a:off x="9842039" y="7552857"/>
            <a:ext cx="2368589" cy="727710"/>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Elaborate on what</a:t>
            </a:r>
          </a:p>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you want to discuss. </a:t>
            </a:r>
          </a:p>
        </p:txBody>
      </p:sp>
      <p:sp>
        <p:nvSpPr>
          <p:cNvPr id="20" name="TextBox 20"/>
          <p:cNvSpPr txBox="1"/>
          <p:nvPr/>
        </p:nvSpPr>
        <p:spPr>
          <a:xfrm>
            <a:off x="6077372" y="5551106"/>
            <a:ext cx="2368589" cy="727710"/>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Elaborate on what</a:t>
            </a:r>
          </a:p>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you want to discuss. </a:t>
            </a:r>
          </a:p>
        </p:txBody>
      </p:sp>
      <p:sp>
        <p:nvSpPr>
          <p:cNvPr id="21" name="TextBox 21"/>
          <p:cNvSpPr txBox="1"/>
          <p:nvPr/>
        </p:nvSpPr>
        <p:spPr>
          <a:xfrm>
            <a:off x="13611067" y="5551106"/>
            <a:ext cx="2368589" cy="727710"/>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Elaborate on what</a:t>
            </a:r>
          </a:p>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you want to discuss.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231163">
            <a:off x="1293486" y="821000"/>
            <a:ext cx="4906976" cy="8790999"/>
          </a:xfrm>
          <a:custGeom>
            <a:avLst/>
            <a:gdLst/>
            <a:ahLst/>
            <a:cxnLst/>
            <a:rect l="l" t="t" r="r" b="b"/>
            <a:pathLst>
              <a:path w="4906976" h="8790999">
                <a:moveTo>
                  <a:pt x="0" y="0"/>
                </a:moveTo>
                <a:lnTo>
                  <a:pt x="4906976" y="0"/>
                </a:lnTo>
                <a:lnTo>
                  <a:pt x="4906976" y="8790999"/>
                </a:lnTo>
                <a:lnTo>
                  <a:pt x="0" y="879099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rot="-231163">
            <a:off x="2073464" y="3737650"/>
            <a:ext cx="3489276" cy="5233914"/>
            <a:chOff x="0" y="0"/>
            <a:chExt cx="918986" cy="1378479"/>
          </a:xfrm>
        </p:grpSpPr>
        <p:sp>
          <p:nvSpPr>
            <p:cNvPr id="5" name="Freeform 5"/>
            <p:cNvSpPr/>
            <p:nvPr/>
          </p:nvSpPr>
          <p:spPr>
            <a:xfrm>
              <a:off x="0" y="0"/>
              <a:ext cx="918986" cy="1378479"/>
            </a:xfrm>
            <a:custGeom>
              <a:avLst/>
              <a:gdLst/>
              <a:ahLst/>
              <a:cxnLst/>
              <a:rect l="l" t="t" r="r" b="b"/>
              <a:pathLst>
                <a:path w="918986" h="1378479">
                  <a:moveTo>
                    <a:pt x="71001" y="0"/>
                  </a:moveTo>
                  <a:lnTo>
                    <a:pt x="847985" y="0"/>
                  </a:lnTo>
                  <a:cubicBezTo>
                    <a:pt x="887198" y="0"/>
                    <a:pt x="918986" y="31788"/>
                    <a:pt x="918986" y="71001"/>
                  </a:cubicBezTo>
                  <a:lnTo>
                    <a:pt x="918986" y="1307479"/>
                  </a:lnTo>
                  <a:cubicBezTo>
                    <a:pt x="918986" y="1346691"/>
                    <a:pt x="887198" y="1378479"/>
                    <a:pt x="847985" y="1378479"/>
                  </a:cubicBezTo>
                  <a:lnTo>
                    <a:pt x="71001" y="1378479"/>
                  </a:lnTo>
                  <a:cubicBezTo>
                    <a:pt x="52170" y="1378479"/>
                    <a:pt x="34111" y="1370999"/>
                    <a:pt x="20796" y="1357684"/>
                  </a:cubicBezTo>
                  <a:cubicBezTo>
                    <a:pt x="7480" y="1344368"/>
                    <a:pt x="0" y="1326309"/>
                    <a:pt x="0" y="1307479"/>
                  </a:cubicBezTo>
                  <a:lnTo>
                    <a:pt x="0" y="71001"/>
                  </a:lnTo>
                  <a:cubicBezTo>
                    <a:pt x="0" y="31788"/>
                    <a:pt x="31788" y="0"/>
                    <a:pt x="71001" y="0"/>
                  </a:cubicBezTo>
                  <a:close/>
                </a:path>
              </a:pathLst>
            </a:custGeom>
            <a:solidFill>
              <a:srgbClr val="E2ECF1"/>
            </a:solidFill>
          </p:spPr>
        </p:sp>
        <p:sp>
          <p:nvSpPr>
            <p:cNvPr id="6" name="TextBox 6"/>
            <p:cNvSpPr txBox="1"/>
            <p:nvPr/>
          </p:nvSpPr>
          <p:spPr>
            <a:xfrm>
              <a:off x="0" y="-38100"/>
              <a:ext cx="918986" cy="1416579"/>
            </a:xfrm>
            <a:prstGeom prst="rect">
              <a:avLst/>
            </a:prstGeom>
          </p:spPr>
          <p:txBody>
            <a:bodyPr lIns="50800" tIns="50800" rIns="50800" bIns="50800" rtlCol="0" anchor="ctr"/>
            <a:lstStyle/>
            <a:p>
              <a:pPr algn="ctr">
                <a:lnSpc>
                  <a:spcPts val="3080"/>
                </a:lnSpc>
              </a:pPr>
              <a:endParaRPr/>
            </a:p>
          </p:txBody>
        </p:sp>
      </p:grpSp>
      <p:grpSp>
        <p:nvGrpSpPr>
          <p:cNvPr id="7" name="Group 7"/>
          <p:cNvGrpSpPr>
            <a:grpSpLocks noChangeAspect="1"/>
          </p:cNvGrpSpPr>
          <p:nvPr/>
        </p:nvGrpSpPr>
        <p:grpSpPr>
          <a:xfrm rot="-231163">
            <a:off x="2073464" y="3737650"/>
            <a:ext cx="3489276" cy="5233914"/>
            <a:chOff x="0" y="0"/>
            <a:chExt cx="6350000" cy="9525000"/>
          </a:xfrm>
        </p:grpSpPr>
        <p:sp>
          <p:nvSpPr>
            <p:cNvPr id="8" name="Freeform 8"/>
            <p:cNvSpPr/>
            <p:nvPr/>
          </p:nvSpPr>
          <p:spPr>
            <a:xfrm flipH="1">
              <a:off x="0" y="0"/>
              <a:ext cx="6350000" cy="9525000"/>
            </a:xfrm>
            <a:custGeom>
              <a:avLst/>
              <a:gdLst/>
              <a:ahLst/>
              <a:cxnLst/>
              <a:rect l="l" t="t" r="r" b="b"/>
              <a:pathLst>
                <a:path w="6350000" h="9525000">
                  <a:moveTo>
                    <a:pt x="6350000" y="9042400"/>
                  </a:moveTo>
                  <a:lnTo>
                    <a:pt x="6350000" y="482600"/>
                  </a:lnTo>
                  <a:cubicBezTo>
                    <a:pt x="6350000" y="215900"/>
                    <a:pt x="6134100" y="0"/>
                    <a:pt x="5867400" y="0"/>
                  </a:cubicBezTo>
                  <a:lnTo>
                    <a:pt x="482600" y="0"/>
                  </a:lnTo>
                  <a:cubicBezTo>
                    <a:pt x="215900" y="0"/>
                    <a:pt x="0" y="217170"/>
                    <a:pt x="0" y="482600"/>
                  </a:cubicBezTo>
                  <a:lnTo>
                    <a:pt x="0" y="9042400"/>
                  </a:lnTo>
                  <a:cubicBezTo>
                    <a:pt x="0" y="9309100"/>
                    <a:pt x="215900" y="9525000"/>
                    <a:pt x="482600" y="9525000"/>
                  </a:cubicBezTo>
                  <a:lnTo>
                    <a:pt x="5867400" y="9525000"/>
                  </a:lnTo>
                  <a:cubicBezTo>
                    <a:pt x="6132830" y="9525000"/>
                    <a:pt x="6350000" y="9309100"/>
                    <a:pt x="6350000" y="9042400"/>
                  </a:cubicBezTo>
                  <a:close/>
                </a:path>
              </a:pathLst>
            </a:custGeom>
            <a:blipFill>
              <a:blip r:embed="rId6"/>
              <a:stretch>
                <a:fillRect l="-51164" t="-7161" r="-23269" b="-38200"/>
              </a:stretch>
            </a:blipFill>
          </p:spPr>
        </p:sp>
      </p:grpSp>
      <p:sp>
        <p:nvSpPr>
          <p:cNvPr id="9" name="Freeform 9"/>
          <p:cNvSpPr/>
          <p:nvPr/>
        </p:nvSpPr>
        <p:spPr>
          <a:xfrm rot="-231163">
            <a:off x="2145102" y="4040493"/>
            <a:ext cx="824717" cy="844382"/>
          </a:xfrm>
          <a:custGeom>
            <a:avLst/>
            <a:gdLst/>
            <a:ahLst/>
            <a:cxnLst/>
            <a:rect l="l" t="t" r="r" b="b"/>
            <a:pathLst>
              <a:path w="824717" h="844382">
                <a:moveTo>
                  <a:pt x="0" y="0"/>
                </a:moveTo>
                <a:lnTo>
                  <a:pt x="824717" y="0"/>
                </a:lnTo>
                <a:lnTo>
                  <a:pt x="824717" y="844382"/>
                </a:lnTo>
                <a:lnTo>
                  <a:pt x="0" y="84438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0" name="Freeform 10"/>
          <p:cNvSpPr/>
          <p:nvPr/>
        </p:nvSpPr>
        <p:spPr>
          <a:xfrm rot="346618">
            <a:off x="11496142" y="776378"/>
            <a:ext cx="5619620" cy="8398889"/>
          </a:xfrm>
          <a:custGeom>
            <a:avLst/>
            <a:gdLst/>
            <a:ahLst/>
            <a:cxnLst/>
            <a:rect l="l" t="t" r="r" b="b"/>
            <a:pathLst>
              <a:path w="5619620" h="8398889">
                <a:moveTo>
                  <a:pt x="0" y="0"/>
                </a:moveTo>
                <a:lnTo>
                  <a:pt x="5619620" y="0"/>
                </a:lnTo>
                <a:lnTo>
                  <a:pt x="5619620" y="8398889"/>
                </a:lnTo>
                <a:lnTo>
                  <a:pt x="0" y="83988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grpSp>
        <p:nvGrpSpPr>
          <p:cNvPr id="11" name="Group 11"/>
          <p:cNvGrpSpPr/>
          <p:nvPr/>
        </p:nvGrpSpPr>
        <p:grpSpPr>
          <a:xfrm rot="346618">
            <a:off x="12438696" y="3295539"/>
            <a:ext cx="3489276" cy="5233914"/>
            <a:chOff x="0" y="0"/>
            <a:chExt cx="918986" cy="1378479"/>
          </a:xfrm>
        </p:grpSpPr>
        <p:sp>
          <p:nvSpPr>
            <p:cNvPr id="12" name="Freeform 12"/>
            <p:cNvSpPr/>
            <p:nvPr/>
          </p:nvSpPr>
          <p:spPr>
            <a:xfrm>
              <a:off x="0" y="0"/>
              <a:ext cx="918986" cy="1378479"/>
            </a:xfrm>
            <a:custGeom>
              <a:avLst/>
              <a:gdLst/>
              <a:ahLst/>
              <a:cxnLst/>
              <a:rect l="l" t="t" r="r" b="b"/>
              <a:pathLst>
                <a:path w="918986" h="1378479">
                  <a:moveTo>
                    <a:pt x="71001" y="0"/>
                  </a:moveTo>
                  <a:lnTo>
                    <a:pt x="847985" y="0"/>
                  </a:lnTo>
                  <a:cubicBezTo>
                    <a:pt x="887198" y="0"/>
                    <a:pt x="918986" y="31788"/>
                    <a:pt x="918986" y="71001"/>
                  </a:cubicBezTo>
                  <a:lnTo>
                    <a:pt x="918986" y="1307479"/>
                  </a:lnTo>
                  <a:cubicBezTo>
                    <a:pt x="918986" y="1346691"/>
                    <a:pt x="887198" y="1378479"/>
                    <a:pt x="847985" y="1378479"/>
                  </a:cubicBezTo>
                  <a:lnTo>
                    <a:pt x="71001" y="1378479"/>
                  </a:lnTo>
                  <a:cubicBezTo>
                    <a:pt x="52170" y="1378479"/>
                    <a:pt x="34111" y="1370999"/>
                    <a:pt x="20796" y="1357684"/>
                  </a:cubicBezTo>
                  <a:cubicBezTo>
                    <a:pt x="7480" y="1344368"/>
                    <a:pt x="0" y="1326309"/>
                    <a:pt x="0" y="1307479"/>
                  </a:cubicBezTo>
                  <a:lnTo>
                    <a:pt x="0" y="71001"/>
                  </a:lnTo>
                  <a:cubicBezTo>
                    <a:pt x="0" y="31788"/>
                    <a:pt x="31788" y="0"/>
                    <a:pt x="71001" y="0"/>
                  </a:cubicBezTo>
                  <a:close/>
                </a:path>
              </a:pathLst>
            </a:custGeom>
            <a:solidFill>
              <a:srgbClr val="E2ECF1"/>
            </a:solidFill>
          </p:spPr>
        </p:sp>
        <p:sp>
          <p:nvSpPr>
            <p:cNvPr id="13" name="TextBox 13"/>
            <p:cNvSpPr txBox="1"/>
            <p:nvPr/>
          </p:nvSpPr>
          <p:spPr>
            <a:xfrm>
              <a:off x="0" y="-38100"/>
              <a:ext cx="918986" cy="1416579"/>
            </a:xfrm>
            <a:prstGeom prst="rect">
              <a:avLst/>
            </a:prstGeom>
          </p:spPr>
          <p:txBody>
            <a:bodyPr lIns="50800" tIns="50800" rIns="50800" bIns="50800" rtlCol="0" anchor="ctr"/>
            <a:lstStyle/>
            <a:p>
              <a:pPr algn="ctr">
                <a:lnSpc>
                  <a:spcPts val="3080"/>
                </a:lnSpc>
              </a:pPr>
              <a:endParaRPr/>
            </a:p>
          </p:txBody>
        </p:sp>
      </p:grpSp>
      <p:grpSp>
        <p:nvGrpSpPr>
          <p:cNvPr id="14" name="Group 14"/>
          <p:cNvGrpSpPr>
            <a:grpSpLocks noChangeAspect="1"/>
          </p:cNvGrpSpPr>
          <p:nvPr/>
        </p:nvGrpSpPr>
        <p:grpSpPr>
          <a:xfrm rot="346618">
            <a:off x="12438696" y="3295539"/>
            <a:ext cx="3489276" cy="5233914"/>
            <a:chOff x="0" y="0"/>
            <a:chExt cx="6350000" cy="9525000"/>
          </a:xfrm>
        </p:grpSpPr>
        <p:sp>
          <p:nvSpPr>
            <p:cNvPr id="15" name="Freeform 15"/>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11"/>
              <a:stretch>
                <a:fillRect l="-33698" r="-22838" b="-56536"/>
              </a:stretch>
            </a:blipFill>
          </p:spPr>
        </p:sp>
      </p:grpSp>
      <p:sp>
        <p:nvSpPr>
          <p:cNvPr id="16" name="Freeform 16"/>
          <p:cNvSpPr/>
          <p:nvPr/>
        </p:nvSpPr>
        <p:spPr>
          <a:xfrm rot="346618">
            <a:off x="15113362" y="3650956"/>
            <a:ext cx="764417" cy="812570"/>
          </a:xfrm>
          <a:custGeom>
            <a:avLst/>
            <a:gdLst/>
            <a:ahLst/>
            <a:cxnLst/>
            <a:rect l="l" t="t" r="r" b="b"/>
            <a:pathLst>
              <a:path w="764417" h="812570">
                <a:moveTo>
                  <a:pt x="0" y="0"/>
                </a:moveTo>
                <a:lnTo>
                  <a:pt x="764418" y="0"/>
                </a:lnTo>
                <a:lnTo>
                  <a:pt x="764418" y="812570"/>
                </a:lnTo>
                <a:lnTo>
                  <a:pt x="0" y="812570"/>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17" name="Freeform 17"/>
          <p:cNvSpPr/>
          <p:nvPr/>
        </p:nvSpPr>
        <p:spPr>
          <a:xfrm>
            <a:off x="6611039" y="1028700"/>
            <a:ext cx="2047809" cy="1853267"/>
          </a:xfrm>
          <a:custGeom>
            <a:avLst/>
            <a:gdLst/>
            <a:ahLst/>
            <a:cxnLst/>
            <a:rect l="l" t="t" r="r" b="b"/>
            <a:pathLst>
              <a:path w="2047809" h="1853267">
                <a:moveTo>
                  <a:pt x="0" y="0"/>
                </a:moveTo>
                <a:lnTo>
                  <a:pt x="2047809" y="0"/>
                </a:lnTo>
                <a:lnTo>
                  <a:pt x="2047809" y="1853267"/>
                </a:lnTo>
                <a:lnTo>
                  <a:pt x="0" y="1853267"/>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18" name="TextBox 18"/>
          <p:cNvSpPr txBox="1"/>
          <p:nvPr/>
        </p:nvSpPr>
        <p:spPr>
          <a:xfrm>
            <a:off x="6700080" y="5497811"/>
            <a:ext cx="3165777" cy="1258824"/>
          </a:xfrm>
          <a:prstGeom prst="rect">
            <a:avLst/>
          </a:prstGeom>
        </p:spPr>
        <p:txBody>
          <a:bodyPr lIns="0" tIns="0" rIns="0" bIns="0" rtlCol="0" anchor="t">
            <a:spAutoFit/>
          </a:bodyPr>
          <a:lstStyle/>
          <a:p>
            <a:pPr algn="l">
              <a:lnSpc>
                <a:spcPts val="5148"/>
              </a:lnSpc>
            </a:pPr>
            <a:r>
              <a:rPr lang="en-US" sz="3300">
                <a:solidFill>
                  <a:srgbClr val="4586A8"/>
                </a:solidFill>
                <a:latin typeface="Sensei"/>
                <a:ea typeface="Sensei"/>
                <a:cs typeface="Sensei"/>
                <a:sym typeface="Sensei"/>
              </a:rPr>
              <a:t>Jane Doe</a:t>
            </a:r>
          </a:p>
          <a:p>
            <a:pPr marL="0" lvl="0" indent="0" algn="l">
              <a:lnSpc>
                <a:spcPts val="5148"/>
              </a:lnSpc>
            </a:pPr>
            <a:r>
              <a:rPr lang="en-US" sz="3300">
                <a:solidFill>
                  <a:srgbClr val="4586A8"/>
                </a:solidFill>
                <a:latin typeface="Sensei"/>
                <a:ea typeface="Sensei"/>
                <a:cs typeface="Sensei"/>
                <a:sym typeface="Sensei"/>
              </a:rPr>
              <a:t>Age: 23</a:t>
            </a:r>
          </a:p>
        </p:txBody>
      </p:sp>
      <p:sp>
        <p:nvSpPr>
          <p:cNvPr id="19" name="TextBox 19"/>
          <p:cNvSpPr txBox="1"/>
          <p:nvPr/>
        </p:nvSpPr>
        <p:spPr>
          <a:xfrm>
            <a:off x="8052921" y="1631436"/>
            <a:ext cx="3165777" cy="1258824"/>
          </a:xfrm>
          <a:prstGeom prst="rect">
            <a:avLst/>
          </a:prstGeom>
        </p:spPr>
        <p:txBody>
          <a:bodyPr lIns="0" tIns="0" rIns="0" bIns="0" rtlCol="0" anchor="t">
            <a:spAutoFit/>
          </a:bodyPr>
          <a:lstStyle/>
          <a:p>
            <a:pPr algn="r">
              <a:lnSpc>
                <a:spcPts val="5148"/>
              </a:lnSpc>
            </a:pPr>
            <a:r>
              <a:rPr lang="en-US" sz="3300">
                <a:solidFill>
                  <a:srgbClr val="4586A8"/>
                </a:solidFill>
                <a:latin typeface="Sensei"/>
                <a:ea typeface="Sensei"/>
                <a:cs typeface="Sensei"/>
                <a:sym typeface="Sensei"/>
              </a:rPr>
              <a:t>John Doe</a:t>
            </a:r>
          </a:p>
          <a:p>
            <a:pPr marL="0" lvl="0" indent="0" algn="r">
              <a:lnSpc>
                <a:spcPts val="5148"/>
              </a:lnSpc>
            </a:pPr>
            <a:r>
              <a:rPr lang="en-US" sz="3300">
                <a:solidFill>
                  <a:srgbClr val="4586A8"/>
                </a:solidFill>
                <a:latin typeface="Sensei"/>
                <a:ea typeface="Sensei"/>
                <a:cs typeface="Sensei"/>
                <a:sym typeface="Sensei"/>
              </a:rPr>
              <a:t>Age: 25</a:t>
            </a:r>
          </a:p>
        </p:txBody>
      </p:sp>
      <p:sp>
        <p:nvSpPr>
          <p:cNvPr id="20" name="TextBox 20"/>
          <p:cNvSpPr txBox="1"/>
          <p:nvPr/>
        </p:nvSpPr>
        <p:spPr>
          <a:xfrm>
            <a:off x="6700080" y="6940392"/>
            <a:ext cx="3963489" cy="1606296"/>
          </a:xfrm>
          <a:prstGeom prst="rect">
            <a:avLst/>
          </a:prstGeom>
        </p:spPr>
        <p:txBody>
          <a:bodyPr lIns="0" tIns="0" rIns="0" bIns="0" rtlCol="0" anchor="t">
            <a:spAutoFit/>
          </a:bodyPr>
          <a:lstStyle/>
          <a:p>
            <a:pPr algn="l">
              <a:lnSpc>
                <a:spcPts val="3297"/>
              </a:lnSpc>
            </a:pPr>
            <a:r>
              <a:rPr lang="en-US" sz="2100">
                <a:solidFill>
                  <a:srgbClr val="1A4F6B"/>
                </a:solidFill>
                <a:latin typeface="Atkinson Hyperlegible"/>
                <a:ea typeface="Atkinson Hyperlegible"/>
                <a:cs typeface="Atkinson Hyperlegible"/>
                <a:sym typeface="Atkinson Hyperlegible"/>
              </a:rPr>
              <a:t>Lorem ipsum dolor sit amet, consectetur adipiscing elit, sed do eiusmod tempor incididunt ut labore et dolore magna aliqua.</a:t>
            </a:r>
          </a:p>
        </p:txBody>
      </p:sp>
      <p:sp>
        <p:nvSpPr>
          <p:cNvPr id="21" name="TextBox 21"/>
          <p:cNvSpPr txBox="1"/>
          <p:nvPr/>
        </p:nvSpPr>
        <p:spPr>
          <a:xfrm>
            <a:off x="7309754" y="3074017"/>
            <a:ext cx="3908944" cy="1606296"/>
          </a:xfrm>
          <a:prstGeom prst="rect">
            <a:avLst/>
          </a:prstGeom>
        </p:spPr>
        <p:txBody>
          <a:bodyPr lIns="0" tIns="0" rIns="0" bIns="0" rtlCol="0" anchor="t">
            <a:spAutoFit/>
          </a:bodyPr>
          <a:lstStyle/>
          <a:p>
            <a:pPr algn="r">
              <a:lnSpc>
                <a:spcPts val="3297"/>
              </a:lnSpc>
            </a:pPr>
            <a:r>
              <a:rPr lang="en-US" sz="2100">
                <a:solidFill>
                  <a:srgbClr val="1A4F6B"/>
                </a:solidFill>
                <a:latin typeface="Atkinson Hyperlegible"/>
                <a:ea typeface="Atkinson Hyperlegible"/>
                <a:cs typeface="Atkinson Hyperlegible"/>
                <a:sym typeface="Atkinson Hyperlegible"/>
              </a:rPr>
              <a:t>Lorem ipsum dolor sit amet, consectetur adipiscing elit, sed do eiusmod tempor incididunt ut labore et dolore magna aliqua.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2506972">
            <a:off x="195930" y="6963701"/>
            <a:ext cx="2033437" cy="1364251"/>
          </a:xfrm>
          <a:custGeom>
            <a:avLst/>
            <a:gdLst/>
            <a:ahLst/>
            <a:cxnLst/>
            <a:rect l="l" t="t" r="r" b="b"/>
            <a:pathLst>
              <a:path w="2033437" h="1364251">
                <a:moveTo>
                  <a:pt x="0" y="0"/>
                </a:moveTo>
                <a:lnTo>
                  <a:pt x="2033437" y="0"/>
                </a:lnTo>
                <a:lnTo>
                  <a:pt x="2033437" y="1364251"/>
                </a:lnTo>
                <a:lnTo>
                  <a:pt x="0" y="136425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2684965" y="371488"/>
            <a:ext cx="13886806" cy="9544023"/>
          </a:xfrm>
          <a:custGeom>
            <a:avLst/>
            <a:gdLst/>
            <a:ahLst/>
            <a:cxnLst/>
            <a:rect l="l" t="t" r="r" b="b"/>
            <a:pathLst>
              <a:path w="13886806" h="9544023">
                <a:moveTo>
                  <a:pt x="0" y="0"/>
                </a:moveTo>
                <a:lnTo>
                  <a:pt x="13886806" y="0"/>
                </a:lnTo>
                <a:lnTo>
                  <a:pt x="13886806" y="9544024"/>
                </a:lnTo>
                <a:lnTo>
                  <a:pt x="0" y="954402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grpSp>
        <p:nvGrpSpPr>
          <p:cNvPr id="5" name="Group 5"/>
          <p:cNvGrpSpPr/>
          <p:nvPr/>
        </p:nvGrpSpPr>
        <p:grpSpPr>
          <a:xfrm>
            <a:off x="10289316" y="1692946"/>
            <a:ext cx="4129503" cy="4714180"/>
            <a:chOff x="0" y="0"/>
            <a:chExt cx="1261818" cy="1440473"/>
          </a:xfrm>
        </p:grpSpPr>
        <p:sp>
          <p:nvSpPr>
            <p:cNvPr id="6" name="Freeform 6"/>
            <p:cNvSpPr/>
            <p:nvPr/>
          </p:nvSpPr>
          <p:spPr>
            <a:xfrm>
              <a:off x="0" y="0"/>
              <a:ext cx="1261818" cy="1440473"/>
            </a:xfrm>
            <a:custGeom>
              <a:avLst/>
              <a:gdLst/>
              <a:ahLst/>
              <a:cxnLst/>
              <a:rect l="l" t="t" r="r" b="b"/>
              <a:pathLst>
                <a:path w="1261818" h="1440473">
                  <a:moveTo>
                    <a:pt x="0" y="0"/>
                  </a:moveTo>
                  <a:lnTo>
                    <a:pt x="1261818" y="0"/>
                  </a:lnTo>
                  <a:lnTo>
                    <a:pt x="1261818" y="1440473"/>
                  </a:lnTo>
                  <a:lnTo>
                    <a:pt x="0" y="1440473"/>
                  </a:lnTo>
                  <a:close/>
                </a:path>
              </a:pathLst>
            </a:custGeom>
            <a:solidFill>
              <a:srgbClr val="D0E5F0"/>
            </a:solidFill>
          </p:spPr>
        </p:sp>
        <p:sp>
          <p:nvSpPr>
            <p:cNvPr id="7" name="TextBox 7"/>
            <p:cNvSpPr txBox="1"/>
            <p:nvPr/>
          </p:nvSpPr>
          <p:spPr>
            <a:xfrm>
              <a:off x="0" y="-38100"/>
              <a:ext cx="1261818" cy="1478573"/>
            </a:xfrm>
            <a:prstGeom prst="rect">
              <a:avLst/>
            </a:prstGeom>
          </p:spPr>
          <p:txBody>
            <a:bodyPr lIns="50800" tIns="50800" rIns="50800" bIns="50800" rtlCol="0" anchor="ctr"/>
            <a:lstStyle/>
            <a:p>
              <a:pPr algn="ctr">
                <a:lnSpc>
                  <a:spcPts val="3080"/>
                </a:lnSpc>
              </a:pPr>
              <a:endParaRPr/>
            </a:p>
          </p:txBody>
        </p:sp>
      </p:grpSp>
      <p:grpSp>
        <p:nvGrpSpPr>
          <p:cNvPr id="8" name="Group 8"/>
          <p:cNvGrpSpPr/>
          <p:nvPr/>
        </p:nvGrpSpPr>
        <p:grpSpPr>
          <a:xfrm>
            <a:off x="10289316" y="1692946"/>
            <a:ext cx="4129503" cy="4714180"/>
            <a:chOff x="0" y="0"/>
            <a:chExt cx="5506004" cy="6285573"/>
          </a:xfrm>
        </p:grpSpPr>
        <p:pic>
          <p:nvPicPr>
            <p:cNvPr id="9" name="Picture 9"/>
            <p:cNvPicPr>
              <a:picLocks noChangeAspect="1"/>
            </p:cNvPicPr>
            <p:nvPr/>
          </p:nvPicPr>
          <p:blipFill>
            <a:blip r:embed="rId8"/>
            <a:srcRect t="4360" b="4360"/>
            <a:stretch>
              <a:fillRect/>
            </a:stretch>
          </p:blipFill>
          <p:spPr>
            <a:xfrm flipH="1">
              <a:off x="0" y="0"/>
              <a:ext cx="5506004" cy="6285573"/>
            </a:xfrm>
            <a:prstGeom prst="rect">
              <a:avLst/>
            </a:prstGeom>
          </p:spPr>
        </p:pic>
      </p:grpSp>
      <p:grpSp>
        <p:nvGrpSpPr>
          <p:cNvPr id="10" name="Group 10"/>
          <p:cNvGrpSpPr/>
          <p:nvPr/>
        </p:nvGrpSpPr>
        <p:grpSpPr>
          <a:xfrm>
            <a:off x="5522353" y="2666376"/>
            <a:ext cx="1376798" cy="1376798"/>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0E5F0"/>
            </a:solidFill>
          </p:spPr>
        </p:sp>
        <p:sp>
          <p:nvSpPr>
            <p:cNvPr id="12" name="TextBox 12"/>
            <p:cNvSpPr txBox="1"/>
            <p:nvPr/>
          </p:nvSpPr>
          <p:spPr>
            <a:xfrm>
              <a:off x="76200" y="38100"/>
              <a:ext cx="660400" cy="698500"/>
            </a:xfrm>
            <a:prstGeom prst="rect">
              <a:avLst/>
            </a:prstGeom>
          </p:spPr>
          <p:txBody>
            <a:bodyPr lIns="50800" tIns="50800" rIns="50800" bIns="50800" rtlCol="0" anchor="ctr"/>
            <a:lstStyle/>
            <a:p>
              <a:pPr algn="ctr">
                <a:lnSpc>
                  <a:spcPts val="3080"/>
                </a:lnSpc>
              </a:pPr>
              <a:endParaRPr/>
            </a:p>
          </p:txBody>
        </p:sp>
      </p:grpSp>
      <p:grpSp>
        <p:nvGrpSpPr>
          <p:cNvPr id="13" name="Group 13"/>
          <p:cNvGrpSpPr/>
          <p:nvPr/>
        </p:nvGrpSpPr>
        <p:grpSpPr>
          <a:xfrm>
            <a:off x="5522353" y="5830479"/>
            <a:ext cx="1376798" cy="1376798"/>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0E5F0"/>
            </a:solidFill>
          </p:spPr>
        </p:sp>
        <p:sp>
          <p:nvSpPr>
            <p:cNvPr id="15" name="TextBox 15"/>
            <p:cNvSpPr txBox="1"/>
            <p:nvPr/>
          </p:nvSpPr>
          <p:spPr>
            <a:xfrm>
              <a:off x="76200" y="38100"/>
              <a:ext cx="660400" cy="698500"/>
            </a:xfrm>
            <a:prstGeom prst="rect">
              <a:avLst/>
            </a:prstGeom>
          </p:spPr>
          <p:txBody>
            <a:bodyPr lIns="50800" tIns="50800" rIns="50800" bIns="50800" rtlCol="0" anchor="ctr"/>
            <a:lstStyle/>
            <a:p>
              <a:pPr algn="ctr">
                <a:lnSpc>
                  <a:spcPts val="3080"/>
                </a:lnSpc>
              </a:pPr>
              <a:endParaRPr/>
            </a:p>
          </p:txBody>
        </p:sp>
      </p:grpSp>
      <p:sp>
        <p:nvSpPr>
          <p:cNvPr id="16" name="Freeform 16"/>
          <p:cNvSpPr/>
          <p:nvPr/>
        </p:nvSpPr>
        <p:spPr>
          <a:xfrm>
            <a:off x="10533408" y="1998102"/>
            <a:ext cx="760975" cy="668274"/>
          </a:xfrm>
          <a:custGeom>
            <a:avLst/>
            <a:gdLst/>
            <a:ahLst/>
            <a:cxnLst/>
            <a:rect l="l" t="t" r="r" b="b"/>
            <a:pathLst>
              <a:path w="760975" h="668274">
                <a:moveTo>
                  <a:pt x="0" y="0"/>
                </a:moveTo>
                <a:lnTo>
                  <a:pt x="760975" y="0"/>
                </a:lnTo>
                <a:lnTo>
                  <a:pt x="760975" y="668274"/>
                </a:lnTo>
                <a:lnTo>
                  <a:pt x="0" y="668274"/>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7" name="Freeform 17"/>
          <p:cNvSpPr/>
          <p:nvPr/>
        </p:nvSpPr>
        <p:spPr>
          <a:xfrm>
            <a:off x="5856127" y="3022072"/>
            <a:ext cx="709250" cy="665405"/>
          </a:xfrm>
          <a:custGeom>
            <a:avLst/>
            <a:gdLst/>
            <a:ahLst/>
            <a:cxnLst/>
            <a:rect l="l" t="t" r="r" b="b"/>
            <a:pathLst>
              <a:path w="709250" h="665405">
                <a:moveTo>
                  <a:pt x="0" y="0"/>
                </a:moveTo>
                <a:lnTo>
                  <a:pt x="709250" y="0"/>
                </a:lnTo>
                <a:lnTo>
                  <a:pt x="709250" y="665406"/>
                </a:lnTo>
                <a:lnTo>
                  <a:pt x="0" y="665406"/>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18" name="Freeform 18"/>
          <p:cNvSpPr/>
          <p:nvPr/>
        </p:nvSpPr>
        <p:spPr>
          <a:xfrm rot="-2417984">
            <a:off x="5940531" y="6081142"/>
            <a:ext cx="540441" cy="875474"/>
          </a:xfrm>
          <a:custGeom>
            <a:avLst/>
            <a:gdLst/>
            <a:ahLst/>
            <a:cxnLst/>
            <a:rect l="l" t="t" r="r" b="b"/>
            <a:pathLst>
              <a:path w="540441" h="875474">
                <a:moveTo>
                  <a:pt x="0" y="0"/>
                </a:moveTo>
                <a:lnTo>
                  <a:pt x="540441" y="0"/>
                </a:lnTo>
                <a:lnTo>
                  <a:pt x="540441" y="875473"/>
                </a:lnTo>
                <a:lnTo>
                  <a:pt x="0" y="875473"/>
                </a:lnTo>
                <a:lnTo>
                  <a:pt x="0" y="0"/>
                </a:lnTo>
                <a:close/>
              </a:path>
            </a:pathLst>
          </a:custGeom>
          <a:blipFill>
            <a:blip r:embed="rId13">
              <a:extLst>
                <a:ext uri="{96DAC541-7B7A-43D3-8B79-37D633B846F1}">
                  <asvg:svgBlip xmlns:asvg="http://schemas.microsoft.com/office/drawing/2016/SVG/main" r:embed="rId14"/>
                </a:ext>
              </a:extLst>
            </a:blip>
            <a:stretch>
              <a:fillRect/>
            </a:stretch>
          </a:blipFill>
          <a:ln cap="sq">
            <a:noFill/>
            <a:prstDash val="solid"/>
            <a:miter/>
          </a:ln>
        </p:spPr>
      </p:sp>
      <p:sp>
        <p:nvSpPr>
          <p:cNvPr id="19" name="Freeform 19"/>
          <p:cNvSpPr/>
          <p:nvPr/>
        </p:nvSpPr>
        <p:spPr>
          <a:xfrm rot="917542">
            <a:off x="16384816" y="1206684"/>
            <a:ext cx="772633" cy="2083080"/>
          </a:xfrm>
          <a:custGeom>
            <a:avLst/>
            <a:gdLst/>
            <a:ahLst/>
            <a:cxnLst/>
            <a:rect l="l" t="t" r="r" b="b"/>
            <a:pathLst>
              <a:path w="772633" h="2083080">
                <a:moveTo>
                  <a:pt x="0" y="0"/>
                </a:moveTo>
                <a:lnTo>
                  <a:pt x="772633" y="0"/>
                </a:lnTo>
                <a:lnTo>
                  <a:pt x="772633" y="2083080"/>
                </a:lnTo>
                <a:lnTo>
                  <a:pt x="0" y="2083080"/>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20" name="Freeform 20"/>
          <p:cNvSpPr/>
          <p:nvPr/>
        </p:nvSpPr>
        <p:spPr>
          <a:xfrm rot="-728246">
            <a:off x="657599" y="2039124"/>
            <a:ext cx="1376798" cy="1376798"/>
          </a:xfrm>
          <a:custGeom>
            <a:avLst/>
            <a:gdLst/>
            <a:ahLst/>
            <a:cxnLst/>
            <a:rect l="l" t="t" r="r" b="b"/>
            <a:pathLst>
              <a:path w="1376798" h="1376798">
                <a:moveTo>
                  <a:pt x="0" y="0"/>
                </a:moveTo>
                <a:lnTo>
                  <a:pt x="1376799" y="0"/>
                </a:lnTo>
                <a:lnTo>
                  <a:pt x="1376799" y="1376798"/>
                </a:lnTo>
                <a:lnTo>
                  <a:pt x="0" y="1376798"/>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21" name="Freeform 21"/>
          <p:cNvSpPr/>
          <p:nvPr/>
        </p:nvSpPr>
        <p:spPr>
          <a:xfrm rot="2118873" flipH="1">
            <a:off x="16108922" y="7073651"/>
            <a:ext cx="1516982" cy="1453545"/>
          </a:xfrm>
          <a:custGeom>
            <a:avLst/>
            <a:gdLst/>
            <a:ahLst/>
            <a:cxnLst/>
            <a:rect l="l" t="t" r="r" b="b"/>
            <a:pathLst>
              <a:path w="1516982" h="1453545">
                <a:moveTo>
                  <a:pt x="1516982" y="0"/>
                </a:moveTo>
                <a:lnTo>
                  <a:pt x="0" y="0"/>
                </a:lnTo>
                <a:lnTo>
                  <a:pt x="0" y="1453544"/>
                </a:lnTo>
                <a:lnTo>
                  <a:pt x="1516982" y="1453544"/>
                </a:lnTo>
                <a:lnTo>
                  <a:pt x="1516982" y="0"/>
                </a:lnTo>
                <a:close/>
              </a:path>
            </a:pathLst>
          </a:custGeom>
          <a:blipFill>
            <a:blip r:embed="rId19">
              <a:extLst>
                <a:ext uri="{96DAC541-7B7A-43D3-8B79-37D633B846F1}">
                  <asvg:svgBlip xmlns:asvg="http://schemas.microsoft.com/office/drawing/2016/SVG/main" r:embed="rId20"/>
                </a:ext>
              </a:extLst>
            </a:blip>
            <a:stretch>
              <a:fillRect/>
            </a:stretch>
          </a:blipFill>
        </p:spPr>
      </p:sp>
      <p:sp>
        <p:nvSpPr>
          <p:cNvPr id="22" name="TextBox 22"/>
          <p:cNvSpPr txBox="1"/>
          <p:nvPr/>
        </p:nvSpPr>
        <p:spPr>
          <a:xfrm>
            <a:off x="3838530" y="1454810"/>
            <a:ext cx="4744443" cy="935227"/>
          </a:xfrm>
          <a:prstGeom prst="rect">
            <a:avLst/>
          </a:prstGeom>
        </p:spPr>
        <p:txBody>
          <a:bodyPr lIns="0" tIns="0" rIns="0" bIns="0" rtlCol="0" anchor="t">
            <a:spAutoFit/>
          </a:bodyPr>
          <a:lstStyle/>
          <a:p>
            <a:pPr marL="0" lvl="0" indent="0" algn="ctr">
              <a:lnSpc>
                <a:spcPts val="7381"/>
              </a:lnSpc>
              <a:spcBef>
                <a:spcPct val="0"/>
              </a:spcBef>
            </a:pPr>
            <a:r>
              <a:rPr lang="en-US" sz="6100" u="none" strike="noStrike">
                <a:solidFill>
                  <a:srgbClr val="E668A0"/>
                </a:solidFill>
                <a:latin typeface="Sensei"/>
                <a:ea typeface="Sensei"/>
                <a:cs typeface="Sensei"/>
                <a:sym typeface="Sensei"/>
              </a:rPr>
              <a:t>My Journal</a:t>
            </a:r>
          </a:p>
        </p:txBody>
      </p:sp>
      <p:sp>
        <p:nvSpPr>
          <p:cNvPr id="23" name="TextBox 23"/>
          <p:cNvSpPr txBox="1"/>
          <p:nvPr/>
        </p:nvSpPr>
        <p:spPr>
          <a:xfrm>
            <a:off x="10289316" y="6542116"/>
            <a:ext cx="4129503" cy="2225674"/>
          </a:xfrm>
          <a:prstGeom prst="rect">
            <a:avLst/>
          </a:prstGeom>
        </p:spPr>
        <p:txBody>
          <a:bodyPr lIns="0" tIns="0" rIns="0" bIns="0" rtlCol="0" anchor="t">
            <a:spAutoFit/>
          </a:bodyPr>
          <a:lstStyle/>
          <a:p>
            <a:pPr marL="0" lvl="0" indent="0" algn="ctr">
              <a:lnSpc>
                <a:spcPts val="3550"/>
              </a:lnSpc>
            </a:pPr>
            <a:r>
              <a:rPr lang="en-US" sz="2500">
                <a:solidFill>
                  <a:srgbClr val="7BBBDD"/>
                </a:solidFill>
                <a:latin typeface="Sensei"/>
                <a:ea typeface="Sensei"/>
                <a:cs typeface="Sensei"/>
                <a:sym typeface="Sensei"/>
              </a:rPr>
              <a:t>Lorem ipsum dolor sit amet, consectetur adipiscing elit, sed do eiusmod tempor incididunt ut labore et dolore magna aliqua.</a:t>
            </a:r>
          </a:p>
        </p:txBody>
      </p:sp>
      <p:sp>
        <p:nvSpPr>
          <p:cNvPr id="24" name="TextBox 24"/>
          <p:cNvSpPr txBox="1"/>
          <p:nvPr/>
        </p:nvSpPr>
        <p:spPr>
          <a:xfrm>
            <a:off x="3918689" y="7369203"/>
            <a:ext cx="4584125" cy="381000"/>
          </a:xfrm>
          <a:prstGeom prst="rect">
            <a:avLst/>
          </a:prstGeom>
        </p:spPr>
        <p:txBody>
          <a:bodyPr lIns="0" tIns="0" rIns="0" bIns="0" rtlCol="0" anchor="t">
            <a:spAutoFit/>
          </a:bodyPr>
          <a:lstStyle/>
          <a:p>
            <a:pPr marL="0" lvl="0" indent="0" algn="ctr">
              <a:lnSpc>
                <a:spcPts val="3000"/>
              </a:lnSpc>
              <a:spcBef>
                <a:spcPct val="0"/>
              </a:spcBef>
            </a:pPr>
            <a:r>
              <a:rPr lang="en-US" sz="2500" b="1" u="none" strike="noStrike">
                <a:solidFill>
                  <a:srgbClr val="FA9ACE"/>
                </a:solidFill>
                <a:latin typeface="Atkinson Hyperlegible Bold"/>
                <a:ea typeface="Atkinson Hyperlegible Bold"/>
                <a:cs typeface="Atkinson Hyperlegible Bold"/>
                <a:sym typeface="Atkinson Hyperlegible Bold"/>
              </a:rPr>
              <a:t>What we do? </a:t>
            </a:r>
          </a:p>
        </p:txBody>
      </p:sp>
      <p:sp>
        <p:nvSpPr>
          <p:cNvPr id="25" name="TextBox 25"/>
          <p:cNvSpPr txBox="1"/>
          <p:nvPr/>
        </p:nvSpPr>
        <p:spPr>
          <a:xfrm>
            <a:off x="3918689" y="4202435"/>
            <a:ext cx="4584125" cy="381000"/>
          </a:xfrm>
          <a:prstGeom prst="rect">
            <a:avLst/>
          </a:prstGeom>
        </p:spPr>
        <p:txBody>
          <a:bodyPr lIns="0" tIns="0" rIns="0" bIns="0" rtlCol="0" anchor="t">
            <a:spAutoFit/>
          </a:bodyPr>
          <a:lstStyle/>
          <a:p>
            <a:pPr marL="0" lvl="0" indent="0" algn="ctr">
              <a:lnSpc>
                <a:spcPts val="3000"/>
              </a:lnSpc>
              <a:spcBef>
                <a:spcPct val="0"/>
              </a:spcBef>
            </a:pPr>
            <a:r>
              <a:rPr lang="en-US" sz="2500" b="1" u="none" strike="noStrike">
                <a:solidFill>
                  <a:srgbClr val="FA9ACE"/>
                </a:solidFill>
                <a:latin typeface="Atkinson Hyperlegible Bold"/>
                <a:ea typeface="Atkinson Hyperlegible Bold"/>
                <a:cs typeface="Atkinson Hyperlegible Bold"/>
                <a:sym typeface="Atkinson Hyperlegible Bold"/>
              </a:rPr>
              <a:t>Who we are?</a:t>
            </a:r>
          </a:p>
        </p:txBody>
      </p:sp>
      <p:sp>
        <p:nvSpPr>
          <p:cNvPr id="26" name="TextBox 26"/>
          <p:cNvSpPr txBox="1"/>
          <p:nvPr/>
        </p:nvSpPr>
        <p:spPr>
          <a:xfrm>
            <a:off x="4474886" y="4710706"/>
            <a:ext cx="3471732" cy="727710"/>
          </a:xfrm>
          <a:prstGeom prst="rect">
            <a:avLst/>
          </a:prstGeom>
        </p:spPr>
        <p:txBody>
          <a:bodyPr lIns="0" tIns="0" rIns="0" bIns="0" rtlCol="0" anchor="t">
            <a:spAutoFit/>
          </a:bodyPr>
          <a:lstStyle/>
          <a:p>
            <a:pPr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Briefly elaborate on</a:t>
            </a:r>
          </a:p>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what you want to discuss.</a:t>
            </a:r>
          </a:p>
        </p:txBody>
      </p:sp>
      <p:sp>
        <p:nvSpPr>
          <p:cNvPr id="27" name="TextBox 27"/>
          <p:cNvSpPr txBox="1"/>
          <p:nvPr/>
        </p:nvSpPr>
        <p:spPr>
          <a:xfrm>
            <a:off x="4474886" y="7877473"/>
            <a:ext cx="3471732" cy="727710"/>
          </a:xfrm>
          <a:prstGeom prst="rect">
            <a:avLst/>
          </a:prstGeom>
        </p:spPr>
        <p:txBody>
          <a:bodyPr lIns="0" tIns="0" rIns="0" bIns="0" rtlCol="0" anchor="t">
            <a:spAutoFit/>
          </a:bodyPr>
          <a:lstStyle/>
          <a:p>
            <a:pPr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Briefly elaborate on</a:t>
            </a:r>
          </a:p>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what you want to discuss.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a:ln cap="sq">
            <a:noFill/>
            <a:prstDash val="solid"/>
            <a:miter/>
          </a:ln>
        </p:spPr>
      </p:sp>
      <p:sp>
        <p:nvSpPr>
          <p:cNvPr id="3" name="Freeform 3"/>
          <p:cNvSpPr/>
          <p:nvPr/>
        </p:nvSpPr>
        <p:spPr>
          <a:xfrm>
            <a:off x="1303302" y="890107"/>
            <a:ext cx="15700446" cy="8506787"/>
          </a:xfrm>
          <a:custGeom>
            <a:avLst/>
            <a:gdLst/>
            <a:ahLst/>
            <a:cxnLst/>
            <a:rect l="l" t="t" r="r" b="b"/>
            <a:pathLst>
              <a:path w="15700446" h="8506787">
                <a:moveTo>
                  <a:pt x="0" y="0"/>
                </a:moveTo>
                <a:lnTo>
                  <a:pt x="15700446" y="0"/>
                </a:lnTo>
                <a:lnTo>
                  <a:pt x="15700446" y="8506786"/>
                </a:lnTo>
                <a:lnTo>
                  <a:pt x="0" y="850678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a:grpSpLocks noChangeAspect="1"/>
          </p:cNvGrpSpPr>
          <p:nvPr/>
        </p:nvGrpSpPr>
        <p:grpSpPr>
          <a:xfrm>
            <a:off x="2042363" y="3062734"/>
            <a:ext cx="3770202" cy="5655303"/>
            <a:chOff x="0" y="0"/>
            <a:chExt cx="6350000" cy="9525000"/>
          </a:xfrm>
        </p:grpSpPr>
        <p:sp>
          <p:nvSpPr>
            <p:cNvPr id="5" name="Freeform 5"/>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6"/>
              <a:stretch>
                <a:fillRect/>
              </a:stretch>
            </a:blipFill>
          </p:spPr>
        </p:sp>
      </p:grpSp>
      <p:grpSp>
        <p:nvGrpSpPr>
          <p:cNvPr id="6" name="Group 6"/>
          <p:cNvGrpSpPr>
            <a:grpSpLocks noChangeAspect="1"/>
          </p:cNvGrpSpPr>
          <p:nvPr/>
        </p:nvGrpSpPr>
        <p:grpSpPr>
          <a:xfrm>
            <a:off x="7268424" y="3062734"/>
            <a:ext cx="3770202" cy="5655303"/>
            <a:chOff x="0" y="0"/>
            <a:chExt cx="6350000" cy="9525000"/>
          </a:xfrm>
        </p:grpSpPr>
        <p:sp>
          <p:nvSpPr>
            <p:cNvPr id="7" name="Freeform 7"/>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7"/>
              <a:stretch>
                <a:fillRect/>
              </a:stretch>
            </a:blipFill>
          </p:spPr>
        </p:sp>
      </p:grpSp>
      <p:grpSp>
        <p:nvGrpSpPr>
          <p:cNvPr id="8" name="Group 8"/>
          <p:cNvGrpSpPr>
            <a:grpSpLocks noChangeAspect="1"/>
          </p:cNvGrpSpPr>
          <p:nvPr/>
        </p:nvGrpSpPr>
        <p:grpSpPr>
          <a:xfrm>
            <a:off x="12495951" y="3062734"/>
            <a:ext cx="3770202" cy="5655303"/>
            <a:chOff x="0" y="0"/>
            <a:chExt cx="6350000" cy="9525000"/>
          </a:xfrm>
        </p:grpSpPr>
        <p:sp>
          <p:nvSpPr>
            <p:cNvPr id="9" name="Freeform 9"/>
            <p:cNvSpPr/>
            <p:nvPr/>
          </p:nvSpPr>
          <p:spPr>
            <a:xfrm flipH="1">
              <a:off x="0" y="0"/>
              <a:ext cx="6350000" cy="9525000"/>
            </a:xfrm>
            <a:custGeom>
              <a:avLst/>
              <a:gdLst/>
              <a:ahLst/>
              <a:cxnLst/>
              <a:rect l="l" t="t" r="r" b="b"/>
              <a:pathLst>
                <a:path w="6350000" h="9525000">
                  <a:moveTo>
                    <a:pt x="6350000" y="9042400"/>
                  </a:moveTo>
                  <a:lnTo>
                    <a:pt x="6350000" y="482600"/>
                  </a:lnTo>
                  <a:cubicBezTo>
                    <a:pt x="6350000" y="215900"/>
                    <a:pt x="6134100" y="0"/>
                    <a:pt x="5867400" y="0"/>
                  </a:cubicBezTo>
                  <a:lnTo>
                    <a:pt x="482600" y="0"/>
                  </a:lnTo>
                  <a:cubicBezTo>
                    <a:pt x="215900" y="0"/>
                    <a:pt x="0" y="217170"/>
                    <a:pt x="0" y="482600"/>
                  </a:cubicBezTo>
                  <a:lnTo>
                    <a:pt x="0" y="9042400"/>
                  </a:lnTo>
                  <a:cubicBezTo>
                    <a:pt x="0" y="9309100"/>
                    <a:pt x="215900" y="9525000"/>
                    <a:pt x="482600" y="9525000"/>
                  </a:cubicBezTo>
                  <a:lnTo>
                    <a:pt x="5867400" y="9525000"/>
                  </a:lnTo>
                  <a:cubicBezTo>
                    <a:pt x="6132830" y="9525000"/>
                    <a:pt x="6350000" y="9309100"/>
                    <a:pt x="6350000" y="9042400"/>
                  </a:cubicBezTo>
                  <a:close/>
                </a:path>
              </a:pathLst>
            </a:custGeom>
            <a:blipFill>
              <a:blip r:embed="rId8"/>
              <a:stretch>
                <a:fillRect/>
              </a:stretch>
            </a:blipFill>
          </p:spPr>
        </p:sp>
      </p:grpSp>
      <p:sp>
        <p:nvSpPr>
          <p:cNvPr id="10" name="Freeform 10"/>
          <p:cNvSpPr/>
          <p:nvPr/>
        </p:nvSpPr>
        <p:spPr>
          <a:xfrm>
            <a:off x="15224153" y="5005869"/>
            <a:ext cx="823920" cy="704143"/>
          </a:xfrm>
          <a:custGeom>
            <a:avLst/>
            <a:gdLst/>
            <a:ahLst/>
            <a:cxnLst/>
            <a:rect l="l" t="t" r="r" b="b"/>
            <a:pathLst>
              <a:path w="823920" h="704143">
                <a:moveTo>
                  <a:pt x="0" y="0"/>
                </a:moveTo>
                <a:lnTo>
                  <a:pt x="823920" y="0"/>
                </a:lnTo>
                <a:lnTo>
                  <a:pt x="823920" y="704143"/>
                </a:lnTo>
                <a:lnTo>
                  <a:pt x="0" y="704143"/>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1" name="Freeform 11"/>
          <p:cNvSpPr/>
          <p:nvPr/>
        </p:nvSpPr>
        <p:spPr>
          <a:xfrm>
            <a:off x="2353577" y="7957938"/>
            <a:ext cx="1384688" cy="760099"/>
          </a:xfrm>
          <a:custGeom>
            <a:avLst/>
            <a:gdLst/>
            <a:ahLst/>
            <a:cxnLst/>
            <a:rect l="l" t="t" r="r" b="b"/>
            <a:pathLst>
              <a:path w="1384688" h="760099">
                <a:moveTo>
                  <a:pt x="0" y="0"/>
                </a:moveTo>
                <a:lnTo>
                  <a:pt x="1384688" y="0"/>
                </a:lnTo>
                <a:lnTo>
                  <a:pt x="1384688" y="760099"/>
                </a:lnTo>
                <a:lnTo>
                  <a:pt x="0" y="760099"/>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12" name="Freeform 12"/>
          <p:cNvSpPr/>
          <p:nvPr/>
        </p:nvSpPr>
        <p:spPr>
          <a:xfrm>
            <a:off x="6663567" y="3288820"/>
            <a:ext cx="1276514" cy="1336664"/>
          </a:xfrm>
          <a:custGeom>
            <a:avLst/>
            <a:gdLst/>
            <a:ahLst/>
            <a:cxnLst/>
            <a:rect l="l" t="t" r="r" b="b"/>
            <a:pathLst>
              <a:path w="1276514" h="1336664">
                <a:moveTo>
                  <a:pt x="0" y="0"/>
                </a:moveTo>
                <a:lnTo>
                  <a:pt x="1276514" y="0"/>
                </a:lnTo>
                <a:lnTo>
                  <a:pt x="1276514" y="1336664"/>
                </a:lnTo>
                <a:lnTo>
                  <a:pt x="0" y="1336664"/>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13" name="Freeform 13"/>
          <p:cNvSpPr/>
          <p:nvPr/>
        </p:nvSpPr>
        <p:spPr>
          <a:xfrm>
            <a:off x="11962551" y="3382544"/>
            <a:ext cx="1653548" cy="1149216"/>
          </a:xfrm>
          <a:custGeom>
            <a:avLst/>
            <a:gdLst/>
            <a:ahLst/>
            <a:cxnLst/>
            <a:rect l="l" t="t" r="r" b="b"/>
            <a:pathLst>
              <a:path w="1653548" h="1149216">
                <a:moveTo>
                  <a:pt x="0" y="0"/>
                </a:moveTo>
                <a:lnTo>
                  <a:pt x="1653548" y="0"/>
                </a:lnTo>
                <a:lnTo>
                  <a:pt x="1653548" y="1149216"/>
                </a:lnTo>
                <a:lnTo>
                  <a:pt x="0" y="1149216"/>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14" name="Freeform 14"/>
          <p:cNvSpPr/>
          <p:nvPr/>
        </p:nvSpPr>
        <p:spPr>
          <a:xfrm>
            <a:off x="4612816" y="3368948"/>
            <a:ext cx="923359" cy="1176408"/>
          </a:xfrm>
          <a:custGeom>
            <a:avLst/>
            <a:gdLst/>
            <a:ahLst/>
            <a:cxnLst/>
            <a:rect l="l" t="t" r="r" b="b"/>
            <a:pathLst>
              <a:path w="923359" h="1176408">
                <a:moveTo>
                  <a:pt x="0" y="0"/>
                </a:moveTo>
                <a:lnTo>
                  <a:pt x="923360" y="0"/>
                </a:lnTo>
                <a:lnTo>
                  <a:pt x="923360" y="1176408"/>
                </a:lnTo>
                <a:lnTo>
                  <a:pt x="0" y="1176408"/>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15" name="Freeform 15"/>
          <p:cNvSpPr/>
          <p:nvPr/>
        </p:nvSpPr>
        <p:spPr>
          <a:xfrm>
            <a:off x="10596038" y="7804750"/>
            <a:ext cx="885175" cy="1066476"/>
          </a:xfrm>
          <a:custGeom>
            <a:avLst/>
            <a:gdLst/>
            <a:ahLst/>
            <a:cxnLst/>
            <a:rect l="l" t="t" r="r" b="b"/>
            <a:pathLst>
              <a:path w="885175" h="1066476">
                <a:moveTo>
                  <a:pt x="0" y="0"/>
                </a:moveTo>
                <a:lnTo>
                  <a:pt x="885176" y="0"/>
                </a:lnTo>
                <a:lnTo>
                  <a:pt x="885176" y="1066476"/>
                </a:lnTo>
                <a:lnTo>
                  <a:pt x="0" y="1066476"/>
                </a:lnTo>
                <a:lnTo>
                  <a:pt x="0" y="0"/>
                </a:lnTo>
                <a:close/>
              </a:path>
            </a:pathLst>
          </a:custGeom>
          <a:blipFill>
            <a:blip r:embed="rId19">
              <a:extLst>
                <a:ext uri="{96DAC541-7B7A-43D3-8B79-37D633B846F1}">
                  <asvg:svgBlip xmlns:asvg="http://schemas.microsoft.com/office/drawing/2016/SVG/main" r:embed="rId20"/>
                </a:ext>
              </a:extLst>
            </a:blip>
            <a:stretch>
              <a:fillRect/>
            </a:stretch>
          </a:blipFill>
        </p:spPr>
      </p:sp>
      <p:sp>
        <p:nvSpPr>
          <p:cNvPr id="16" name="Freeform 16"/>
          <p:cNvSpPr/>
          <p:nvPr/>
        </p:nvSpPr>
        <p:spPr>
          <a:xfrm>
            <a:off x="663026" y="1421138"/>
            <a:ext cx="1379336" cy="1324163"/>
          </a:xfrm>
          <a:custGeom>
            <a:avLst/>
            <a:gdLst/>
            <a:ahLst/>
            <a:cxnLst/>
            <a:rect l="l" t="t" r="r" b="b"/>
            <a:pathLst>
              <a:path w="1379336" h="1324163">
                <a:moveTo>
                  <a:pt x="0" y="0"/>
                </a:moveTo>
                <a:lnTo>
                  <a:pt x="1379337" y="0"/>
                </a:lnTo>
                <a:lnTo>
                  <a:pt x="1379337" y="1324162"/>
                </a:lnTo>
                <a:lnTo>
                  <a:pt x="0" y="1324162"/>
                </a:lnTo>
                <a:lnTo>
                  <a:pt x="0" y="0"/>
                </a:lnTo>
                <a:close/>
              </a:path>
            </a:pathLst>
          </a:custGeom>
          <a:blipFill>
            <a:blip r:embed="rId21">
              <a:extLst>
                <a:ext uri="{96DAC541-7B7A-43D3-8B79-37D633B846F1}">
                  <asvg:svgBlip xmlns:asvg="http://schemas.microsoft.com/office/drawing/2016/SVG/main" r:embed="rId22"/>
                </a:ext>
              </a:extLst>
            </a:blip>
            <a:stretch>
              <a:fillRect/>
            </a:stretch>
          </a:blipFill>
        </p:spPr>
      </p:sp>
      <p:sp>
        <p:nvSpPr>
          <p:cNvPr id="17" name="Freeform 17"/>
          <p:cNvSpPr/>
          <p:nvPr/>
        </p:nvSpPr>
        <p:spPr>
          <a:xfrm>
            <a:off x="15636113" y="7957938"/>
            <a:ext cx="1129219" cy="1129219"/>
          </a:xfrm>
          <a:custGeom>
            <a:avLst/>
            <a:gdLst/>
            <a:ahLst/>
            <a:cxnLst/>
            <a:rect l="l" t="t" r="r" b="b"/>
            <a:pathLst>
              <a:path w="1129219" h="1129219">
                <a:moveTo>
                  <a:pt x="0" y="0"/>
                </a:moveTo>
                <a:lnTo>
                  <a:pt x="1129219" y="0"/>
                </a:lnTo>
                <a:lnTo>
                  <a:pt x="1129219" y="1129219"/>
                </a:lnTo>
                <a:lnTo>
                  <a:pt x="0" y="1129219"/>
                </a:lnTo>
                <a:lnTo>
                  <a:pt x="0" y="0"/>
                </a:lnTo>
                <a:close/>
              </a:path>
            </a:pathLst>
          </a:custGeom>
          <a:blipFill>
            <a:blip r:embed="rId23">
              <a:extLst>
                <a:ext uri="{96DAC541-7B7A-43D3-8B79-37D633B846F1}">
                  <asvg:svgBlip xmlns:asvg="http://schemas.microsoft.com/office/drawing/2016/SVG/main" r:embed="rId24"/>
                </a:ext>
              </a:extLst>
            </a:blip>
            <a:stretch>
              <a:fillRect/>
            </a:stretch>
          </a:blipFill>
        </p:spPr>
      </p:sp>
      <p:sp>
        <p:nvSpPr>
          <p:cNvPr id="18" name="TextBox 18"/>
          <p:cNvSpPr txBox="1"/>
          <p:nvPr/>
        </p:nvSpPr>
        <p:spPr>
          <a:xfrm>
            <a:off x="1862712" y="2488317"/>
            <a:ext cx="4129503" cy="428243"/>
          </a:xfrm>
          <a:prstGeom prst="rect">
            <a:avLst/>
          </a:prstGeom>
        </p:spPr>
        <p:txBody>
          <a:bodyPr lIns="0" tIns="0" rIns="0" bIns="0" rtlCol="0" anchor="t">
            <a:spAutoFit/>
          </a:bodyPr>
          <a:lstStyle/>
          <a:p>
            <a:pPr marL="0" lvl="0" indent="0" algn="ctr">
              <a:lnSpc>
                <a:spcPts val="3588"/>
              </a:lnSpc>
            </a:pPr>
            <a:r>
              <a:rPr lang="en-US" sz="2300">
                <a:solidFill>
                  <a:srgbClr val="FFFFFF"/>
                </a:solidFill>
                <a:latin typeface="Sensei"/>
                <a:ea typeface="Sensei"/>
                <a:cs typeface="Sensei"/>
                <a:sym typeface="Sensei"/>
              </a:rPr>
              <a:t>Lorem ipsum dolor sit amet.</a:t>
            </a:r>
          </a:p>
        </p:txBody>
      </p:sp>
      <p:sp>
        <p:nvSpPr>
          <p:cNvPr id="19" name="TextBox 19"/>
          <p:cNvSpPr txBox="1"/>
          <p:nvPr/>
        </p:nvSpPr>
        <p:spPr>
          <a:xfrm>
            <a:off x="7079249" y="2488317"/>
            <a:ext cx="4129503" cy="428243"/>
          </a:xfrm>
          <a:prstGeom prst="rect">
            <a:avLst/>
          </a:prstGeom>
        </p:spPr>
        <p:txBody>
          <a:bodyPr lIns="0" tIns="0" rIns="0" bIns="0" rtlCol="0" anchor="t">
            <a:spAutoFit/>
          </a:bodyPr>
          <a:lstStyle/>
          <a:p>
            <a:pPr marL="0" lvl="0" indent="0" algn="ctr">
              <a:lnSpc>
                <a:spcPts val="3588"/>
              </a:lnSpc>
            </a:pPr>
            <a:r>
              <a:rPr lang="en-US" sz="2300">
                <a:solidFill>
                  <a:srgbClr val="FFFFFF"/>
                </a:solidFill>
                <a:latin typeface="Sensei"/>
                <a:ea typeface="Sensei"/>
                <a:cs typeface="Sensei"/>
                <a:sym typeface="Sensei"/>
              </a:rPr>
              <a:t>Lorem ipsum dolor sit amet.</a:t>
            </a:r>
          </a:p>
        </p:txBody>
      </p:sp>
      <p:sp>
        <p:nvSpPr>
          <p:cNvPr id="20" name="TextBox 20"/>
          <p:cNvSpPr txBox="1"/>
          <p:nvPr/>
        </p:nvSpPr>
        <p:spPr>
          <a:xfrm>
            <a:off x="12316301" y="2488317"/>
            <a:ext cx="4129503" cy="428243"/>
          </a:xfrm>
          <a:prstGeom prst="rect">
            <a:avLst/>
          </a:prstGeom>
        </p:spPr>
        <p:txBody>
          <a:bodyPr lIns="0" tIns="0" rIns="0" bIns="0" rtlCol="0" anchor="t">
            <a:spAutoFit/>
          </a:bodyPr>
          <a:lstStyle/>
          <a:p>
            <a:pPr marL="0" lvl="0" indent="0" algn="ctr">
              <a:lnSpc>
                <a:spcPts val="3588"/>
              </a:lnSpc>
            </a:pPr>
            <a:r>
              <a:rPr lang="en-US" sz="2300">
                <a:solidFill>
                  <a:srgbClr val="FFFFFF"/>
                </a:solidFill>
                <a:latin typeface="Sensei"/>
                <a:ea typeface="Sensei"/>
                <a:cs typeface="Sensei"/>
                <a:sym typeface="Sensei"/>
              </a:rPr>
              <a:t>Lorem ipsum dolor sit amet.</a:t>
            </a:r>
          </a:p>
        </p:txBody>
      </p:sp>
      <p:sp>
        <p:nvSpPr>
          <p:cNvPr id="21" name="TextBox 21"/>
          <p:cNvSpPr txBox="1"/>
          <p:nvPr/>
        </p:nvSpPr>
        <p:spPr>
          <a:xfrm rot="351666">
            <a:off x="9309428" y="3783251"/>
            <a:ext cx="1826003" cy="608996"/>
          </a:xfrm>
          <a:prstGeom prst="rect">
            <a:avLst/>
          </a:prstGeom>
        </p:spPr>
        <p:txBody>
          <a:bodyPr lIns="0" tIns="0" rIns="0" bIns="0" rtlCol="0" anchor="t">
            <a:spAutoFit/>
          </a:bodyPr>
          <a:lstStyle/>
          <a:p>
            <a:pPr marL="0" lvl="0" indent="0" algn="ctr">
              <a:lnSpc>
                <a:spcPts val="5063"/>
              </a:lnSpc>
            </a:pPr>
            <a:r>
              <a:rPr lang="en-US" sz="3246">
                <a:solidFill>
                  <a:srgbClr val="4586A8"/>
                </a:solidFill>
                <a:latin typeface="Sensei"/>
                <a:ea typeface="Sensei"/>
                <a:cs typeface="Sensei"/>
                <a:sym typeface="Sensei"/>
              </a:rPr>
              <a:t>John</a:t>
            </a:r>
          </a:p>
        </p:txBody>
      </p:sp>
      <p:sp>
        <p:nvSpPr>
          <p:cNvPr id="22" name="TextBox 22"/>
          <p:cNvSpPr txBox="1"/>
          <p:nvPr/>
        </p:nvSpPr>
        <p:spPr>
          <a:xfrm rot="-1117008">
            <a:off x="2087132" y="3446654"/>
            <a:ext cx="1826003" cy="608996"/>
          </a:xfrm>
          <a:prstGeom prst="rect">
            <a:avLst/>
          </a:prstGeom>
        </p:spPr>
        <p:txBody>
          <a:bodyPr lIns="0" tIns="0" rIns="0" bIns="0" rtlCol="0" anchor="t">
            <a:spAutoFit/>
          </a:bodyPr>
          <a:lstStyle/>
          <a:p>
            <a:pPr marL="0" lvl="0" indent="0" algn="ctr">
              <a:lnSpc>
                <a:spcPts val="5063"/>
              </a:lnSpc>
            </a:pPr>
            <a:r>
              <a:rPr lang="en-US" sz="3246">
                <a:solidFill>
                  <a:srgbClr val="4586A8"/>
                </a:solidFill>
                <a:latin typeface="Sensei"/>
                <a:ea typeface="Sensei"/>
                <a:cs typeface="Sensei"/>
                <a:sym typeface="Sensei"/>
              </a:rPr>
              <a:t>Peter</a:t>
            </a:r>
          </a:p>
        </p:txBody>
      </p:sp>
      <p:sp>
        <p:nvSpPr>
          <p:cNvPr id="23" name="TextBox 23"/>
          <p:cNvSpPr txBox="1"/>
          <p:nvPr/>
        </p:nvSpPr>
        <p:spPr>
          <a:xfrm rot="738807">
            <a:off x="14202512" y="3444979"/>
            <a:ext cx="1826003" cy="608996"/>
          </a:xfrm>
          <a:prstGeom prst="rect">
            <a:avLst/>
          </a:prstGeom>
        </p:spPr>
        <p:txBody>
          <a:bodyPr lIns="0" tIns="0" rIns="0" bIns="0" rtlCol="0" anchor="t">
            <a:spAutoFit/>
          </a:bodyPr>
          <a:lstStyle/>
          <a:p>
            <a:pPr marL="0" lvl="0" indent="0" algn="ctr">
              <a:lnSpc>
                <a:spcPts val="5063"/>
              </a:lnSpc>
            </a:pPr>
            <a:r>
              <a:rPr lang="en-US" sz="3246">
                <a:solidFill>
                  <a:srgbClr val="4586A8"/>
                </a:solidFill>
                <a:latin typeface="Sensei"/>
                <a:ea typeface="Sensei"/>
                <a:cs typeface="Sensei"/>
                <a:sym typeface="Sensei"/>
              </a:rPr>
              <a:t>Ryan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517687" y="5198090"/>
            <a:ext cx="14204625" cy="5630197"/>
          </a:xfrm>
          <a:custGeom>
            <a:avLst/>
            <a:gdLst/>
            <a:ahLst/>
            <a:cxnLst/>
            <a:rect l="l" t="t" r="r" b="b"/>
            <a:pathLst>
              <a:path w="14204625" h="5630197">
                <a:moveTo>
                  <a:pt x="0" y="0"/>
                </a:moveTo>
                <a:lnTo>
                  <a:pt x="14204626" y="0"/>
                </a:lnTo>
                <a:lnTo>
                  <a:pt x="14204626" y="5630197"/>
                </a:lnTo>
                <a:lnTo>
                  <a:pt x="0" y="563019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rot="971572">
            <a:off x="12160917" y="6947248"/>
            <a:ext cx="1927533" cy="847917"/>
          </a:xfrm>
          <a:custGeom>
            <a:avLst/>
            <a:gdLst/>
            <a:ahLst/>
            <a:cxnLst/>
            <a:rect l="l" t="t" r="r" b="b"/>
            <a:pathLst>
              <a:path w="1927533" h="847917">
                <a:moveTo>
                  <a:pt x="0" y="0"/>
                </a:moveTo>
                <a:lnTo>
                  <a:pt x="1927532" y="0"/>
                </a:lnTo>
                <a:lnTo>
                  <a:pt x="1927532" y="847917"/>
                </a:lnTo>
                <a:lnTo>
                  <a:pt x="0" y="84791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a:off x="1127195" y="6600049"/>
            <a:ext cx="1396332" cy="1304936"/>
          </a:xfrm>
          <a:custGeom>
            <a:avLst/>
            <a:gdLst/>
            <a:ahLst/>
            <a:cxnLst/>
            <a:rect l="l" t="t" r="r" b="b"/>
            <a:pathLst>
              <a:path w="1396332" h="1304936">
                <a:moveTo>
                  <a:pt x="0" y="0"/>
                </a:moveTo>
                <a:lnTo>
                  <a:pt x="1396332" y="0"/>
                </a:lnTo>
                <a:lnTo>
                  <a:pt x="1396332" y="1304936"/>
                </a:lnTo>
                <a:lnTo>
                  <a:pt x="0" y="1304936"/>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grpSp>
        <p:nvGrpSpPr>
          <p:cNvPr id="6" name="Group 6"/>
          <p:cNvGrpSpPr/>
          <p:nvPr/>
        </p:nvGrpSpPr>
        <p:grpSpPr>
          <a:xfrm rot="222824">
            <a:off x="5001807" y="1290603"/>
            <a:ext cx="12489810" cy="4995924"/>
            <a:chOff x="0" y="0"/>
            <a:chExt cx="3409541" cy="1363816"/>
          </a:xfrm>
        </p:grpSpPr>
        <p:sp>
          <p:nvSpPr>
            <p:cNvPr id="7" name="Freeform 7"/>
            <p:cNvSpPr/>
            <p:nvPr/>
          </p:nvSpPr>
          <p:spPr>
            <a:xfrm>
              <a:off x="0" y="0"/>
              <a:ext cx="3409541" cy="1363816"/>
            </a:xfrm>
            <a:custGeom>
              <a:avLst/>
              <a:gdLst/>
              <a:ahLst/>
              <a:cxnLst/>
              <a:rect l="l" t="t" r="r" b="b"/>
              <a:pathLst>
                <a:path w="3409541" h="1363816">
                  <a:moveTo>
                    <a:pt x="50209" y="0"/>
                  </a:moveTo>
                  <a:lnTo>
                    <a:pt x="3359332" y="0"/>
                  </a:lnTo>
                  <a:cubicBezTo>
                    <a:pt x="3387061" y="0"/>
                    <a:pt x="3409541" y="22479"/>
                    <a:pt x="3409541" y="50209"/>
                  </a:cubicBezTo>
                  <a:lnTo>
                    <a:pt x="3409541" y="1313608"/>
                  </a:lnTo>
                  <a:cubicBezTo>
                    <a:pt x="3409541" y="1341337"/>
                    <a:pt x="3387061" y="1363816"/>
                    <a:pt x="3359332" y="1363816"/>
                  </a:cubicBezTo>
                  <a:lnTo>
                    <a:pt x="50209" y="1363816"/>
                  </a:lnTo>
                  <a:cubicBezTo>
                    <a:pt x="22479" y="1363816"/>
                    <a:pt x="0" y="1341337"/>
                    <a:pt x="0" y="1313608"/>
                  </a:cubicBezTo>
                  <a:lnTo>
                    <a:pt x="0" y="50209"/>
                  </a:lnTo>
                  <a:cubicBezTo>
                    <a:pt x="0" y="22479"/>
                    <a:pt x="22479" y="0"/>
                    <a:pt x="50209" y="0"/>
                  </a:cubicBezTo>
                  <a:close/>
                </a:path>
              </a:pathLst>
            </a:custGeom>
            <a:solidFill>
              <a:srgbClr val="7BBBDD"/>
            </a:solidFill>
          </p:spPr>
        </p:sp>
        <p:sp>
          <p:nvSpPr>
            <p:cNvPr id="8" name="TextBox 8"/>
            <p:cNvSpPr txBox="1"/>
            <p:nvPr/>
          </p:nvSpPr>
          <p:spPr>
            <a:xfrm>
              <a:off x="0" y="-38100"/>
              <a:ext cx="3409541" cy="1401916"/>
            </a:xfrm>
            <a:prstGeom prst="rect">
              <a:avLst/>
            </a:prstGeom>
          </p:spPr>
          <p:txBody>
            <a:bodyPr lIns="50800" tIns="50800" rIns="50800" bIns="50800" rtlCol="0" anchor="ctr"/>
            <a:lstStyle/>
            <a:p>
              <a:pPr algn="ctr">
                <a:lnSpc>
                  <a:spcPts val="3080"/>
                </a:lnSpc>
              </a:pPr>
              <a:endParaRPr/>
            </a:p>
          </p:txBody>
        </p:sp>
      </p:grpSp>
      <p:grpSp>
        <p:nvGrpSpPr>
          <p:cNvPr id="9" name="Group 9"/>
          <p:cNvGrpSpPr>
            <a:grpSpLocks noChangeAspect="1"/>
          </p:cNvGrpSpPr>
          <p:nvPr/>
        </p:nvGrpSpPr>
        <p:grpSpPr>
          <a:xfrm rot="222824">
            <a:off x="5001807" y="1290603"/>
            <a:ext cx="12489810" cy="4995924"/>
            <a:chOff x="0" y="0"/>
            <a:chExt cx="6350000" cy="2540000"/>
          </a:xfrm>
        </p:grpSpPr>
        <p:sp>
          <p:nvSpPr>
            <p:cNvPr id="10" name="Freeform 10"/>
            <p:cNvSpPr/>
            <p:nvPr/>
          </p:nvSpPr>
          <p:spPr>
            <a:xfrm>
              <a:off x="0" y="0"/>
              <a:ext cx="6350000" cy="2540000"/>
            </a:xfrm>
            <a:custGeom>
              <a:avLst/>
              <a:gdLst/>
              <a:ahLst/>
              <a:cxnLst/>
              <a:rect l="l" t="t" r="r" b="b"/>
              <a:pathLst>
                <a:path w="6350000" h="2540000">
                  <a:moveTo>
                    <a:pt x="0" y="2159000"/>
                  </a:moveTo>
                  <a:lnTo>
                    <a:pt x="0" y="381000"/>
                  </a:lnTo>
                  <a:cubicBezTo>
                    <a:pt x="0" y="170180"/>
                    <a:pt x="170180" y="0"/>
                    <a:pt x="381000" y="0"/>
                  </a:cubicBezTo>
                  <a:lnTo>
                    <a:pt x="5969000" y="0"/>
                  </a:lnTo>
                  <a:cubicBezTo>
                    <a:pt x="6179820" y="0"/>
                    <a:pt x="6350000" y="170180"/>
                    <a:pt x="6350000" y="381000"/>
                  </a:cubicBezTo>
                  <a:lnTo>
                    <a:pt x="6350000" y="2159000"/>
                  </a:lnTo>
                  <a:cubicBezTo>
                    <a:pt x="6350000" y="2369820"/>
                    <a:pt x="6179820" y="2540000"/>
                    <a:pt x="5969000" y="2540000"/>
                  </a:cubicBezTo>
                  <a:lnTo>
                    <a:pt x="381000" y="2540000"/>
                  </a:lnTo>
                  <a:cubicBezTo>
                    <a:pt x="170180" y="2540000"/>
                    <a:pt x="0" y="2369820"/>
                    <a:pt x="0" y="2159000"/>
                  </a:cubicBezTo>
                  <a:close/>
                </a:path>
              </a:pathLst>
            </a:custGeom>
            <a:blipFill>
              <a:blip r:embed="rId10"/>
              <a:stretch>
                <a:fillRect t="-12700" b="-53965"/>
              </a:stretch>
            </a:blipFill>
          </p:spPr>
        </p:sp>
      </p:grpSp>
      <p:sp>
        <p:nvSpPr>
          <p:cNvPr id="11" name="Freeform 11"/>
          <p:cNvSpPr/>
          <p:nvPr/>
        </p:nvSpPr>
        <p:spPr>
          <a:xfrm rot="204009">
            <a:off x="10486741" y="678607"/>
            <a:ext cx="2603041" cy="1254192"/>
          </a:xfrm>
          <a:custGeom>
            <a:avLst/>
            <a:gdLst/>
            <a:ahLst/>
            <a:cxnLst/>
            <a:rect l="l" t="t" r="r" b="b"/>
            <a:pathLst>
              <a:path w="2603041" h="1254192">
                <a:moveTo>
                  <a:pt x="0" y="0"/>
                </a:moveTo>
                <a:lnTo>
                  <a:pt x="2603041" y="0"/>
                </a:lnTo>
                <a:lnTo>
                  <a:pt x="2603041" y="1254192"/>
                </a:lnTo>
                <a:lnTo>
                  <a:pt x="0" y="1254192"/>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12" name="Freeform 12"/>
          <p:cNvSpPr/>
          <p:nvPr/>
        </p:nvSpPr>
        <p:spPr>
          <a:xfrm>
            <a:off x="15994428" y="2210725"/>
            <a:ext cx="993824" cy="1577841"/>
          </a:xfrm>
          <a:custGeom>
            <a:avLst/>
            <a:gdLst/>
            <a:ahLst/>
            <a:cxnLst/>
            <a:rect l="l" t="t" r="r" b="b"/>
            <a:pathLst>
              <a:path w="993824" h="1577841">
                <a:moveTo>
                  <a:pt x="0" y="0"/>
                </a:moveTo>
                <a:lnTo>
                  <a:pt x="993824" y="0"/>
                </a:lnTo>
                <a:lnTo>
                  <a:pt x="993824" y="1577840"/>
                </a:lnTo>
                <a:lnTo>
                  <a:pt x="0" y="1577840"/>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13" name="Freeform 13"/>
          <p:cNvSpPr/>
          <p:nvPr/>
        </p:nvSpPr>
        <p:spPr>
          <a:xfrm rot="-2806233">
            <a:off x="5599877" y="1635639"/>
            <a:ext cx="1842039" cy="1122901"/>
          </a:xfrm>
          <a:custGeom>
            <a:avLst/>
            <a:gdLst/>
            <a:ahLst/>
            <a:cxnLst/>
            <a:rect l="l" t="t" r="r" b="b"/>
            <a:pathLst>
              <a:path w="1842039" h="1122901">
                <a:moveTo>
                  <a:pt x="0" y="0"/>
                </a:moveTo>
                <a:lnTo>
                  <a:pt x="1842040" y="0"/>
                </a:lnTo>
                <a:lnTo>
                  <a:pt x="1842040" y="1122901"/>
                </a:lnTo>
                <a:lnTo>
                  <a:pt x="0" y="1122901"/>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14" name="Freeform 14"/>
          <p:cNvSpPr/>
          <p:nvPr/>
        </p:nvSpPr>
        <p:spPr>
          <a:xfrm>
            <a:off x="1391766" y="1305703"/>
            <a:ext cx="2263521" cy="2978317"/>
          </a:xfrm>
          <a:custGeom>
            <a:avLst/>
            <a:gdLst/>
            <a:ahLst/>
            <a:cxnLst/>
            <a:rect l="l" t="t" r="r" b="b"/>
            <a:pathLst>
              <a:path w="2263521" h="2978317">
                <a:moveTo>
                  <a:pt x="0" y="0"/>
                </a:moveTo>
                <a:lnTo>
                  <a:pt x="2263521" y="0"/>
                </a:lnTo>
                <a:lnTo>
                  <a:pt x="2263521" y="2978317"/>
                </a:lnTo>
                <a:lnTo>
                  <a:pt x="0" y="2978317"/>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15" name="TextBox 15"/>
          <p:cNvSpPr txBox="1"/>
          <p:nvPr/>
        </p:nvSpPr>
        <p:spPr>
          <a:xfrm>
            <a:off x="4595995" y="6342250"/>
            <a:ext cx="6048010" cy="991869"/>
          </a:xfrm>
          <a:prstGeom prst="rect">
            <a:avLst/>
          </a:prstGeom>
        </p:spPr>
        <p:txBody>
          <a:bodyPr lIns="0" tIns="0" rIns="0" bIns="0" rtlCol="0" anchor="t">
            <a:spAutoFit/>
          </a:bodyPr>
          <a:lstStyle/>
          <a:p>
            <a:pPr marL="0" lvl="0" indent="0" algn="ctr">
              <a:lnSpc>
                <a:spcPts val="7865"/>
              </a:lnSpc>
              <a:spcBef>
                <a:spcPct val="0"/>
              </a:spcBef>
            </a:pPr>
            <a:r>
              <a:rPr lang="en-US" sz="6500" u="none" strike="noStrike">
                <a:solidFill>
                  <a:srgbClr val="E668A0"/>
                </a:solidFill>
                <a:latin typeface="Sensei"/>
                <a:ea typeface="Sensei"/>
                <a:cs typeface="Sensei"/>
                <a:sym typeface="Sensei"/>
              </a:rPr>
              <a:t>Our History</a:t>
            </a:r>
          </a:p>
        </p:txBody>
      </p:sp>
      <p:sp>
        <p:nvSpPr>
          <p:cNvPr id="16" name="TextBox 16"/>
          <p:cNvSpPr txBox="1"/>
          <p:nvPr/>
        </p:nvSpPr>
        <p:spPr>
          <a:xfrm>
            <a:off x="3550022" y="7647810"/>
            <a:ext cx="7696690" cy="1985010"/>
          </a:xfrm>
          <a:prstGeom prst="rect">
            <a:avLst/>
          </a:prstGeom>
        </p:spPr>
        <p:txBody>
          <a:bodyPr lIns="0" tIns="0" rIns="0" bIns="0" rtlCol="0" anchor="t">
            <a:spAutoFit/>
          </a:bodyPr>
          <a:lstStyle/>
          <a:p>
            <a:pPr marL="0" lvl="1" indent="0" algn="ctr">
              <a:lnSpc>
                <a:spcPts val="5400"/>
              </a:lnSpc>
            </a:pPr>
            <a:r>
              <a:rPr lang="en-US" sz="2400" u="none" strike="noStrike">
                <a:solidFill>
                  <a:srgbClr val="1A4F6B"/>
                </a:solidFill>
                <a:latin typeface="Atkinson Hyperlegible"/>
                <a:ea typeface="Atkinson Hyperlegible"/>
                <a:cs typeface="Atkinson Hyperlegible"/>
                <a:sym typeface="Atkinson Hyperlegible"/>
              </a:rPr>
              <a:t>Presentations are communication tools that can be used as demonstrations, lectures, speeches, reports, and more. It is mostly presented before an audience.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 name="Group 3"/>
          <p:cNvGrpSpPr>
            <a:grpSpLocks noChangeAspect="1"/>
          </p:cNvGrpSpPr>
          <p:nvPr/>
        </p:nvGrpSpPr>
        <p:grpSpPr>
          <a:xfrm rot="-88427">
            <a:off x="1408992" y="1950550"/>
            <a:ext cx="7190173" cy="7565312"/>
            <a:chOff x="0" y="0"/>
            <a:chExt cx="5842000" cy="6146800"/>
          </a:xfrm>
        </p:grpSpPr>
        <p:sp>
          <p:nvSpPr>
            <p:cNvPr id="4" name="Freeform 4"/>
            <p:cNvSpPr/>
            <p:nvPr/>
          </p:nvSpPr>
          <p:spPr>
            <a:xfrm>
              <a:off x="0" y="0"/>
              <a:ext cx="5842000" cy="6146800"/>
            </a:xfrm>
            <a:custGeom>
              <a:avLst/>
              <a:gdLst/>
              <a:ahLst/>
              <a:cxnLst/>
              <a:rect l="l" t="t" r="r" b="b"/>
              <a:pathLst>
                <a:path w="5842000" h="6146800">
                  <a:moveTo>
                    <a:pt x="5842000" y="6146800"/>
                  </a:moveTo>
                  <a:lnTo>
                    <a:pt x="0" y="6146800"/>
                  </a:lnTo>
                  <a:lnTo>
                    <a:pt x="0" y="0"/>
                  </a:lnTo>
                  <a:lnTo>
                    <a:pt x="5842000" y="0"/>
                  </a:lnTo>
                  <a:lnTo>
                    <a:pt x="5842000" y="6146800"/>
                  </a:lnTo>
                  <a:close/>
                </a:path>
              </a:pathLst>
            </a:custGeom>
            <a:blipFill>
              <a:blip r:embed="rId4"/>
              <a:stretch>
                <a:fillRect l="-18470" r="-13119"/>
              </a:stretch>
            </a:blipFill>
          </p:spPr>
        </p:sp>
        <p:sp>
          <p:nvSpPr>
            <p:cNvPr id="5" name="Freeform 5"/>
            <p:cNvSpPr/>
            <p:nvPr/>
          </p:nvSpPr>
          <p:spPr>
            <a:xfrm>
              <a:off x="0" y="0"/>
              <a:ext cx="5842000" cy="6146800"/>
            </a:xfrm>
            <a:custGeom>
              <a:avLst/>
              <a:gdLst/>
              <a:ahLst/>
              <a:cxnLst/>
              <a:rect l="l" t="t" r="r" b="b"/>
              <a:pathLst>
                <a:path w="5842000" h="6146800">
                  <a:moveTo>
                    <a:pt x="5842000" y="6146800"/>
                  </a:moveTo>
                  <a:lnTo>
                    <a:pt x="0" y="6146800"/>
                  </a:lnTo>
                  <a:lnTo>
                    <a:pt x="0" y="0"/>
                  </a:lnTo>
                  <a:lnTo>
                    <a:pt x="5842000" y="0"/>
                  </a:lnTo>
                  <a:lnTo>
                    <a:pt x="5842000" y="6146800"/>
                  </a:lnTo>
                  <a:close/>
                </a:path>
              </a:pathLst>
            </a:custGeom>
            <a:blipFill>
              <a:blip r:embed="rId5"/>
              <a:stretch>
                <a:fillRect t="-286" b="-286"/>
              </a:stretch>
            </a:blipFill>
          </p:spPr>
        </p:sp>
      </p:grpSp>
      <p:grpSp>
        <p:nvGrpSpPr>
          <p:cNvPr id="6" name="Group 6"/>
          <p:cNvGrpSpPr>
            <a:grpSpLocks noChangeAspect="1"/>
          </p:cNvGrpSpPr>
          <p:nvPr/>
        </p:nvGrpSpPr>
        <p:grpSpPr>
          <a:xfrm rot="424449">
            <a:off x="11626758" y="889579"/>
            <a:ext cx="4890348" cy="5145496"/>
            <a:chOff x="0" y="0"/>
            <a:chExt cx="5842000" cy="6146800"/>
          </a:xfrm>
        </p:grpSpPr>
        <p:sp>
          <p:nvSpPr>
            <p:cNvPr id="7" name="Freeform 7"/>
            <p:cNvSpPr/>
            <p:nvPr/>
          </p:nvSpPr>
          <p:spPr>
            <a:xfrm>
              <a:off x="0" y="0"/>
              <a:ext cx="5842000" cy="6146800"/>
            </a:xfrm>
            <a:custGeom>
              <a:avLst/>
              <a:gdLst/>
              <a:ahLst/>
              <a:cxnLst/>
              <a:rect l="l" t="t" r="r" b="b"/>
              <a:pathLst>
                <a:path w="5842000" h="6146800">
                  <a:moveTo>
                    <a:pt x="5842000" y="6146800"/>
                  </a:moveTo>
                  <a:lnTo>
                    <a:pt x="0" y="6146800"/>
                  </a:lnTo>
                  <a:lnTo>
                    <a:pt x="0" y="0"/>
                  </a:lnTo>
                  <a:lnTo>
                    <a:pt x="5842000" y="0"/>
                  </a:lnTo>
                  <a:lnTo>
                    <a:pt x="5842000" y="6146800"/>
                  </a:lnTo>
                  <a:close/>
                </a:path>
              </a:pathLst>
            </a:custGeom>
            <a:blipFill>
              <a:blip r:embed="rId6"/>
              <a:stretch>
                <a:fillRect b="-18801"/>
              </a:stretch>
            </a:blipFill>
          </p:spPr>
        </p:sp>
        <p:sp>
          <p:nvSpPr>
            <p:cNvPr id="8" name="Freeform 8"/>
            <p:cNvSpPr/>
            <p:nvPr/>
          </p:nvSpPr>
          <p:spPr>
            <a:xfrm>
              <a:off x="0" y="0"/>
              <a:ext cx="5842000" cy="6146800"/>
            </a:xfrm>
            <a:custGeom>
              <a:avLst/>
              <a:gdLst/>
              <a:ahLst/>
              <a:cxnLst/>
              <a:rect l="l" t="t" r="r" b="b"/>
              <a:pathLst>
                <a:path w="5842000" h="6146800">
                  <a:moveTo>
                    <a:pt x="5842000" y="6146800"/>
                  </a:moveTo>
                  <a:lnTo>
                    <a:pt x="0" y="6146800"/>
                  </a:lnTo>
                  <a:lnTo>
                    <a:pt x="0" y="0"/>
                  </a:lnTo>
                  <a:lnTo>
                    <a:pt x="5842000" y="0"/>
                  </a:lnTo>
                  <a:lnTo>
                    <a:pt x="5842000" y="6146800"/>
                  </a:lnTo>
                  <a:close/>
                </a:path>
              </a:pathLst>
            </a:custGeom>
            <a:blipFill>
              <a:blip r:embed="rId5"/>
              <a:stretch>
                <a:fillRect t="-286" b="-286"/>
              </a:stretch>
            </a:blipFill>
          </p:spPr>
        </p:sp>
      </p:grpSp>
      <p:sp>
        <p:nvSpPr>
          <p:cNvPr id="9" name="TextBox 9"/>
          <p:cNvSpPr txBox="1"/>
          <p:nvPr/>
        </p:nvSpPr>
        <p:spPr>
          <a:xfrm>
            <a:off x="10318709" y="6630631"/>
            <a:ext cx="6940591" cy="2778507"/>
          </a:xfrm>
          <a:prstGeom prst="rect">
            <a:avLst/>
          </a:prstGeom>
        </p:spPr>
        <p:txBody>
          <a:bodyPr lIns="0" tIns="0" rIns="0" bIns="0" rtlCol="0" anchor="t">
            <a:spAutoFit/>
          </a:bodyPr>
          <a:lstStyle/>
          <a:p>
            <a:pPr algn="r">
              <a:lnSpc>
                <a:spcPts val="5586"/>
              </a:lnSpc>
            </a:pPr>
            <a:r>
              <a:rPr lang="en-US" sz="3699">
                <a:solidFill>
                  <a:srgbClr val="4BA4D4"/>
                </a:solidFill>
                <a:latin typeface="Sensei"/>
                <a:ea typeface="Sensei"/>
                <a:cs typeface="Sensei"/>
                <a:sym typeface="Sensei"/>
              </a:rPr>
              <a:t>Lorem ipsum dolor sit amet, consectetur adipiscing elit, sed do eiusmod tempor incididunt ut labore et dolore magna aliqua.</a:t>
            </a:r>
          </a:p>
        </p:txBody>
      </p:sp>
      <p:sp>
        <p:nvSpPr>
          <p:cNvPr id="10" name="Freeform 10"/>
          <p:cNvSpPr/>
          <p:nvPr/>
        </p:nvSpPr>
        <p:spPr>
          <a:xfrm>
            <a:off x="12743623" y="1437528"/>
            <a:ext cx="603144" cy="1214925"/>
          </a:xfrm>
          <a:custGeom>
            <a:avLst/>
            <a:gdLst/>
            <a:ahLst/>
            <a:cxnLst/>
            <a:rect l="l" t="t" r="r" b="b"/>
            <a:pathLst>
              <a:path w="603144" h="1214925">
                <a:moveTo>
                  <a:pt x="0" y="0"/>
                </a:moveTo>
                <a:lnTo>
                  <a:pt x="603144" y="0"/>
                </a:lnTo>
                <a:lnTo>
                  <a:pt x="603144" y="1214925"/>
                </a:lnTo>
                <a:lnTo>
                  <a:pt x="0" y="1214925"/>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1" name="Freeform 11"/>
          <p:cNvSpPr/>
          <p:nvPr/>
        </p:nvSpPr>
        <p:spPr>
          <a:xfrm rot="938020">
            <a:off x="4439120" y="3054026"/>
            <a:ext cx="1129915" cy="402698"/>
          </a:xfrm>
          <a:custGeom>
            <a:avLst/>
            <a:gdLst/>
            <a:ahLst/>
            <a:cxnLst/>
            <a:rect l="l" t="t" r="r" b="b"/>
            <a:pathLst>
              <a:path w="1129915" h="402698">
                <a:moveTo>
                  <a:pt x="0" y="0"/>
                </a:moveTo>
                <a:lnTo>
                  <a:pt x="1129916" y="0"/>
                </a:lnTo>
                <a:lnTo>
                  <a:pt x="1129916" y="402698"/>
                </a:lnTo>
                <a:lnTo>
                  <a:pt x="0" y="402698"/>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2" name="TextBox 12"/>
          <p:cNvSpPr txBox="1"/>
          <p:nvPr/>
        </p:nvSpPr>
        <p:spPr>
          <a:xfrm rot="-99190">
            <a:off x="1338486" y="854465"/>
            <a:ext cx="7800725" cy="991869"/>
          </a:xfrm>
          <a:prstGeom prst="rect">
            <a:avLst/>
          </a:prstGeom>
        </p:spPr>
        <p:txBody>
          <a:bodyPr lIns="0" tIns="0" rIns="0" bIns="0" rtlCol="0" anchor="t">
            <a:spAutoFit/>
          </a:bodyPr>
          <a:lstStyle/>
          <a:p>
            <a:pPr marL="0" lvl="0" indent="0" algn="l">
              <a:lnSpc>
                <a:spcPts val="7865"/>
              </a:lnSpc>
              <a:spcBef>
                <a:spcPct val="0"/>
              </a:spcBef>
            </a:pPr>
            <a:r>
              <a:rPr lang="en-US" sz="6500" u="none" strike="noStrike">
                <a:solidFill>
                  <a:srgbClr val="E668A0"/>
                </a:solidFill>
                <a:latin typeface="Sensei"/>
                <a:ea typeface="Sensei"/>
                <a:cs typeface="Sensei"/>
                <a:sym typeface="Sensei"/>
              </a:rPr>
              <a:t>Gallery Image</a:t>
            </a:r>
          </a:p>
        </p:txBody>
      </p:sp>
      <p:sp>
        <p:nvSpPr>
          <p:cNvPr id="13" name="Freeform 13"/>
          <p:cNvSpPr/>
          <p:nvPr/>
        </p:nvSpPr>
        <p:spPr>
          <a:xfrm rot="-231163">
            <a:off x="15280416" y="1707705"/>
            <a:ext cx="922489" cy="674570"/>
          </a:xfrm>
          <a:custGeom>
            <a:avLst/>
            <a:gdLst/>
            <a:ahLst/>
            <a:cxnLst/>
            <a:rect l="l" t="t" r="r" b="b"/>
            <a:pathLst>
              <a:path w="922489" h="674570">
                <a:moveTo>
                  <a:pt x="0" y="0"/>
                </a:moveTo>
                <a:lnTo>
                  <a:pt x="922489" y="0"/>
                </a:lnTo>
                <a:lnTo>
                  <a:pt x="922489" y="674570"/>
                </a:lnTo>
                <a:lnTo>
                  <a:pt x="0" y="674570"/>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14" name="Freeform 14"/>
          <p:cNvSpPr/>
          <p:nvPr/>
        </p:nvSpPr>
        <p:spPr>
          <a:xfrm rot="649763">
            <a:off x="9470600" y="2736861"/>
            <a:ext cx="1082592" cy="1942074"/>
          </a:xfrm>
          <a:custGeom>
            <a:avLst/>
            <a:gdLst/>
            <a:ahLst/>
            <a:cxnLst/>
            <a:rect l="l" t="t" r="r" b="b"/>
            <a:pathLst>
              <a:path w="1082592" h="1942074">
                <a:moveTo>
                  <a:pt x="0" y="0"/>
                </a:moveTo>
                <a:lnTo>
                  <a:pt x="1082592" y="0"/>
                </a:lnTo>
                <a:lnTo>
                  <a:pt x="1082592" y="1942074"/>
                </a:lnTo>
                <a:lnTo>
                  <a:pt x="0" y="1942074"/>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3352899" y="499483"/>
            <a:ext cx="14229578" cy="9288034"/>
          </a:xfrm>
          <a:custGeom>
            <a:avLst/>
            <a:gdLst/>
            <a:ahLst/>
            <a:cxnLst/>
            <a:rect l="l" t="t" r="r" b="b"/>
            <a:pathLst>
              <a:path w="14229578" h="9288034">
                <a:moveTo>
                  <a:pt x="0" y="0"/>
                </a:moveTo>
                <a:lnTo>
                  <a:pt x="14229578" y="0"/>
                </a:lnTo>
                <a:lnTo>
                  <a:pt x="14229578" y="9288034"/>
                </a:lnTo>
                <a:lnTo>
                  <a:pt x="0" y="928803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4523205" y="1682073"/>
            <a:ext cx="4518013" cy="6777020"/>
            <a:chOff x="0" y="0"/>
            <a:chExt cx="1189929" cy="1784894"/>
          </a:xfrm>
        </p:grpSpPr>
        <p:sp>
          <p:nvSpPr>
            <p:cNvPr id="5" name="Freeform 5"/>
            <p:cNvSpPr/>
            <p:nvPr/>
          </p:nvSpPr>
          <p:spPr>
            <a:xfrm>
              <a:off x="0" y="0"/>
              <a:ext cx="1189929" cy="1784894"/>
            </a:xfrm>
            <a:custGeom>
              <a:avLst/>
              <a:gdLst/>
              <a:ahLst/>
              <a:cxnLst/>
              <a:rect l="l" t="t" r="r" b="b"/>
              <a:pathLst>
                <a:path w="1189929" h="1784894">
                  <a:moveTo>
                    <a:pt x="66829" y="0"/>
                  </a:moveTo>
                  <a:lnTo>
                    <a:pt x="1123100" y="0"/>
                  </a:lnTo>
                  <a:cubicBezTo>
                    <a:pt x="1140824" y="0"/>
                    <a:pt x="1157823" y="7041"/>
                    <a:pt x="1170356" y="19574"/>
                  </a:cubicBezTo>
                  <a:cubicBezTo>
                    <a:pt x="1182888" y="32107"/>
                    <a:pt x="1189929" y="49105"/>
                    <a:pt x="1189929" y="66829"/>
                  </a:cubicBezTo>
                  <a:lnTo>
                    <a:pt x="1189929" y="1718065"/>
                  </a:lnTo>
                  <a:cubicBezTo>
                    <a:pt x="1189929" y="1735789"/>
                    <a:pt x="1182888" y="1752787"/>
                    <a:pt x="1170356" y="1765320"/>
                  </a:cubicBezTo>
                  <a:cubicBezTo>
                    <a:pt x="1157823" y="1777853"/>
                    <a:pt x="1140824" y="1784894"/>
                    <a:pt x="1123100" y="1784894"/>
                  </a:cubicBezTo>
                  <a:lnTo>
                    <a:pt x="66829" y="1784894"/>
                  </a:lnTo>
                  <a:cubicBezTo>
                    <a:pt x="49105" y="1784894"/>
                    <a:pt x="32107" y="1777853"/>
                    <a:pt x="19574" y="1765320"/>
                  </a:cubicBezTo>
                  <a:cubicBezTo>
                    <a:pt x="7041" y="1752787"/>
                    <a:pt x="0" y="1735789"/>
                    <a:pt x="0" y="1718065"/>
                  </a:cubicBezTo>
                  <a:lnTo>
                    <a:pt x="0" y="66829"/>
                  </a:lnTo>
                  <a:cubicBezTo>
                    <a:pt x="0" y="49105"/>
                    <a:pt x="7041" y="32107"/>
                    <a:pt x="19574" y="19574"/>
                  </a:cubicBezTo>
                  <a:cubicBezTo>
                    <a:pt x="32107" y="7041"/>
                    <a:pt x="49105" y="0"/>
                    <a:pt x="66829" y="0"/>
                  </a:cubicBezTo>
                  <a:close/>
                </a:path>
              </a:pathLst>
            </a:custGeom>
            <a:solidFill>
              <a:srgbClr val="F6C3F4"/>
            </a:solidFill>
          </p:spPr>
        </p:sp>
        <p:sp>
          <p:nvSpPr>
            <p:cNvPr id="6" name="TextBox 6"/>
            <p:cNvSpPr txBox="1"/>
            <p:nvPr/>
          </p:nvSpPr>
          <p:spPr>
            <a:xfrm>
              <a:off x="0" y="-38100"/>
              <a:ext cx="1189929" cy="1822994"/>
            </a:xfrm>
            <a:prstGeom prst="rect">
              <a:avLst/>
            </a:prstGeom>
          </p:spPr>
          <p:txBody>
            <a:bodyPr lIns="50800" tIns="50800" rIns="50800" bIns="50800" rtlCol="0" anchor="ctr"/>
            <a:lstStyle/>
            <a:p>
              <a:pPr algn="ctr">
                <a:lnSpc>
                  <a:spcPts val="3080"/>
                </a:lnSpc>
              </a:pPr>
              <a:endParaRPr/>
            </a:p>
          </p:txBody>
        </p:sp>
      </p:grpSp>
      <p:grpSp>
        <p:nvGrpSpPr>
          <p:cNvPr id="7" name="Group 7"/>
          <p:cNvGrpSpPr>
            <a:grpSpLocks noChangeAspect="1"/>
          </p:cNvGrpSpPr>
          <p:nvPr/>
        </p:nvGrpSpPr>
        <p:grpSpPr>
          <a:xfrm>
            <a:off x="4523205" y="1682073"/>
            <a:ext cx="4518013" cy="6777020"/>
            <a:chOff x="0" y="0"/>
            <a:chExt cx="6350000" cy="9525000"/>
          </a:xfrm>
        </p:grpSpPr>
        <p:sp>
          <p:nvSpPr>
            <p:cNvPr id="8" name="Freeform 8"/>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6"/>
              <a:stretch>
                <a:fillRect/>
              </a:stretch>
            </a:blipFill>
          </p:spPr>
        </p:sp>
      </p:grpSp>
      <p:sp>
        <p:nvSpPr>
          <p:cNvPr id="9" name="TextBox 9"/>
          <p:cNvSpPr txBox="1"/>
          <p:nvPr/>
        </p:nvSpPr>
        <p:spPr>
          <a:xfrm rot="361231">
            <a:off x="7458178" y="2097034"/>
            <a:ext cx="1476995" cy="436913"/>
          </a:xfrm>
          <a:prstGeom prst="rect">
            <a:avLst/>
          </a:prstGeom>
        </p:spPr>
        <p:txBody>
          <a:bodyPr lIns="0" tIns="0" rIns="0" bIns="0" rtlCol="0" anchor="t">
            <a:spAutoFit/>
          </a:bodyPr>
          <a:lstStyle/>
          <a:p>
            <a:pPr marL="0" lvl="0" indent="0" algn="ctr">
              <a:lnSpc>
                <a:spcPts val="2400"/>
              </a:lnSpc>
              <a:spcBef>
                <a:spcPct val="0"/>
              </a:spcBef>
            </a:pPr>
            <a:r>
              <a:rPr lang="en-US" sz="2000" u="none" strike="noStrike">
                <a:solidFill>
                  <a:srgbClr val="E668A0"/>
                </a:solidFill>
                <a:latin typeface="Sensei"/>
                <a:ea typeface="Sensei"/>
                <a:cs typeface="Sensei"/>
                <a:sym typeface="Sensei"/>
              </a:rPr>
              <a:t>Lorem Ipsum</a:t>
            </a:r>
          </a:p>
        </p:txBody>
      </p:sp>
      <p:sp>
        <p:nvSpPr>
          <p:cNvPr id="10" name="Freeform 10"/>
          <p:cNvSpPr/>
          <p:nvPr/>
        </p:nvSpPr>
        <p:spPr>
          <a:xfrm rot="-2421300">
            <a:off x="5980550" y="2707920"/>
            <a:ext cx="1120485" cy="594357"/>
          </a:xfrm>
          <a:custGeom>
            <a:avLst/>
            <a:gdLst/>
            <a:ahLst/>
            <a:cxnLst/>
            <a:rect l="l" t="t" r="r" b="b"/>
            <a:pathLst>
              <a:path w="1120485" h="594357">
                <a:moveTo>
                  <a:pt x="0" y="0"/>
                </a:moveTo>
                <a:lnTo>
                  <a:pt x="1120485" y="0"/>
                </a:lnTo>
                <a:lnTo>
                  <a:pt x="1120485" y="594357"/>
                </a:lnTo>
                <a:lnTo>
                  <a:pt x="0" y="59435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1" name="Freeform 11"/>
          <p:cNvSpPr/>
          <p:nvPr/>
        </p:nvSpPr>
        <p:spPr>
          <a:xfrm rot="-8864349">
            <a:off x="4753314" y="7213453"/>
            <a:ext cx="783641" cy="623542"/>
          </a:xfrm>
          <a:custGeom>
            <a:avLst/>
            <a:gdLst/>
            <a:ahLst/>
            <a:cxnLst/>
            <a:rect l="l" t="t" r="r" b="b"/>
            <a:pathLst>
              <a:path w="783641" h="623542">
                <a:moveTo>
                  <a:pt x="0" y="0"/>
                </a:moveTo>
                <a:lnTo>
                  <a:pt x="783641" y="0"/>
                </a:lnTo>
                <a:lnTo>
                  <a:pt x="783641" y="623543"/>
                </a:lnTo>
                <a:lnTo>
                  <a:pt x="0" y="623543"/>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2" name="Freeform 12"/>
          <p:cNvSpPr/>
          <p:nvPr/>
        </p:nvSpPr>
        <p:spPr>
          <a:xfrm rot="1650260">
            <a:off x="7802150" y="2472049"/>
            <a:ext cx="338588" cy="1112150"/>
          </a:xfrm>
          <a:custGeom>
            <a:avLst/>
            <a:gdLst/>
            <a:ahLst/>
            <a:cxnLst/>
            <a:rect l="l" t="t" r="r" b="b"/>
            <a:pathLst>
              <a:path w="338588" h="1112150">
                <a:moveTo>
                  <a:pt x="0" y="0"/>
                </a:moveTo>
                <a:lnTo>
                  <a:pt x="338588" y="0"/>
                </a:lnTo>
                <a:lnTo>
                  <a:pt x="338588" y="1112150"/>
                </a:lnTo>
                <a:lnTo>
                  <a:pt x="0" y="1112150"/>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13" name="Freeform 13"/>
          <p:cNvSpPr/>
          <p:nvPr/>
        </p:nvSpPr>
        <p:spPr>
          <a:xfrm rot="-3416096">
            <a:off x="-662955" y="1715647"/>
            <a:ext cx="4495372" cy="4587114"/>
          </a:xfrm>
          <a:custGeom>
            <a:avLst/>
            <a:gdLst/>
            <a:ahLst/>
            <a:cxnLst/>
            <a:rect l="l" t="t" r="r" b="b"/>
            <a:pathLst>
              <a:path w="4495372" h="4587114">
                <a:moveTo>
                  <a:pt x="0" y="0"/>
                </a:moveTo>
                <a:lnTo>
                  <a:pt x="4495372" y="0"/>
                </a:lnTo>
                <a:lnTo>
                  <a:pt x="4495372" y="4587114"/>
                </a:lnTo>
                <a:lnTo>
                  <a:pt x="0" y="4587114"/>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14" name="Freeform 14"/>
          <p:cNvSpPr/>
          <p:nvPr/>
        </p:nvSpPr>
        <p:spPr>
          <a:xfrm rot="8456675">
            <a:off x="-378896" y="8302968"/>
            <a:ext cx="3477341" cy="1138829"/>
          </a:xfrm>
          <a:custGeom>
            <a:avLst/>
            <a:gdLst/>
            <a:ahLst/>
            <a:cxnLst/>
            <a:rect l="l" t="t" r="r" b="b"/>
            <a:pathLst>
              <a:path w="3477341" h="1138829">
                <a:moveTo>
                  <a:pt x="0" y="0"/>
                </a:moveTo>
                <a:lnTo>
                  <a:pt x="3477341" y="0"/>
                </a:lnTo>
                <a:lnTo>
                  <a:pt x="3477341" y="1138830"/>
                </a:lnTo>
                <a:lnTo>
                  <a:pt x="0" y="1138830"/>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15" name="TextBox 15"/>
          <p:cNvSpPr txBox="1"/>
          <p:nvPr/>
        </p:nvSpPr>
        <p:spPr>
          <a:xfrm>
            <a:off x="12347592" y="3295650"/>
            <a:ext cx="3638550" cy="3543300"/>
          </a:xfrm>
          <a:prstGeom prst="rect">
            <a:avLst/>
          </a:prstGeom>
        </p:spPr>
        <p:txBody>
          <a:bodyPr lIns="0" tIns="0" rIns="0" bIns="0" rtlCol="0" anchor="t">
            <a:spAutoFit/>
          </a:bodyPr>
          <a:lstStyle/>
          <a:p>
            <a:pPr marL="0" lvl="1" indent="0" algn="ctr">
              <a:lnSpc>
                <a:spcPts val="3570"/>
              </a:lnSpc>
            </a:pPr>
            <a:r>
              <a:rPr lang="en-US" sz="2100">
                <a:solidFill>
                  <a:srgbClr val="1A4F6B"/>
                </a:solidFill>
                <a:latin typeface="Atkinson Hyperlegible"/>
                <a:ea typeface="Atkinson Hyperlegible"/>
                <a:cs typeface="Atkinson Hyperlegible"/>
                <a:sym typeface="Atkinson Hyperlegible"/>
              </a:rPr>
              <a:t>Lorem ipsum dolor sit amet, consectetur adipiscing elit, sed do eiusmod tempor incididunt ut labore et dolore magna aliqua. Ut enim ad minim veniam, quis nostrud exercitation ullamco laboris nisi ut aliquip ex ea commodo.</a:t>
            </a:r>
          </a:p>
        </p:txBody>
      </p:sp>
      <p:sp>
        <p:nvSpPr>
          <p:cNvPr id="16" name="TextBox 16"/>
          <p:cNvSpPr txBox="1"/>
          <p:nvPr/>
        </p:nvSpPr>
        <p:spPr>
          <a:xfrm>
            <a:off x="11942137" y="2109861"/>
            <a:ext cx="4449461" cy="925829"/>
          </a:xfrm>
          <a:prstGeom prst="rect">
            <a:avLst/>
          </a:prstGeom>
        </p:spPr>
        <p:txBody>
          <a:bodyPr lIns="0" tIns="0" rIns="0" bIns="0" rtlCol="0" anchor="t">
            <a:spAutoFit/>
          </a:bodyPr>
          <a:lstStyle/>
          <a:p>
            <a:pPr marL="0" lvl="0" indent="0" algn="ctr">
              <a:lnSpc>
                <a:spcPts val="7260"/>
              </a:lnSpc>
              <a:spcBef>
                <a:spcPct val="0"/>
              </a:spcBef>
            </a:pPr>
            <a:r>
              <a:rPr lang="en-US" sz="6000" u="none" strike="noStrike">
                <a:solidFill>
                  <a:srgbClr val="E668A0"/>
                </a:solidFill>
                <a:latin typeface="Sensei"/>
                <a:ea typeface="Sensei"/>
                <a:cs typeface="Sensei"/>
                <a:sym typeface="Sensei"/>
              </a:rPr>
              <a:t>Our Project</a:t>
            </a:r>
          </a:p>
        </p:txBody>
      </p:sp>
      <p:sp>
        <p:nvSpPr>
          <p:cNvPr id="17" name="TextBox 17"/>
          <p:cNvSpPr txBox="1"/>
          <p:nvPr/>
        </p:nvSpPr>
        <p:spPr>
          <a:xfrm>
            <a:off x="12481493" y="7129966"/>
            <a:ext cx="3370747" cy="987171"/>
          </a:xfrm>
          <a:prstGeom prst="rect">
            <a:avLst/>
          </a:prstGeom>
        </p:spPr>
        <p:txBody>
          <a:bodyPr lIns="0" tIns="0" rIns="0" bIns="0" rtlCol="0" anchor="t">
            <a:spAutoFit/>
          </a:bodyPr>
          <a:lstStyle/>
          <a:p>
            <a:pPr algn="ctr">
              <a:lnSpc>
                <a:spcPts val="4091"/>
              </a:lnSpc>
            </a:pPr>
            <a:r>
              <a:rPr lang="en-US" sz="2199">
                <a:solidFill>
                  <a:srgbClr val="7BBBDD"/>
                </a:solidFill>
                <a:latin typeface="Sensei"/>
                <a:ea typeface="Sensei"/>
                <a:cs typeface="Sensei"/>
                <a:sym typeface="Sensei"/>
              </a:rPr>
              <a:t>Year: 2022</a:t>
            </a:r>
          </a:p>
          <a:p>
            <a:pPr marL="0" lvl="0" indent="0" algn="ctr">
              <a:lnSpc>
                <a:spcPts val="4091"/>
              </a:lnSpc>
            </a:pPr>
            <a:r>
              <a:rPr lang="en-US" sz="2199">
                <a:solidFill>
                  <a:srgbClr val="7BBBDD"/>
                </a:solidFill>
                <a:latin typeface="Sensei"/>
                <a:ea typeface="Sensei"/>
                <a:cs typeface="Sensei"/>
                <a:sym typeface="Sensei"/>
              </a:rPr>
              <a:t>Role: Write your role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280782">
            <a:off x="11957006" y="647854"/>
            <a:ext cx="4978403" cy="8610446"/>
          </a:xfrm>
          <a:custGeom>
            <a:avLst/>
            <a:gdLst/>
            <a:ahLst/>
            <a:cxnLst/>
            <a:rect l="l" t="t" r="r" b="b"/>
            <a:pathLst>
              <a:path w="4978403" h="8610446">
                <a:moveTo>
                  <a:pt x="0" y="0"/>
                </a:moveTo>
                <a:lnTo>
                  <a:pt x="4978403" y="0"/>
                </a:lnTo>
                <a:lnTo>
                  <a:pt x="4978403" y="8610446"/>
                </a:lnTo>
                <a:lnTo>
                  <a:pt x="0" y="861044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rot="280782">
            <a:off x="12400751" y="2836616"/>
            <a:ext cx="3952139" cy="5928209"/>
            <a:chOff x="0" y="0"/>
            <a:chExt cx="1040893" cy="1561339"/>
          </a:xfrm>
        </p:grpSpPr>
        <p:sp>
          <p:nvSpPr>
            <p:cNvPr id="5" name="Freeform 5"/>
            <p:cNvSpPr/>
            <p:nvPr/>
          </p:nvSpPr>
          <p:spPr>
            <a:xfrm>
              <a:off x="0" y="0"/>
              <a:ext cx="1040893" cy="1561339"/>
            </a:xfrm>
            <a:custGeom>
              <a:avLst/>
              <a:gdLst/>
              <a:ahLst/>
              <a:cxnLst/>
              <a:rect l="l" t="t" r="r" b="b"/>
              <a:pathLst>
                <a:path w="1040893" h="1561339">
                  <a:moveTo>
                    <a:pt x="60726" y="0"/>
                  </a:moveTo>
                  <a:lnTo>
                    <a:pt x="980166" y="0"/>
                  </a:lnTo>
                  <a:cubicBezTo>
                    <a:pt x="1013705" y="0"/>
                    <a:pt x="1040893" y="27188"/>
                    <a:pt x="1040893" y="60726"/>
                  </a:cubicBezTo>
                  <a:lnTo>
                    <a:pt x="1040893" y="1500613"/>
                  </a:lnTo>
                  <a:cubicBezTo>
                    <a:pt x="1040893" y="1516718"/>
                    <a:pt x="1034495" y="1532164"/>
                    <a:pt x="1023106" y="1543553"/>
                  </a:cubicBezTo>
                  <a:cubicBezTo>
                    <a:pt x="1011718" y="1554941"/>
                    <a:pt x="996272" y="1561339"/>
                    <a:pt x="980166" y="1561339"/>
                  </a:cubicBezTo>
                  <a:lnTo>
                    <a:pt x="60726" y="1561339"/>
                  </a:lnTo>
                  <a:cubicBezTo>
                    <a:pt x="27188" y="1561339"/>
                    <a:pt x="0" y="1534151"/>
                    <a:pt x="0" y="1500613"/>
                  </a:cubicBezTo>
                  <a:lnTo>
                    <a:pt x="0" y="60726"/>
                  </a:lnTo>
                  <a:cubicBezTo>
                    <a:pt x="0" y="27188"/>
                    <a:pt x="27188" y="0"/>
                    <a:pt x="60726" y="0"/>
                  </a:cubicBezTo>
                  <a:close/>
                </a:path>
              </a:pathLst>
            </a:custGeom>
            <a:solidFill>
              <a:srgbClr val="D0E5F0"/>
            </a:solidFill>
          </p:spPr>
        </p:sp>
        <p:sp>
          <p:nvSpPr>
            <p:cNvPr id="6" name="TextBox 6"/>
            <p:cNvSpPr txBox="1"/>
            <p:nvPr/>
          </p:nvSpPr>
          <p:spPr>
            <a:xfrm>
              <a:off x="0" y="-38100"/>
              <a:ext cx="1040893" cy="1599439"/>
            </a:xfrm>
            <a:prstGeom prst="rect">
              <a:avLst/>
            </a:prstGeom>
          </p:spPr>
          <p:txBody>
            <a:bodyPr lIns="50800" tIns="50800" rIns="50800" bIns="50800" rtlCol="0" anchor="ctr"/>
            <a:lstStyle/>
            <a:p>
              <a:pPr algn="ctr">
                <a:lnSpc>
                  <a:spcPts val="3080"/>
                </a:lnSpc>
              </a:pPr>
              <a:endParaRPr/>
            </a:p>
          </p:txBody>
        </p:sp>
      </p:grpSp>
      <p:grpSp>
        <p:nvGrpSpPr>
          <p:cNvPr id="7" name="Group 7"/>
          <p:cNvGrpSpPr>
            <a:grpSpLocks noChangeAspect="1"/>
          </p:cNvGrpSpPr>
          <p:nvPr/>
        </p:nvGrpSpPr>
        <p:grpSpPr>
          <a:xfrm rot="280782">
            <a:off x="12400751" y="2836616"/>
            <a:ext cx="3952139" cy="5928209"/>
            <a:chOff x="0" y="0"/>
            <a:chExt cx="6350000" cy="9525000"/>
          </a:xfrm>
        </p:grpSpPr>
        <p:sp>
          <p:nvSpPr>
            <p:cNvPr id="8" name="Freeform 8"/>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6"/>
              <a:stretch>
                <a:fillRect l="-9968" r="-9968"/>
              </a:stretch>
            </a:blipFill>
          </p:spPr>
        </p:sp>
      </p:grpSp>
      <p:sp>
        <p:nvSpPr>
          <p:cNvPr id="9" name="Freeform 9"/>
          <p:cNvSpPr/>
          <p:nvPr/>
        </p:nvSpPr>
        <p:spPr>
          <a:xfrm rot="-184945">
            <a:off x="1074422" y="2187562"/>
            <a:ext cx="2849211" cy="1777230"/>
          </a:xfrm>
          <a:custGeom>
            <a:avLst/>
            <a:gdLst/>
            <a:ahLst/>
            <a:cxnLst/>
            <a:rect l="l" t="t" r="r" b="b"/>
            <a:pathLst>
              <a:path w="2849211" h="1777230">
                <a:moveTo>
                  <a:pt x="0" y="0"/>
                </a:moveTo>
                <a:lnTo>
                  <a:pt x="2849211" y="0"/>
                </a:lnTo>
                <a:lnTo>
                  <a:pt x="2849211" y="1777231"/>
                </a:lnTo>
                <a:lnTo>
                  <a:pt x="0" y="1777231"/>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0" name="Freeform 10"/>
          <p:cNvSpPr/>
          <p:nvPr/>
        </p:nvSpPr>
        <p:spPr>
          <a:xfrm rot="674968">
            <a:off x="8207456" y="2558059"/>
            <a:ext cx="3147722" cy="2964105"/>
          </a:xfrm>
          <a:custGeom>
            <a:avLst/>
            <a:gdLst/>
            <a:ahLst/>
            <a:cxnLst/>
            <a:rect l="l" t="t" r="r" b="b"/>
            <a:pathLst>
              <a:path w="3147722" h="2964105">
                <a:moveTo>
                  <a:pt x="0" y="0"/>
                </a:moveTo>
                <a:lnTo>
                  <a:pt x="3147721" y="0"/>
                </a:lnTo>
                <a:lnTo>
                  <a:pt x="3147721" y="2964105"/>
                </a:lnTo>
                <a:lnTo>
                  <a:pt x="0" y="296410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1" name="Freeform 11"/>
          <p:cNvSpPr/>
          <p:nvPr/>
        </p:nvSpPr>
        <p:spPr>
          <a:xfrm>
            <a:off x="4785415" y="1334036"/>
            <a:ext cx="2610708" cy="1890933"/>
          </a:xfrm>
          <a:custGeom>
            <a:avLst/>
            <a:gdLst/>
            <a:ahLst/>
            <a:cxnLst/>
            <a:rect l="l" t="t" r="r" b="b"/>
            <a:pathLst>
              <a:path w="2610708" h="1890933">
                <a:moveTo>
                  <a:pt x="0" y="0"/>
                </a:moveTo>
                <a:lnTo>
                  <a:pt x="2610708" y="0"/>
                </a:lnTo>
                <a:lnTo>
                  <a:pt x="2610708" y="1890934"/>
                </a:lnTo>
                <a:lnTo>
                  <a:pt x="0" y="1890934"/>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12" name="TextBox 12"/>
          <p:cNvSpPr txBox="1"/>
          <p:nvPr/>
        </p:nvSpPr>
        <p:spPr>
          <a:xfrm>
            <a:off x="1307881" y="5140833"/>
            <a:ext cx="9031233" cy="4117467"/>
          </a:xfrm>
          <a:prstGeom prst="rect">
            <a:avLst/>
          </a:prstGeom>
        </p:spPr>
        <p:txBody>
          <a:bodyPr lIns="0" tIns="0" rIns="0" bIns="0" rtlCol="0" anchor="t">
            <a:spAutoFit/>
          </a:bodyPr>
          <a:lstStyle/>
          <a:p>
            <a:pPr algn="l">
              <a:lnSpc>
                <a:spcPts val="8319"/>
              </a:lnSpc>
            </a:pPr>
            <a:r>
              <a:rPr lang="en-US" sz="4700">
                <a:solidFill>
                  <a:srgbClr val="E668A0"/>
                </a:solidFill>
                <a:latin typeface="Sensei"/>
                <a:ea typeface="Sensei"/>
                <a:cs typeface="Sensei"/>
                <a:sym typeface="Sensei"/>
              </a:rPr>
              <a:t>Lorem ipsum dolor sit amet, consectetur adipiscing elit, sed do eiusmod tempor incididunt ut labore et dolore magna aliqua.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361980" y="615780"/>
            <a:ext cx="15564039" cy="9055441"/>
          </a:xfrm>
          <a:custGeom>
            <a:avLst/>
            <a:gdLst/>
            <a:ahLst/>
            <a:cxnLst/>
            <a:rect l="l" t="t" r="r" b="b"/>
            <a:pathLst>
              <a:path w="15564039" h="9055441">
                <a:moveTo>
                  <a:pt x="0" y="0"/>
                </a:moveTo>
                <a:lnTo>
                  <a:pt x="15564040" y="0"/>
                </a:lnTo>
                <a:lnTo>
                  <a:pt x="15564040" y="9055440"/>
                </a:lnTo>
                <a:lnTo>
                  <a:pt x="0" y="905544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2086329" y="3335879"/>
            <a:ext cx="3787241" cy="5680862"/>
            <a:chOff x="0" y="0"/>
            <a:chExt cx="997463" cy="1496194"/>
          </a:xfrm>
        </p:grpSpPr>
        <p:sp>
          <p:nvSpPr>
            <p:cNvPr id="5" name="Freeform 5"/>
            <p:cNvSpPr/>
            <p:nvPr/>
          </p:nvSpPr>
          <p:spPr>
            <a:xfrm>
              <a:off x="0" y="0"/>
              <a:ext cx="997463" cy="1496194"/>
            </a:xfrm>
            <a:custGeom>
              <a:avLst/>
              <a:gdLst/>
              <a:ahLst/>
              <a:cxnLst/>
              <a:rect l="l" t="t" r="r" b="b"/>
              <a:pathLst>
                <a:path w="997463" h="1496194">
                  <a:moveTo>
                    <a:pt x="61326" y="0"/>
                  </a:moveTo>
                  <a:lnTo>
                    <a:pt x="936136" y="0"/>
                  </a:lnTo>
                  <a:cubicBezTo>
                    <a:pt x="952401" y="0"/>
                    <a:pt x="968000" y="6461"/>
                    <a:pt x="979501" y="17962"/>
                  </a:cubicBezTo>
                  <a:cubicBezTo>
                    <a:pt x="991002" y="29463"/>
                    <a:pt x="997463" y="45062"/>
                    <a:pt x="997463" y="61326"/>
                  </a:cubicBezTo>
                  <a:lnTo>
                    <a:pt x="997463" y="1434868"/>
                  </a:lnTo>
                  <a:cubicBezTo>
                    <a:pt x="997463" y="1468737"/>
                    <a:pt x="970006" y="1496194"/>
                    <a:pt x="936136" y="1496194"/>
                  </a:cubicBezTo>
                  <a:lnTo>
                    <a:pt x="61326" y="1496194"/>
                  </a:lnTo>
                  <a:cubicBezTo>
                    <a:pt x="27457" y="1496194"/>
                    <a:pt x="0" y="1468737"/>
                    <a:pt x="0" y="1434868"/>
                  </a:cubicBezTo>
                  <a:lnTo>
                    <a:pt x="0" y="61326"/>
                  </a:lnTo>
                  <a:cubicBezTo>
                    <a:pt x="0" y="27457"/>
                    <a:pt x="27457" y="0"/>
                    <a:pt x="61326" y="0"/>
                  </a:cubicBezTo>
                  <a:close/>
                </a:path>
              </a:pathLst>
            </a:custGeom>
            <a:solidFill>
              <a:srgbClr val="D0E5F0"/>
            </a:solidFill>
            <a:ln cap="rnd">
              <a:noFill/>
              <a:prstDash val="solid"/>
              <a:round/>
            </a:ln>
          </p:spPr>
        </p:sp>
        <p:sp>
          <p:nvSpPr>
            <p:cNvPr id="6" name="TextBox 6"/>
            <p:cNvSpPr txBox="1"/>
            <p:nvPr/>
          </p:nvSpPr>
          <p:spPr>
            <a:xfrm>
              <a:off x="0" y="-38100"/>
              <a:ext cx="997463" cy="1534294"/>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7" name="Group 7"/>
          <p:cNvGrpSpPr/>
          <p:nvPr/>
        </p:nvGrpSpPr>
        <p:grpSpPr>
          <a:xfrm>
            <a:off x="7250379" y="3335879"/>
            <a:ext cx="3787241" cy="5680862"/>
            <a:chOff x="0" y="0"/>
            <a:chExt cx="997463" cy="1496194"/>
          </a:xfrm>
        </p:grpSpPr>
        <p:sp>
          <p:nvSpPr>
            <p:cNvPr id="8" name="Freeform 8"/>
            <p:cNvSpPr/>
            <p:nvPr/>
          </p:nvSpPr>
          <p:spPr>
            <a:xfrm>
              <a:off x="0" y="0"/>
              <a:ext cx="997463" cy="1496194"/>
            </a:xfrm>
            <a:custGeom>
              <a:avLst/>
              <a:gdLst/>
              <a:ahLst/>
              <a:cxnLst/>
              <a:rect l="l" t="t" r="r" b="b"/>
              <a:pathLst>
                <a:path w="997463" h="1496194">
                  <a:moveTo>
                    <a:pt x="61326" y="0"/>
                  </a:moveTo>
                  <a:lnTo>
                    <a:pt x="936136" y="0"/>
                  </a:lnTo>
                  <a:cubicBezTo>
                    <a:pt x="952401" y="0"/>
                    <a:pt x="968000" y="6461"/>
                    <a:pt x="979501" y="17962"/>
                  </a:cubicBezTo>
                  <a:cubicBezTo>
                    <a:pt x="991002" y="29463"/>
                    <a:pt x="997463" y="45062"/>
                    <a:pt x="997463" y="61326"/>
                  </a:cubicBezTo>
                  <a:lnTo>
                    <a:pt x="997463" y="1434868"/>
                  </a:lnTo>
                  <a:cubicBezTo>
                    <a:pt x="997463" y="1468737"/>
                    <a:pt x="970006" y="1496194"/>
                    <a:pt x="936136" y="1496194"/>
                  </a:cubicBezTo>
                  <a:lnTo>
                    <a:pt x="61326" y="1496194"/>
                  </a:lnTo>
                  <a:cubicBezTo>
                    <a:pt x="27457" y="1496194"/>
                    <a:pt x="0" y="1468737"/>
                    <a:pt x="0" y="1434868"/>
                  </a:cubicBezTo>
                  <a:lnTo>
                    <a:pt x="0" y="61326"/>
                  </a:lnTo>
                  <a:cubicBezTo>
                    <a:pt x="0" y="27457"/>
                    <a:pt x="27457" y="0"/>
                    <a:pt x="61326" y="0"/>
                  </a:cubicBezTo>
                  <a:close/>
                </a:path>
              </a:pathLst>
            </a:custGeom>
            <a:solidFill>
              <a:srgbClr val="D0E5F0"/>
            </a:solidFill>
          </p:spPr>
        </p:sp>
        <p:sp>
          <p:nvSpPr>
            <p:cNvPr id="9" name="TextBox 9"/>
            <p:cNvSpPr txBox="1"/>
            <p:nvPr/>
          </p:nvSpPr>
          <p:spPr>
            <a:xfrm>
              <a:off x="0" y="-38100"/>
              <a:ext cx="997463" cy="1534294"/>
            </a:xfrm>
            <a:prstGeom prst="rect">
              <a:avLst/>
            </a:prstGeom>
          </p:spPr>
          <p:txBody>
            <a:bodyPr lIns="50800" tIns="50800" rIns="50800" bIns="50800" rtlCol="0" anchor="ctr"/>
            <a:lstStyle/>
            <a:p>
              <a:pPr algn="ctr">
                <a:lnSpc>
                  <a:spcPts val="3080"/>
                </a:lnSpc>
              </a:pPr>
              <a:endParaRPr/>
            </a:p>
          </p:txBody>
        </p:sp>
      </p:grpSp>
      <p:grpSp>
        <p:nvGrpSpPr>
          <p:cNvPr id="10" name="Group 10"/>
          <p:cNvGrpSpPr>
            <a:grpSpLocks noChangeAspect="1"/>
          </p:cNvGrpSpPr>
          <p:nvPr/>
        </p:nvGrpSpPr>
        <p:grpSpPr>
          <a:xfrm>
            <a:off x="2086329" y="3335879"/>
            <a:ext cx="3787241" cy="5680862"/>
            <a:chOff x="0" y="0"/>
            <a:chExt cx="6350000" cy="9525000"/>
          </a:xfrm>
        </p:grpSpPr>
        <p:sp>
          <p:nvSpPr>
            <p:cNvPr id="11" name="Freeform 11"/>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6"/>
              <a:stretch>
                <a:fillRect l="-9999" r="-9999"/>
              </a:stretch>
            </a:blipFill>
          </p:spPr>
        </p:sp>
      </p:grpSp>
      <p:grpSp>
        <p:nvGrpSpPr>
          <p:cNvPr id="12" name="Group 12"/>
          <p:cNvGrpSpPr>
            <a:grpSpLocks noChangeAspect="1"/>
          </p:cNvGrpSpPr>
          <p:nvPr/>
        </p:nvGrpSpPr>
        <p:grpSpPr>
          <a:xfrm>
            <a:off x="7250379" y="3335879"/>
            <a:ext cx="3787241" cy="5680862"/>
            <a:chOff x="0" y="0"/>
            <a:chExt cx="6350000" cy="9525000"/>
          </a:xfrm>
        </p:grpSpPr>
        <p:sp>
          <p:nvSpPr>
            <p:cNvPr id="13" name="Freeform 13"/>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7"/>
              <a:stretch>
                <a:fillRect l="-4800" r="-15137"/>
              </a:stretch>
            </a:blipFill>
          </p:spPr>
        </p:sp>
      </p:grpSp>
      <p:grpSp>
        <p:nvGrpSpPr>
          <p:cNvPr id="14" name="Group 14"/>
          <p:cNvGrpSpPr/>
          <p:nvPr/>
        </p:nvGrpSpPr>
        <p:grpSpPr>
          <a:xfrm>
            <a:off x="12418746" y="3335879"/>
            <a:ext cx="3787241" cy="5680862"/>
            <a:chOff x="0" y="0"/>
            <a:chExt cx="997463" cy="1496194"/>
          </a:xfrm>
        </p:grpSpPr>
        <p:sp>
          <p:nvSpPr>
            <p:cNvPr id="15" name="Freeform 15"/>
            <p:cNvSpPr/>
            <p:nvPr/>
          </p:nvSpPr>
          <p:spPr>
            <a:xfrm>
              <a:off x="0" y="0"/>
              <a:ext cx="997463" cy="1496194"/>
            </a:xfrm>
            <a:custGeom>
              <a:avLst/>
              <a:gdLst/>
              <a:ahLst/>
              <a:cxnLst/>
              <a:rect l="l" t="t" r="r" b="b"/>
              <a:pathLst>
                <a:path w="997463" h="1496194">
                  <a:moveTo>
                    <a:pt x="61326" y="0"/>
                  </a:moveTo>
                  <a:lnTo>
                    <a:pt x="936136" y="0"/>
                  </a:lnTo>
                  <a:cubicBezTo>
                    <a:pt x="952401" y="0"/>
                    <a:pt x="968000" y="6461"/>
                    <a:pt x="979501" y="17962"/>
                  </a:cubicBezTo>
                  <a:cubicBezTo>
                    <a:pt x="991002" y="29463"/>
                    <a:pt x="997463" y="45062"/>
                    <a:pt x="997463" y="61326"/>
                  </a:cubicBezTo>
                  <a:lnTo>
                    <a:pt x="997463" y="1434868"/>
                  </a:lnTo>
                  <a:cubicBezTo>
                    <a:pt x="997463" y="1468737"/>
                    <a:pt x="970006" y="1496194"/>
                    <a:pt x="936136" y="1496194"/>
                  </a:cubicBezTo>
                  <a:lnTo>
                    <a:pt x="61326" y="1496194"/>
                  </a:lnTo>
                  <a:cubicBezTo>
                    <a:pt x="27457" y="1496194"/>
                    <a:pt x="0" y="1468737"/>
                    <a:pt x="0" y="1434868"/>
                  </a:cubicBezTo>
                  <a:lnTo>
                    <a:pt x="0" y="61326"/>
                  </a:lnTo>
                  <a:cubicBezTo>
                    <a:pt x="0" y="27457"/>
                    <a:pt x="27457" y="0"/>
                    <a:pt x="61326" y="0"/>
                  </a:cubicBezTo>
                  <a:close/>
                </a:path>
              </a:pathLst>
            </a:custGeom>
            <a:solidFill>
              <a:srgbClr val="D0E5F0"/>
            </a:solidFill>
          </p:spPr>
        </p:sp>
        <p:sp>
          <p:nvSpPr>
            <p:cNvPr id="16" name="TextBox 16"/>
            <p:cNvSpPr txBox="1"/>
            <p:nvPr/>
          </p:nvSpPr>
          <p:spPr>
            <a:xfrm>
              <a:off x="0" y="-38100"/>
              <a:ext cx="997463" cy="1534294"/>
            </a:xfrm>
            <a:prstGeom prst="rect">
              <a:avLst/>
            </a:prstGeom>
          </p:spPr>
          <p:txBody>
            <a:bodyPr lIns="50800" tIns="50800" rIns="50800" bIns="50800" rtlCol="0" anchor="ctr"/>
            <a:lstStyle/>
            <a:p>
              <a:pPr algn="ctr">
                <a:lnSpc>
                  <a:spcPts val="3080"/>
                </a:lnSpc>
              </a:pPr>
              <a:endParaRPr/>
            </a:p>
          </p:txBody>
        </p:sp>
      </p:grpSp>
      <p:grpSp>
        <p:nvGrpSpPr>
          <p:cNvPr id="17" name="Group 17"/>
          <p:cNvGrpSpPr>
            <a:grpSpLocks noChangeAspect="1"/>
          </p:cNvGrpSpPr>
          <p:nvPr/>
        </p:nvGrpSpPr>
        <p:grpSpPr>
          <a:xfrm>
            <a:off x="12418746" y="3335879"/>
            <a:ext cx="3787241" cy="5680862"/>
            <a:chOff x="0" y="0"/>
            <a:chExt cx="6350000" cy="9525000"/>
          </a:xfrm>
        </p:grpSpPr>
        <p:sp>
          <p:nvSpPr>
            <p:cNvPr id="18" name="Freeform 18"/>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8"/>
              <a:stretch>
                <a:fillRect l="-50068" t="-9107" r="-62791" b="-68367"/>
              </a:stretch>
            </a:blipFill>
          </p:spPr>
        </p:sp>
      </p:grpSp>
      <p:sp>
        <p:nvSpPr>
          <p:cNvPr id="19" name="Freeform 19"/>
          <p:cNvSpPr/>
          <p:nvPr/>
        </p:nvSpPr>
        <p:spPr>
          <a:xfrm>
            <a:off x="15559421" y="3628752"/>
            <a:ext cx="1005140" cy="973729"/>
          </a:xfrm>
          <a:custGeom>
            <a:avLst/>
            <a:gdLst/>
            <a:ahLst/>
            <a:cxnLst/>
            <a:rect l="l" t="t" r="r" b="b"/>
            <a:pathLst>
              <a:path w="1005140" h="973729">
                <a:moveTo>
                  <a:pt x="0" y="0"/>
                </a:moveTo>
                <a:lnTo>
                  <a:pt x="1005140" y="0"/>
                </a:lnTo>
                <a:lnTo>
                  <a:pt x="1005140" y="973729"/>
                </a:lnTo>
                <a:lnTo>
                  <a:pt x="0" y="97372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20" name="Freeform 20"/>
          <p:cNvSpPr/>
          <p:nvPr/>
        </p:nvSpPr>
        <p:spPr>
          <a:xfrm>
            <a:off x="6809628" y="3766153"/>
            <a:ext cx="881502" cy="1377347"/>
          </a:xfrm>
          <a:custGeom>
            <a:avLst/>
            <a:gdLst/>
            <a:ahLst/>
            <a:cxnLst/>
            <a:rect l="l" t="t" r="r" b="b"/>
            <a:pathLst>
              <a:path w="881502" h="1377347">
                <a:moveTo>
                  <a:pt x="0" y="0"/>
                </a:moveTo>
                <a:lnTo>
                  <a:pt x="881503" y="0"/>
                </a:lnTo>
                <a:lnTo>
                  <a:pt x="881503" y="1377347"/>
                </a:lnTo>
                <a:lnTo>
                  <a:pt x="0" y="1377347"/>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21" name="Freeform 21"/>
          <p:cNvSpPr/>
          <p:nvPr/>
        </p:nvSpPr>
        <p:spPr>
          <a:xfrm>
            <a:off x="2425505" y="3901740"/>
            <a:ext cx="877867" cy="829983"/>
          </a:xfrm>
          <a:custGeom>
            <a:avLst/>
            <a:gdLst/>
            <a:ahLst/>
            <a:cxnLst/>
            <a:rect l="l" t="t" r="r" b="b"/>
            <a:pathLst>
              <a:path w="877867" h="829983">
                <a:moveTo>
                  <a:pt x="0" y="0"/>
                </a:moveTo>
                <a:lnTo>
                  <a:pt x="877867" y="0"/>
                </a:lnTo>
                <a:lnTo>
                  <a:pt x="877867" y="829983"/>
                </a:lnTo>
                <a:lnTo>
                  <a:pt x="0" y="829983"/>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22" name="Freeform 22"/>
          <p:cNvSpPr/>
          <p:nvPr/>
        </p:nvSpPr>
        <p:spPr>
          <a:xfrm rot="-1478264">
            <a:off x="16212254" y="1577310"/>
            <a:ext cx="1427531" cy="1409362"/>
          </a:xfrm>
          <a:custGeom>
            <a:avLst/>
            <a:gdLst/>
            <a:ahLst/>
            <a:cxnLst/>
            <a:rect l="l" t="t" r="r" b="b"/>
            <a:pathLst>
              <a:path w="1427531" h="1409362">
                <a:moveTo>
                  <a:pt x="0" y="0"/>
                </a:moveTo>
                <a:lnTo>
                  <a:pt x="1427531" y="0"/>
                </a:lnTo>
                <a:lnTo>
                  <a:pt x="1427531" y="1409362"/>
                </a:lnTo>
                <a:lnTo>
                  <a:pt x="0" y="140936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23" name="TextBox 23"/>
          <p:cNvSpPr txBox="1"/>
          <p:nvPr/>
        </p:nvSpPr>
        <p:spPr>
          <a:xfrm>
            <a:off x="1825521" y="2814270"/>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
        <p:nvSpPr>
          <p:cNvPr id="24" name="TextBox 24"/>
          <p:cNvSpPr txBox="1"/>
          <p:nvPr/>
        </p:nvSpPr>
        <p:spPr>
          <a:xfrm>
            <a:off x="6989571" y="2814270"/>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
        <p:nvSpPr>
          <p:cNvPr id="25" name="TextBox 25"/>
          <p:cNvSpPr txBox="1"/>
          <p:nvPr/>
        </p:nvSpPr>
        <p:spPr>
          <a:xfrm>
            <a:off x="12157938" y="2814270"/>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225179">
            <a:off x="5899044" y="421969"/>
            <a:ext cx="5403250" cy="9286836"/>
          </a:xfrm>
          <a:custGeom>
            <a:avLst/>
            <a:gdLst/>
            <a:ahLst/>
            <a:cxnLst/>
            <a:rect l="l" t="t" r="r" b="b"/>
            <a:pathLst>
              <a:path w="5403250" h="9286836">
                <a:moveTo>
                  <a:pt x="0" y="0"/>
                </a:moveTo>
                <a:lnTo>
                  <a:pt x="5403250" y="0"/>
                </a:lnTo>
                <a:lnTo>
                  <a:pt x="5403250" y="9286836"/>
                </a:lnTo>
                <a:lnTo>
                  <a:pt x="0" y="928683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rot="225179">
            <a:off x="6599200" y="3216248"/>
            <a:ext cx="3867710" cy="5801565"/>
            <a:chOff x="0" y="0"/>
            <a:chExt cx="810203" cy="1215304"/>
          </a:xfrm>
        </p:grpSpPr>
        <p:sp>
          <p:nvSpPr>
            <p:cNvPr id="5" name="Freeform 5"/>
            <p:cNvSpPr/>
            <p:nvPr/>
          </p:nvSpPr>
          <p:spPr>
            <a:xfrm>
              <a:off x="0" y="0"/>
              <a:ext cx="810203" cy="1215304"/>
            </a:xfrm>
            <a:custGeom>
              <a:avLst/>
              <a:gdLst/>
              <a:ahLst/>
              <a:cxnLst/>
              <a:rect l="l" t="t" r="r" b="b"/>
              <a:pathLst>
                <a:path w="810203" h="1215304">
                  <a:moveTo>
                    <a:pt x="42035" y="0"/>
                  </a:moveTo>
                  <a:lnTo>
                    <a:pt x="768168" y="0"/>
                  </a:lnTo>
                  <a:cubicBezTo>
                    <a:pt x="779316" y="0"/>
                    <a:pt x="790008" y="4429"/>
                    <a:pt x="797891" y="12312"/>
                  </a:cubicBezTo>
                  <a:cubicBezTo>
                    <a:pt x="805774" y="20195"/>
                    <a:pt x="810203" y="30887"/>
                    <a:pt x="810203" y="42035"/>
                  </a:cubicBezTo>
                  <a:lnTo>
                    <a:pt x="810203" y="1173269"/>
                  </a:lnTo>
                  <a:cubicBezTo>
                    <a:pt x="810203" y="1196484"/>
                    <a:pt x="791383" y="1215304"/>
                    <a:pt x="768168" y="1215304"/>
                  </a:cubicBezTo>
                  <a:lnTo>
                    <a:pt x="42035" y="1215304"/>
                  </a:lnTo>
                  <a:cubicBezTo>
                    <a:pt x="30887" y="1215304"/>
                    <a:pt x="20195" y="1210876"/>
                    <a:pt x="12312" y="1202992"/>
                  </a:cubicBezTo>
                  <a:cubicBezTo>
                    <a:pt x="4429" y="1195109"/>
                    <a:pt x="0" y="1184417"/>
                    <a:pt x="0" y="1173269"/>
                  </a:cubicBezTo>
                  <a:lnTo>
                    <a:pt x="0" y="42035"/>
                  </a:lnTo>
                  <a:cubicBezTo>
                    <a:pt x="0" y="30887"/>
                    <a:pt x="4429" y="20195"/>
                    <a:pt x="12312" y="12312"/>
                  </a:cubicBezTo>
                  <a:cubicBezTo>
                    <a:pt x="20195" y="4429"/>
                    <a:pt x="30887" y="0"/>
                    <a:pt x="42035" y="0"/>
                  </a:cubicBezTo>
                  <a:close/>
                </a:path>
              </a:pathLst>
            </a:custGeom>
            <a:solidFill>
              <a:srgbClr val="EEEDEC"/>
            </a:solidFill>
          </p:spPr>
        </p:sp>
        <p:sp>
          <p:nvSpPr>
            <p:cNvPr id="6" name="TextBox 6"/>
            <p:cNvSpPr txBox="1"/>
            <p:nvPr/>
          </p:nvSpPr>
          <p:spPr>
            <a:xfrm>
              <a:off x="0" y="-38100"/>
              <a:ext cx="810203" cy="1253404"/>
            </a:xfrm>
            <a:prstGeom prst="rect">
              <a:avLst/>
            </a:prstGeom>
          </p:spPr>
          <p:txBody>
            <a:bodyPr lIns="50800" tIns="50800" rIns="50800" bIns="50800" rtlCol="0" anchor="ctr"/>
            <a:lstStyle/>
            <a:p>
              <a:pPr algn="ctr">
                <a:lnSpc>
                  <a:spcPts val="3080"/>
                </a:lnSpc>
              </a:pPr>
              <a:endParaRPr/>
            </a:p>
          </p:txBody>
        </p:sp>
      </p:grpSp>
      <p:grpSp>
        <p:nvGrpSpPr>
          <p:cNvPr id="7" name="Group 7"/>
          <p:cNvGrpSpPr>
            <a:grpSpLocks noChangeAspect="1"/>
          </p:cNvGrpSpPr>
          <p:nvPr/>
        </p:nvGrpSpPr>
        <p:grpSpPr>
          <a:xfrm rot="225179">
            <a:off x="6599200" y="3216248"/>
            <a:ext cx="3867710" cy="5801565"/>
            <a:chOff x="0" y="0"/>
            <a:chExt cx="6350000" cy="9525000"/>
          </a:xfrm>
        </p:grpSpPr>
        <p:sp>
          <p:nvSpPr>
            <p:cNvPr id="8" name="Freeform 8"/>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6"/>
              <a:stretch>
                <a:fillRect l="-15545" t="-6776" r="-21708" b="-30478"/>
              </a:stretch>
            </a:blipFill>
          </p:spPr>
        </p:sp>
      </p:grpSp>
      <p:sp>
        <p:nvSpPr>
          <p:cNvPr id="9" name="Freeform 9"/>
          <p:cNvSpPr/>
          <p:nvPr/>
        </p:nvSpPr>
        <p:spPr>
          <a:xfrm rot="4370837">
            <a:off x="9029605" y="3877293"/>
            <a:ext cx="1259211" cy="771644"/>
          </a:xfrm>
          <a:custGeom>
            <a:avLst/>
            <a:gdLst/>
            <a:ahLst/>
            <a:cxnLst/>
            <a:rect l="l" t="t" r="r" b="b"/>
            <a:pathLst>
              <a:path w="1259211" h="771644">
                <a:moveTo>
                  <a:pt x="0" y="0"/>
                </a:moveTo>
                <a:lnTo>
                  <a:pt x="1259211" y="0"/>
                </a:lnTo>
                <a:lnTo>
                  <a:pt x="1259211" y="771644"/>
                </a:lnTo>
                <a:lnTo>
                  <a:pt x="0" y="771644"/>
                </a:lnTo>
                <a:lnTo>
                  <a:pt x="0" y="0"/>
                </a:lnTo>
                <a:close/>
              </a:path>
            </a:pathLst>
          </a:custGeom>
          <a:blipFill>
            <a:blip r:embed="rId7">
              <a:extLst>
                <a:ext uri="{96DAC541-7B7A-43D3-8B79-37D633B846F1}">
                  <asvg:svgBlip xmlns:asvg="http://schemas.microsoft.com/office/drawing/2016/SVG/main" r:embed="rId8"/>
                </a:ext>
              </a:extLst>
            </a:blip>
            <a:stretch>
              <a:fillRect/>
            </a:stretch>
          </a:blipFill>
          <a:ln cap="sq">
            <a:noFill/>
            <a:prstDash val="solid"/>
            <a:miter/>
          </a:ln>
        </p:spPr>
      </p:sp>
      <p:sp>
        <p:nvSpPr>
          <p:cNvPr id="10" name="Freeform 10"/>
          <p:cNvSpPr/>
          <p:nvPr/>
        </p:nvSpPr>
        <p:spPr>
          <a:xfrm rot="727463">
            <a:off x="1336295" y="7615127"/>
            <a:ext cx="1068166" cy="1918207"/>
          </a:xfrm>
          <a:custGeom>
            <a:avLst/>
            <a:gdLst/>
            <a:ahLst/>
            <a:cxnLst/>
            <a:rect l="l" t="t" r="r" b="b"/>
            <a:pathLst>
              <a:path w="1068166" h="1918207">
                <a:moveTo>
                  <a:pt x="0" y="0"/>
                </a:moveTo>
                <a:lnTo>
                  <a:pt x="1068166" y="0"/>
                </a:lnTo>
                <a:lnTo>
                  <a:pt x="1068166" y="1918207"/>
                </a:lnTo>
                <a:lnTo>
                  <a:pt x="0" y="1918207"/>
                </a:lnTo>
                <a:lnTo>
                  <a:pt x="0" y="0"/>
                </a:lnTo>
                <a:close/>
              </a:path>
            </a:pathLst>
          </a:custGeom>
          <a:blipFill>
            <a:blip r:embed="rId9">
              <a:extLst>
                <a:ext uri="{96DAC541-7B7A-43D3-8B79-37D633B846F1}">
                  <asvg:svgBlip xmlns:asvg="http://schemas.microsoft.com/office/drawing/2016/SVG/main" r:embed="rId10"/>
                </a:ext>
              </a:extLst>
            </a:blip>
            <a:stretch>
              <a:fillRect/>
            </a:stretch>
          </a:blipFill>
          <a:ln cap="sq">
            <a:noFill/>
            <a:prstDash val="solid"/>
            <a:miter/>
          </a:ln>
        </p:spPr>
      </p:sp>
      <p:sp>
        <p:nvSpPr>
          <p:cNvPr id="11" name="Freeform 11"/>
          <p:cNvSpPr/>
          <p:nvPr/>
        </p:nvSpPr>
        <p:spPr>
          <a:xfrm rot="-436351">
            <a:off x="3264013" y="5373827"/>
            <a:ext cx="1789013" cy="2330962"/>
          </a:xfrm>
          <a:custGeom>
            <a:avLst/>
            <a:gdLst/>
            <a:ahLst/>
            <a:cxnLst/>
            <a:rect l="l" t="t" r="r" b="b"/>
            <a:pathLst>
              <a:path w="1789013" h="2330962">
                <a:moveTo>
                  <a:pt x="0" y="0"/>
                </a:moveTo>
                <a:lnTo>
                  <a:pt x="1789013" y="0"/>
                </a:lnTo>
                <a:lnTo>
                  <a:pt x="1789013" y="2330962"/>
                </a:lnTo>
                <a:lnTo>
                  <a:pt x="0" y="2330962"/>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12" name="TextBox 12"/>
          <p:cNvSpPr txBox="1"/>
          <p:nvPr/>
        </p:nvSpPr>
        <p:spPr>
          <a:xfrm>
            <a:off x="12552936" y="1473097"/>
            <a:ext cx="1243557" cy="913257"/>
          </a:xfrm>
          <a:prstGeom prst="rect">
            <a:avLst/>
          </a:prstGeom>
        </p:spPr>
        <p:txBody>
          <a:bodyPr lIns="0" tIns="0" rIns="0" bIns="0" rtlCol="0" anchor="t">
            <a:spAutoFit/>
          </a:bodyPr>
          <a:lstStyle/>
          <a:p>
            <a:pPr marL="0" lvl="0" indent="0" algn="ctr">
              <a:lnSpc>
                <a:spcPts val="6623"/>
              </a:lnSpc>
              <a:spcBef>
                <a:spcPct val="0"/>
              </a:spcBef>
            </a:pPr>
            <a:r>
              <a:rPr lang="en-US" sz="7199" u="none" strike="noStrike">
                <a:solidFill>
                  <a:srgbClr val="63A4C7"/>
                </a:solidFill>
                <a:latin typeface="Sensei"/>
                <a:ea typeface="Sensei"/>
                <a:cs typeface="Sensei"/>
                <a:sym typeface="Sensei"/>
              </a:rPr>
              <a:t>01</a:t>
            </a:r>
          </a:p>
        </p:txBody>
      </p:sp>
      <p:sp>
        <p:nvSpPr>
          <p:cNvPr id="13" name="TextBox 13"/>
          <p:cNvSpPr txBox="1"/>
          <p:nvPr/>
        </p:nvSpPr>
        <p:spPr>
          <a:xfrm>
            <a:off x="14063193" y="1475383"/>
            <a:ext cx="3908536" cy="727710"/>
          </a:xfrm>
          <a:prstGeom prst="rect">
            <a:avLst/>
          </a:prstGeom>
        </p:spPr>
        <p:txBody>
          <a:bodyPr lIns="0" tIns="0" rIns="0" bIns="0" rtlCol="0" anchor="t">
            <a:spAutoFit/>
          </a:bodyPr>
          <a:lstStyle/>
          <a:p>
            <a:pPr marL="0" lvl="1" indent="0" algn="l">
              <a:lnSpc>
                <a:spcPts val="2940"/>
              </a:lnSpc>
              <a:spcBef>
                <a:spcPct val="0"/>
              </a:spcBef>
            </a:pPr>
            <a:r>
              <a:rPr lang="en-US" sz="2100">
                <a:solidFill>
                  <a:srgbClr val="1A4F6B"/>
                </a:solidFill>
                <a:latin typeface="Atkinson Hyperlegible"/>
                <a:ea typeface="Atkinson Hyperlegible"/>
                <a:cs typeface="Atkinson Hyperlegible"/>
                <a:sym typeface="Atkinson Hyperlegible"/>
              </a:rPr>
              <a:t>Lorem ipsum dolor sit amet, consectetur adipiscing elit.</a:t>
            </a:r>
          </a:p>
        </p:txBody>
      </p:sp>
      <p:sp>
        <p:nvSpPr>
          <p:cNvPr id="14" name="TextBox 14"/>
          <p:cNvSpPr txBox="1"/>
          <p:nvPr/>
        </p:nvSpPr>
        <p:spPr>
          <a:xfrm>
            <a:off x="12552936" y="3125228"/>
            <a:ext cx="1243557" cy="913257"/>
          </a:xfrm>
          <a:prstGeom prst="rect">
            <a:avLst/>
          </a:prstGeom>
        </p:spPr>
        <p:txBody>
          <a:bodyPr lIns="0" tIns="0" rIns="0" bIns="0" rtlCol="0" anchor="t">
            <a:spAutoFit/>
          </a:bodyPr>
          <a:lstStyle/>
          <a:p>
            <a:pPr marL="0" lvl="0" indent="0" algn="ctr">
              <a:lnSpc>
                <a:spcPts val="6623"/>
              </a:lnSpc>
              <a:spcBef>
                <a:spcPct val="0"/>
              </a:spcBef>
            </a:pPr>
            <a:r>
              <a:rPr lang="en-US" sz="7199" u="none" strike="noStrike">
                <a:solidFill>
                  <a:srgbClr val="63A4C7"/>
                </a:solidFill>
                <a:latin typeface="Sensei"/>
                <a:ea typeface="Sensei"/>
                <a:cs typeface="Sensei"/>
                <a:sym typeface="Sensei"/>
              </a:rPr>
              <a:t>02</a:t>
            </a:r>
          </a:p>
        </p:txBody>
      </p:sp>
      <p:sp>
        <p:nvSpPr>
          <p:cNvPr id="15" name="TextBox 15"/>
          <p:cNvSpPr txBox="1"/>
          <p:nvPr/>
        </p:nvSpPr>
        <p:spPr>
          <a:xfrm>
            <a:off x="14063193" y="3127514"/>
            <a:ext cx="3602409" cy="727710"/>
          </a:xfrm>
          <a:prstGeom prst="rect">
            <a:avLst/>
          </a:prstGeom>
        </p:spPr>
        <p:txBody>
          <a:bodyPr lIns="0" tIns="0" rIns="0" bIns="0" rtlCol="0" anchor="t">
            <a:spAutoFit/>
          </a:bodyPr>
          <a:lstStyle/>
          <a:p>
            <a:pPr marL="0" lvl="1" indent="0" algn="l">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 consectetur adipiscing elit.</a:t>
            </a:r>
          </a:p>
        </p:txBody>
      </p:sp>
      <p:sp>
        <p:nvSpPr>
          <p:cNvPr id="16" name="TextBox 16"/>
          <p:cNvSpPr txBox="1"/>
          <p:nvPr/>
        </p:nvSpPr>
        <p:spPr>
          <a:xfrm>
            <a:off x="12552936" y="4777359"/>
            <a:ext cx="1243557" cy="913257"/>
          </a:xfrm>
          <a:prstGeom prst="rect">
            <a:avLst/>
          </a:prstGeom>
        </p:spPr>
        <p:txBody>
          <a:bodyPr lIns="0" tIns="0" rIns="0" bIns="0" rtlCol="0" anchor="t">
            <a:spAutoFit/>
          </a:bodyPr>
          <a:lstStyle/>
          <a:p>
            <a:pPr marL="0" lvl="0" indent="0" algn="ctr">
              <a:lnSpc>
                <a:spcPts val="6623"/>
              </a:lnSpc>
              <a:spcBef>
                <a:spcPct val="0"/>
              </a:spcBef>
            </a:pPr>
            <a:r>
              <a:rPr lang="en-US" sz="7199" u="none" strike="noStrike">
                <a:solidFill>
                  <a:srgbClr val="63A4C7"/>
                </a:solidFill>
                <a:latin typeface="Sensei"/>
                <a:ea typeface="Sensei"/>
                <a:cs typeface="Sensei"/>
                <a:sym typeface="Sensei"/>
              </a:rPr>
              <a:t>03</a:t>
            </a:r>
          </a:p>
        </p:txBody>
      </p:sp>
      <p:sp>
        <p:nvSpPr>
          <p:cNvPr id="17" name="TextBox 17"/>
          <p:cNvSpPr txBox="1"/>
          <p:nvPr/>
        </p:nvSpPr>
        <p:spPr>
          <a:xfrm>
            <a:off x="14063193" y="4779645"/>
            <a:ext cx="3602409" cy="727710"/>
          </a:xfrm>
          <a:prstGeom prst="rect">
            <a:avLst/>
          </a:prstGeom>
        </p:spPr>
        <p:txBody>
          <a:bodyPr lIns="0" tIns="0" rIns="0" bIns="0" rtlCol="0" anchor="t">
            <a:spAutoFit/>
          </a:bodyPr>
          <a:lstStyle/>
          <a:p>
            <a:pPr marL="0" lvl="1" indent="0" algn="l">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 consectetur adipiscing elit.</a:t>
            </a:r>
          </a:p>
        </p:txBody>
      </p:sp>
      <p:sp>
        <p:nvSpPr>
          <p:cNvPr id="18" name="TextBox 18"/>
          <p:cNvSpPr txBox="1"/>
          <p:nvPr/>
        </p:nvSpPr>
        <p:spPr>
          <a:xfrm>
            <a:off x="12552936" y="6429490"/>
            <a:ext cx="1243557" cy="913257"/>
          </a:xfrm>
          <a:prstGeom prst="rect">
            <a:avLst/>
          </a:prstGeom>
        </p:spPr>
        <p:txBody>
          <a:bodyPr lIns="0" tIns="0" rIns="0" bIns="0" rtlCol="0" anchor="t">
            <a:spAutoFit/>
          </a:bodyPr>
          <a:lstStyle/>
          <a:p>
            <a:pPr marL="0" lvl="0" indent="0" algn="ctr">
              <a:lnSpc>
                <a:spcPts val="6623"/>
              </a:lnSpc>
              <a:spcBef>
                <a:spcPct val="0"/>
              </a:spcBef>
            </a:pPr>
            <a:r>
              <a:rPr lang="en-US" sz="7199" u="none" strike="noStrike">
                <a:solidFill>
                  <a:srgbClr val="63A4C7"/>
                </a:solidFill>
                <a:latin typeface="Sensei"/>
                <a:ea typeface="Sensei"/>
                <a:cs typeface="Sensei"/>
                <a:sym typeface="Sensei"/>
              </a:rPr>
              <a:t>04</a:t>
            </a:r>
          </a:p>
        </p:txBody>
      </p:sp>
      <p:sp>
        <p:nvSpPr>
          <p:cNvPr id="19" name="TextBox 19"/>
          <p:cNvSpPr txBox="1"/>
          <p:nvPr/>
        </p:nvSpPr>
        <p:spPr>
          <a:xfrm>
            <a:off x="14063193" y="6431776"/>
            <a:ext cx="3602409" cy="727710"/>
          </a:xfrm>
          <a:prstGeom prst="rect">
            <a:avLst/>
          </a:prstGeom>
        </p:spPr>
        <p:txBody>
          <a:bodyPr lIns="0" tIns="0" rIns="0" bIns="0" rtlCol="0" anchor="t">
            <a:spAutoFit/>
          </a:bodyPr>
          <a:lstStyle/>
          <a:p>
            <a:pPr marL="0" lvl="1" indent="0" algn="l">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 consectetur adipiscing elit.</a:t>
            </a:r>
          </a:p>
        </p:txBody>
      </p:sp>
      <p:sp>
        <p:nvSpPr>
          <p:cNvPr id="20" name="TextBox 20"/>
          <p:cNvSpPr txBox="1"/>
          <p:nvPr/>
        </p:nvSpPr>
        <p:spPr>
          <a:xfrm>
            <a:off x="12552936" y="8081621"/>
            <a:ext cx="1243557" cy="913257"/>
          </a:xfrm>
          <a:prstGeom prst="rect">
            <a:avLst/>
          </a:prstGeom>
        </p:spPr>
        <p:txBody>
          <a:bodyPr lIns="0" tIns="0" rIns="0" bIns="0" rtlCol="0" anchor="t">
            <a:spAutoFit/>
          </a:bodyPr>
          <a:lstStyle/>
          <a:p>
            <a:pPr marL="0" lvl="0" indent="0" algn="ctr">
              <a:lnSpc>
                <a:spcPts val="6623"/>
              </a:lnSpc>
              <a:spcBef>
                <a:spcPct val="0"/>
              </a:spcBef>
            </a:pPr>
            <a:r>
              <a:rPr lang="en-US" sz="7199" u="none" strike="noStrike">
                <a:solidFill>
                  <a:srgbClr val="63A4C7"/>
                </a:solidFill>
                <a:latin typeface="Sensei"/>
                <a:ea typeface="Sensei"/>
                <a:cs typeface="Sensei"/>
                <a:sym typeface="Sensei"/>
              </a:rPr>
              <a:t>05</a:t>
            </a:r>
          </a:p>
        </p:txBody>
      </p:sp>
      <p:sp>
        <p:nvSpPr>
          <p:cNvPr id="21" name="TextBox 21"/>
          <p:cNvSpPr txBox="1"/>
          <p:nvPr/>
        </p:nvSpPr>
        <p:spPr>
          <a:xfrm>
            <a:off x="14063193" y="8083907"/>
            <a:ext cx="3602409" cy="727710"/>
          </a:xfrm>
          <a:prstGeom prst="rect">
            <a:avLst/>
          </a:prstGeom>
        </p:spPr>
        <p:txBody>
          <a:bodyPr lIns="0" tIns="0" rIns="0" bIns="0" rtlCol="0" anchor="t">
            <a:spAutoFit/>
          </a:bodyPr>
          <a:lstStyle/>
          <a:p>
            <a:pPr marL="0" lvl="1" indent="0" algn="l">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 consectetur adipiscing elit.</a:t>
            </a:r>
          </a:p>
        </p:txBody>
      </p:sp>
      <p:sp>
        <p:nvSpPr>
          <p:cNvPr id="22" name="TextBox 22"/>
          <p:cNvSpPr txBox="1"/>
          <p:nvPr/>
        </p:nvSpPr>
        <p:spPr>
          <a:xfrm>
            <a:off x="1217375" y="1523389"/>
            <a:ext cx="4591804" cy="3486022"/>
          </a:xfrm>
          <a:prstGeom prst="rect">
            <a:avLst/>
          </a:prstGeom>
        </p:spPr>
        <p:txBody>
          <a:bodyPr lIns="0" tIns="0" rIns="0" bIns="0" rtlCol="0" anchor="t">
            <a:spAutoFit/>
          </a:bodyPr>
          <a:lstStyle/>
          <a:p>
            <a:pPr marL="0" lvl="0" indent="0" algn="l">
              <a:lnSpc>
                <a:spcPts val="9196"/>
              </a:lnSpc>
              <a:spcBef>
                <a:spcPct val="0"/>
              </a:spcBef>
            </a:pPr>
            <a:r>
              <a:rPr lang="en-US" sz="7600" u="none" strike="noStrike">
                <a:solidFill>
                  <a:srgbClr val="E668A0"/>
                </a:solidFill>
                <a:latin typeface="Sensei"/>
                <a:ea typeface="Sensei"/>
                <a:cs typeface="Sensei"/>
                <a:sym typeface="Sensei"/>
              </a:rPr>
              <a:t>The Best Moments</a:t>
            </a:r>
          </a:p>
          <a:p>
            <a:pPr marL="0" lvl="0" indent="0" algn="l">
              <a:lnSpc>
                <a:spcPts val="9196"/>
              </a:lnSpc>
              <a:spcBef>
                <a:spcPct val="0"/>
              </a:spcBef>
            </a:pPr>
            <a:r>
              <a:rPr lang="en-US" sz="7600" u="none" strike="noStrike">
                <a:solidFill>
                  <a:srgbClr val="E668A0"/>
                </a:solidFill>
                <a:latin typeface="Sensei"/>
                <a:ea typeface="Sensei"/>
                <a:cs typeface="Sensei"/>
                <a:sym typeface="Sensei"/>
              </a:rPr>
              <a:t>of 2023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361980" y="615780"/>
            <a:ext cx="15564039" cy="9055441"/>
          </a:xfrm>
          <a:custGeom>
            <a:avLst/>
            <a:gdLst/>
            <a:ahLst/>
            <a:cxnLst/>
            <a:rect l="l" t="t" r="r" b="b"/>
            <a:pathLst>
              <a:path w="15564039" h="9055441">
                <a:moveTo>
                  <a:pt x="0" y="0"/>
                </a:moveTo>
                <a:lnTo>
                  <a:pt x="15564040" y="0"/>
                </a:lnTo>
                <a:lnTo>
                  <a:pt x="15564040" y="9055440"/>
                </a:lnTo>
                <a:lnTo>
                  <a:pt x="0" y="905544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2086329" y="3335879"/>
            <a:ext cx="3787241" cy="5680862"/>
            <a:chOff x="0" y="0"/>
            <a:chExt cx="997463" cy="1496194"/>
          </a:xfrm>
        </p:grpSpPr>
        <p:sp>
          <p:nvSpPr>
            <p:cNvPr id="5" name="Freeform 5"/>
            <p:cNvSpPr/>
            <p:nvPr/>
          </p:nvSpPr>
          <p:spPr>
            <a:xfrm>
              <a:off x="0" y="0"/>
              <a:ext cx="997463" cy="1496194"/>
            </a:xfrm>
            <a:custGeom>
              <a:avLst/>
              <a:gdLst/>
              <a:ahLst/>
              <a:cxnLst/>
              <a:rect l="l" t="t" r="r" b="b"/>
              <a:pathLst>
                <a:path w="997463" h="1496194">
                  <a:moveTo>
                    <a:pt x="61326" y="0"/>
                  </a:moveTo>
                  <a:lnTo>
                    <a:pt x="936136" y="0"/>
                  </a:lnTo>
                  <a:cubicBezTo>
                    <a:pt x="952401" y="0"/>
                    <a:pt x="968000" y="6461"/>
                    <a:pt x="979501" y="17962"/>
                  </a:cubicBezTo>
                  <a:cubicBezTo>
                    <a:pt x="991002" y="29463"/>
                    <a:pt x="997463" y="45062"/>
                    <a:pt x="997463" y="61326"/>
                  </a:cubicBezTo>
                  <a:lnTo>
                    <a:pt x="997463" y="1434868"/>
                  </a:lnTo>
                  <a:cubicBezTo>
                    <a:pt x="997463" y="1468737"/>
                    <a:pt x="970006" y="1496194"/>
                    <a:pt x="936136" y="1496194"/>
                  </a:cubicBezTo>
                  <a:lnTo>
                    <a:pt x="61326" y="1496194"/>
                  </a:lnTo>
                  <a:cubicBezTo>
                    <a:pt x="27457" y="1496194"/>
                    <a:pt x="0" y="1468737"/>
                    <a:pt x="0" y="1434868"/>
                  </a:cubicBezTo>
                  <a:lnTo>
                    <a:pt x="0" y="61326"/>
                  </a:lnTo>
                  <a:cubicBezTo>
                    <a:pt x="0" y="27457"/>
                    <a:pt x="27457" y="0"/>
                    <a:pt x="61326" y="0"/>
                  </a:cubicBezTo>
                  <a:close/>
                </a:path>
              </a:pathLst>
            </a:custGeom>
            <a:solidFill>
              <a:srgbClr val="D0E5F0"/>
            </a:solidFill>
            <a:ln cap="rnd">
              <a:noFill/>
              <a:prstDash val="solid"/>
              <a:round/>
            </a:ln>
          </p:spPr>
        </p:sp>
        <p:sp>
          <p:nvSpPr>
            <p:cNvPr id="6" name="TextBox 6"/>
            <p:cNvSpPr txBox="1"/>
            <p:nvPr/>
          </p:nvSpPr>
          <p:spPr>
            <a:xfrm>
              <a:off x="0" y="-38100"/>
              <a:ext cx="997463" cy="1534294"/>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7" name="Group 7"/>
          <p:cNvGrpSpPr/>
          <p:nvPr/>
        </p:nvGrpSpPr>
        <p:grpSpPr>
          <a:xfrm>
            <a:off x="7250379" y="3335879"/>
            <a:ext cx="3787241" cy="5680862"/>
            <a:chOff x="0" y="0"/>
            <a:chExt cx="997463" cy="1496194"/>
          </a:xfrm>
        </p:grpSpPr>
        <p:sp>
          <p:nvSpPr>
            <p:cNvPr id="8" name="Freeform 8"/>
            <p:cNvSpPr/>
            <p:nvPr/>
          </p:nvSpPr>
          <p:spPr>
            <a:xfrm>
              <a:off x="0" y="0"/>
              <a:ext cx="997463" cy="1496194"/>
            </a:xfrm>
            <a:custGeom>
              <a:avLst/>
              <a:gdLst/>
              <a:ahLst/>
              <a:cxnLst/>
              <a:rect l="l" t="t" r="r" b="b"/>
              <a:pathLst>
                <a:path w="997463" h="1496194">
                  <a:moveTo>
                    <a:pt x="61326" y="0"/>
                  </a:moveTo>
                  <a:lnTo>
                    <a:pt x="936136" y="0"/>
                  </a:lnTo>
                  <a:cubicBezTo>
                    <a:pt x="952401" y="0"/>
                    <a:pt x="968000" y="6461"/>
                    <a:pt x="979501" y="17962"/>
                  </a:cubicBezTo>
                  <a:cubicBezTo>
                    <a:pt x="991002" y="29463"/>
                    <a:pt x="997463" y="45062"/>
                    <a:pt x="997463" y="61326"/>
                  </a:cubicBezTo>
                  <a:lnTo>
                    <a:pt x="997463" y="1434868"/>
                  </a:lnTo>
                  <a:cubicBezTo>
                    <a:pt x="997463" y="1468737"/>
                    <a:pt x="970006" y="1496194"/>
                    <a:pt x="936136" y="1496194"/>
                  </a:cubicBezTo>
                  <a:lnTo>
                    <a:pt x="61326" y="1496194"/>
                  </a:lnTo>
                  <a:cubicBezTo>
                    <a:pt x="27457" y="1496194"/>
                    <a:pt x="0" y="1468737"/>
                    <a:pt x="0" y="1434868"/>
                  </a:cubicBezTo>
                  <a:lnTo>
                    <a:pt x="0" y="61326"/>
                  </a:lnTo>
                  <a:cubicBezTo>
                    <a:pt x="0" y="27457"/>
                    <a:pt x="27457" y="0"/>
                    <a:pt x="61326" y="0"/>
                  </a:cubicBezTo>
                  <a:close/>
                </a:path>
              </a:pathLst>
            </a:custGeom>
            <a:solidFill>
              <a:srgbClr val="D0E5F0"/>
            </a:solidFill>
          </p:spPr>
        </p:sp>
        <p:sp>
          <p:nvSpPr>
            <p:cNvPr id="9" name="TextBox 9"/>
            <p:cNvSpPr txBox="1"/>
            <p:nvPr/>
          </p:nvSpPr>
          <p:spPr>
            <a:xfrm>
              <a:off x="0" y="-38100"/>
              <a:ext cx="997463" cy="1534294"/>
            </a:xfrm>
            <a:prstGeom prst="rect">
              <a:avLst/>
            </a:prstGeom>
          </p:spPr>
          <p:txBody>
            <a:bodyPr lIns="50800" tIns="50800" rIns="50800" bIns="50800" rtlCol="0" anchor="ctr"/>
            <a:lstStyle/>
            <a:p>
              <a:pPr algn="ctr">
                <a:lnSpc>
                  <a:spcPts val="3080"/>
                </a:lnSpc>
              </a:pPr>
              <a:endParaRPr/>
            </a:p>
          </p:txBody>
        </p:sp>
      </p:grpSp>
      <p:grpSp>
        <p:nvGrpSpPr>
          <p:cNvPr id="10" name="Group 10"/>
          <p:cNvGrpSpPr>
            <a:grpSpLocks noChangeAspect="1"/>
          </p:cNvGrpSpPr>
          <p:nvPr/>
        </p:nvGrpSpPr>
        <p:grpSpPr>
          <a:xfrm>
            <a:off x="2086329" y="3335879"/>
            <a:ext cx="3787241" cy="5680862"/>
            <a:chOff x="0" y="0"/>
            <a:chExt cx="6350000" cy="9525000"/>
          </a:xfrm>
        </p:grpSpPr>
        <p:sp>
          <p:nvSpPr>
            <p:cNvPr id="11" name="Freeform 11"/>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6"/>
              <a:stretch>
                <a:fillRect l="-9999" r="-9999"/>
              </a:stretch>
            </a:blipFill>
          </p:spPr>
        </p:sp>
      </p:grpSp>
      <p:grpSp>
        <p:nvGrpSpPr>
          <p:cNvPr id="12" name="Group 12"/>
          <p:cNvGrpSpPr>
            <a:grpSpLocks noChangeAspect="1"/>
          </p:cNvGrpSpPr>
          <p:nvPr/>
        </p:nvGrpSpPr>
        <p:grpSpPr>
          <a:xfrm>
            <a:off x="7250379" y="3335879"/>
            <a:ext cx="3787241" cy="5680862"/>
            <a:chOff x="0" y="0"/>
            <a:chExt cx="6350000" cy="9525000"/>
          </a:xfrm>
        </p:grpSpPr>
        <p:sp>
          <p:nvSpPr>
            <p:cNvPr id="13" name="Freeform 13"/>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7"/>
              <a:stretch>
                <a:fillRect l="-4800" r="-15137"/>
              </a:stretch>
            </a:blipFill>
          </p:spPr>
        </p:sp>
      </p:grpSp>
      <p:grpSp>
        <p:nvGrpSpPr>
          <p:cNvPr id="14" name="Group 14"/>
          <p:cNvGrpSpPr/>
          <p:nvPr/>
        </p:nvGrpSpPr>
        <p:grpSpPr>
          <a:xfrm>
            <a:off x="12418746" y="3335879"/>
            <a:ext cx="3787241" cy="5680862"/>
            <a:chOff x="0" y="0"/>
            <a:chExt cx="997463" cy="1496194"/>
          </a:xfrm>
        </p:grpSpPr>
        <p:sp>
          <p:nvSpPr>
            <p:cNvPr id="15" name="Freeform 15"/>
            <p:cNvSpPr/>
            <p:nvPr/>
          </p:nvSpPr>
          <p:spPr>
            <a:xfrm>
              <a:off x="0" y="0"/>
              <a:ext cx="997463" cy="1496194"/>
            </a:xfrm>
            <a:custGeom>
              <a:avLst/>
              <a:gdLst/>
              <a:ahLst/>
              <a:cxnLst/>
              <a:rect l="l" t="t" r="r" b="b"/>
              <a:pathLst>
                <a:path w="997463" h="1496194">
                  <a:moveTo>
                    <a:pt x="61326" y="0"/>
                  </a:moveTo>
                  <a:lnTo>
                    <a:pt x="936136" y="0"/>
                  </a:lnTo>
                  <a:cubicBezTo>
                    <a:pt x="952401" y="0"/>
                    <a:pt x="968000" y="6461"/>
                    <a:pt x="979501" y="17962"/>
                  </a:cubicBezTo>
                  <a:cubicBezTo>
                    <a:pt x="991002" y="29463"/>
                    <a:pt x="997463" y="45062"/>
                    <a:pt x="997463" y="61326"/>
                  </a:cubicBezTo>
                  <a:lnTo>
                    <a:pt x="997463" y="1434868"/>
                  </a:lnTo>
                  <a:cubicBezTo>
                    <a:pt x="997463" y="1468737"/>
                    <a:pt x="970006" y="1496194"/>
                    <a:pt x="936136" y="1496194"/>
                  </a:cubicBezTo>
                  <a:lnTo>
                    <a:pt x="61326" y="1496194"/>
                  </a:lnTo>
                  <a:cubicBezTo>
                    <a:pt x="27457" y="1496194"/>
                    <a:pt x="0" y="1468737"/>
                    <a:pt x="0" y="1434868"/>
                  </a:cubicBezTo>
                  <a:lnTo>
                    <a:pt x="0" y="61326"/>
                  </a:lnTo>
                  <a:cubicBezTo>
                    <a:pt x="0" y="27457"/>
                    <a:pt x="27457" y="0"/>
                    <a:pt x="61326" y="0"/>
                  </a:cubicBezTo>
                  <a:close/>
                </a:path>
              </a:pathLst>
            </a:custGeom>
            <a:solidFill>
              <a:srgbClr val="D0E5F0"/>
            </a:solidFill>
          </p:spPr>
        </p:sp>
        <p:sp>
          <p:nvSpPr>
            <p:cNvPr id="16" name="TextBox 16"/>
            <p:cNvSpPr txBox="1"/>
            <p:nvPr/>
          </p:nvSpPr>
          <p:spPr>
            <a:xfrm>
              <a:off x="0" y="-38100"/>
              <a:ext cx="997463" cy="1534294"/>
            </a:xfrm>
            <a:prstGeom prst="rect">
              <a:avLst/>
            </a:prstGeom>
          </p:spPr>
          <p:txBody>
            <a:bodyPr lIns="50800" tIns="50800" rIns="50800" bIns="50800" rtlCol="0" anchor="ctr"/>
            <a:lstStyle/>
            <a:p>
              <a:pPr algn="ctr">
                <a:lnSpc>
                  <a:spcPts val="3080"/>
                </a:lnSpc>
              </a:pPr>
              <a:endParaRPr/>
            </a:p>
          </p:txBody>
        </p:sp>
      </p:grpSp>
      <p:grpSp>
        <p:nvGrpSpPr>
          <p:cNvPr id="17" name="Group 17"/>
          <p:cNvGrpSpPr>
            <a:grpSpLocks noChangeAspect="1"/>
          </p:cNvGrpSpPr>
          <p:nvPr/>
        </p:nvGrpSpPr>
        <p:grpSpPr>
          <a:xfrm>
            <a:off x="12418746" y="3335879"/>
            <a:ext cx="3787241" cy="5680862"/>
            <a:chOff x="0" y="0"/>
            <a:chExt cx="6350000" cy="9525000"/>
          </a:xfrm>
        </p:grpSpPr>
        <p:sp>
          <p:nvSpPr>
            <p:cNvPr id="18" name="Freeform 18"/>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8"/>
              <a:stretch>
                <a:fillRect l="-50068" t="-9107" r="-62791" b="-68367"/>
              </a:stretch>
            </a:blipFill>
          </p:spPr>
        </p:sp>
      </p:grpSp>
      <p:sp>
        <p:nvSpPr>
          <p:cNvPr id="19" name="Freeform 19"/>
          <p:cNvSpPr/>
          <p:nvPr/>
        </p:nvSpPr>
        <p:spPr>
          <a:xfrm>
            <a:off x="15559421" y="3628752"/>
            <a:ext cx="1005140" cy="973729"/>
          </a:xfrm>
          <a:custGeom>
            <a:avLst/>
            <a:gdLst/>
            <a:ahLst/>
            <a:cxnLst/>
            <a:rect l="l" t="t" r="r" b="b"/>
            <a:pathLst>
              <a:path w="1005140" h="973729">
                <a:moveTo>
                  <a:pt x="0" y="0"/>
                </a:moveTo>
                <a:lnTo>
                  <a:pt x="1005140" y="0"/>
                </a:lnTo>
                <a:lnTo>
                  <a:pt x="1005140" y="973729"/>
                </a:lnTo>
                <a:lnTo>
                  <a:pt x="0" y="97372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20" name="Freeform 20"/>
          <p:cNvSpPr/>
          <p:nvPr/>
        </p:nvSpPr>
        <p:spPr>
          <a:xfrm>
            <a:off x="6809628" y="3766153"/>
            <a:ext cx="881502" cy="1377347"/>
          </a:xfrm>
          <a:custGeom>
            <a:avLst/>
            <a:gdLst/>
            <a:ahLst/>
            <a:cxnLst/>
            <a:rect l="l" t="t" r="r" b="b"/>
            <a:pathLst>
              <a:path w="881502" h="1377347">
                <a:moveTo>
                  <a:pt x="0" y="0"/>
                </a:moveTo>
                <a:lnTo>
                  <a:pt x="881503" y="0"/>
                </a:lnTo>
                <a:lnTo>
                  <a:pt x="881503" y="1377347"/>
                </a:lnTo>
                <a:lnTo>
                  <a:pt x="0" y="1377347"/>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21" name="Freeform 21"/>
          <p:cNvSpPr/>
          <p:nvPr/>
        </p:nvSpPr>
        <p:spPr>
          <a:xfrm>
            <a:off x="2425505" y="3901740"/>
            <a:ext cx="877867" cy="829983"/>
          </a:xfrm>
          <a:custGeom>
            <a:avLst/>
            <a:gdLst/>
            <a:ahLst/>
            <a:cxnLst/>
            <a:rect l="l" t="t" r="r" b="b"/>
            <a:pathLst>
              <a:path w="877867" h="829983">
                <a:moveTo>
                  <a:pt x="0" y="0"/>
                </a:moveTo>
                <a:lnTo>
                  <a:pt x="877867" y="0"/>
                </a:lnTo>
                <a:lnTo>
                  <a:pt x="877867" y="829983"/>
                </a:lnTo>
                <a:lnTo>
                  <a:pt x="0" y="829983"/>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22" name="Freeform 22"/>
          <p:cNvSpPr/>
          <p:nvPr/>
        </p:nvSpPr>
        <p:spPr>
          <a:xfrm rot="-1478264">
            <a:off x="16212254" y="1577310"/>
            <a:ext cx="1427531" cy="1409362"/>
          </a:xfrm>
          <a:custGeom>
            <a:avLst/>
            <a:gdLst/>
            <a:ahLst/>
            <a:cxnLst/>
            <a:rect l="l" t="t" r="r" b="b"/>
            <a:pathLst>
              <a:path w="1427531" h="1409362">
                <a:moveTo>
                  <a:pt x="0" y="0"/>
                </a:moveTo>
                <a:lnTo>
                  <a:pt x="1427531" y="0"/>
                </a:lnTo>
                <a:lnTo>
                  <a:pt x="1427531" y="1409362"/>
                </a:lnTo>
                <a:lnTo>
                  <a:pt x="0" y="140936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23" name="TextBox 23"/>
          <p:cNvSpPr txBox="1"/>
          <p:nvPr/>
        </p:nvSpPr>
        <p:spPr>
          <a:xfrm>
            <a:off x="1825521" y="2814270"/>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
        <p:nvSpPr>
          <p:cNvPr id="24" name="TextBox 24"/>
          <p:cNvSpPr txBox="1"/>
          <p:nvPr/>
        </p:nvSpPr>
        <p:spPr>
          <a:xfrm>
            <a:off x="6989571" y="2814270"/>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
        <p:nvSpPr>
          <p:cNvPr id="25" name="TextBox 25"/>
          <p:cNvSpPr txBox="1"/>
          <p:nvPr/>
        </p:nvSpPr>
        <p:spPr>
          <a:xfrm>
            <a:off x="12157938" y="2814270"/>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Tree>
    <p:extLst>
      <p:ext uri="{BB962C8B-B14F-4D97-AF65-F5344CB8AC3E}">
        <p14:creationId xmlns:p14="http://schemas.microsoft.com/office/powerpoint/2010/main" val="4415449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1219200" y="2643597"/>
            <a:ext cx="417716" cy="417716"/>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7BBBDD"/>
            </a:solidFill>
            <a:ln cap="sq">
              <a:noFill/>
              <a:prstDash val="solid"/>
              <a:miter/>
            </a:ln>
          </p:spPr>
        </p:sp>
        <p:sp>
          <p:nvSpPr>
            <p:cNvPr id="5" name="TextBox 5"/>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6" name="Group 6"/>
          <p:cNvGrpSpPr/>
          <p:nvPr/>
        </p:nvGrpSpPr>
        <p:grpSpPr>
          <a:xfrm>
            <a:off x="1219200" y="7034079"/>
            <a:ext cx="417716" cy="417716"/>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668A0"/>
            </a:solidFill>
            <a:ln cap="sq">
              <a:noFill/>
              <a:prstDash val="solid"/>
              <a:miter/>
            </a:ln>
          </p:spPr>
        </p:sp>
        <p:sp>
          <p:nvSpPr>
            <p:cNvPr id="8" name="TextBox 8"/>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9" name="Group 9"/>
          <p:cNvGrpSpPr/>
          <p:nvPr/>
        </p:nvGrpSpPr>
        <p:grpSpPr>
          <a:xfrm>
            <a:off x="1219200" y="3366766"/>
            <a:ext cx="417716" cy="417716"/>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7BBBDD"/>
            </a:solidFill>
            <a:ln cap="sq">
              <a:noFill/>
              <a:prstDash val="solid"/>
              <a:miter/>
            </a:ln>
          </p:spPr>
        </p:sp>
        <p:sp>
          <p:nvSpPr>
            <p:cNvPr id="11" name="TextBox 11"/>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12" name="Group 12"/>
          <p:cNvGrpSpPr/>
          <p:nvPr/>
        </p:nvGrpSpPr>
        <p:grpSpPr>
          <a:xfrm>
            <a:off x="1219200" y="7757248"/>
            <a:ext cx="417716" cy="417716"/>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668A0"/>
            </a:solidFill>
            <a:ln cap="sq">
              <a:noFill/>
              <a:prstDash val="solid"/>
              <a:miter/>
            </a:ln>
          </p:spPr>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15" name="Group 15"/>
          <p:cNvGrpSpPr/>
          <p:nvPr/>
        </p:nvGrpSpPr>
        <p:grpSpPr>
          <a:xfrm>
            <a:off x="1219200" y="4089935"/>
            <a:ext cx="417716" cy="417716"/>
            <a:chOff x="0" y="0"/>
            <a:chExt cx="812800" cy="812800"/>
          </a:xfrm>
        </p:grpSpPr>
        <p:sp>
          <p:nvSpPr>
            <p:cNvPr id="16" name="Freeform 1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7BBBDD"/>
            </a:solidFill>
            <a:ln cap="sq">
              <a:noFill/>
              <a:prstDash val="solid"/>
              <a:miter/>
            </a:ln>
          </p:spPr>
        </p:sp>
        <p:sp>
          <p:nvSpPr>
            <p:cNvPr id="17" name="TextBox 17"/>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18" name="Group 18"/>
          <p:cNvGrpSpPr/>
          <p:nvPr/>
        </p:nvGrpSpPr>
        <p:grpSpPr>
          <a:xfrm>
            <a:off x="1219200" y="8480416"/>
            <a:ext cx="417716" cy="417716"/>
            <a:chOff x="0" y="0"/>
            <a:chExt cx="812800" cy="812800"/>
          </a:xfrm>
        </p:grpSpPr>
        <p:sp>
          <p:nvSpPr>
            <p:cNvPr id="19" name="Freeform 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668A0"/>
            </a:solidFill>
            <a:ln cap="sq">
              <a:noFill/>
              <a:prstDash val="solid"/>
              <a:miter/>
            </a:ln>
          </p:spPr>
        </p:sp>
        <p:sp>
          <p:nvSpPr>
            <p:cNvPr id="20" name="TextBox 20"/>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sp>
        <p:nvSpPr>
          <p:cNvPr id="21" name="Freeform 21"/>
          <p:cNvSpPr/>
          <p:nvPr/>
        </p:nvSpPr>
        <p:spPr>
          <a:xfrm>
            <a:off x="1334841" y="2565833"/>
            <a:ext cx="355388" cy="364969"/>
          </a:xfrm>
          <a:custGeom>
            <a:avLst/>
            <a:gdLst/>
            <a:ahLst/>
            <a:cxnLst/>
            <a:rect l="l" t="t" r="r" b="b"/>
            <a:pathLst>
              <a:path w="355388" h="364969">
                <a:moveTo>
                  <a:pt x="0" y="0"/>
                </a:moveTo>
                <a:lnTo>
                  <a:pt x="355388" y="0"/>
                </a:lnTo>
                <a:lnTo>
                  <a:pt x="355388" y="364969"/>
                </a:lnTo>
                <a:lnTo>
                  <a:pt x="0" y="36496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22" name="Freeform 22"/>
          <p:cNvSpPr/>
          <p:nvPr/>
        </p:nvSpPr>
        <p:spPr>
          <a:xfrm>
            <a:off x="1334841" y="3270604"/>
            <a:ext cx="355388" cy="364969"/>
          </a:xfrm>
          <a:custGeom>
            <a:avLst/>
            <a:gdLst/>
            <a:ahLst/>
            <a:cxnLst/>
            <a:rect l="l" t="t" r="r" b="b"/>
            <a:pathLst>
              <a:path w="355388" h="364969">
                <a:moveTo>
                  <a:pt x="0" y="0"/>
                </a:moveTo>
                <a:lnTo>
                  <a:pt x="355388" y="0"/>
                </a:lnTo>
                <a:lnTo>
                  <a:pt x="355388" y="364969"/>
                </a:lnTo>
                <a:lnTo>
                  <a:pt x="0" y="36496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23" name="Freeform 23"/>
          <p:cNvSpPr/>
          <p:nvPr/>
        </p:nvSpPr>
        <p:spPr>
          <a:xfrm>
            <a:off x="1334841" y="6943753"/>
            <a:ext cx="355388" cy="364969"/>
          </a:xfrm>
          <a:custGeom>
            <a:avLst/>
            <a:gdLst/>
            <a:ahLst/>
            <a:cxnLst/>
            <a:rect l="l" t="t" r="r" b="b"/>
            <a:pathLst>
              <a:path w="355388" h="364969">
                <a:moveTo>
                  <a:pt x="0" y="0"/>
                </a:moveTo>
                <a:lnTo>
                  <a:pt x="355388" y="0"/>
                </a:lnTo>
                <a:lnTo>
                  <a:pt x="355388" y="364968"/>
                </a:lnTo>
                <a:lnTo>
                  <a:pt x="0" y="36496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24" name="TextBox 24"/>
          <p:cNvSpPr txBox="1"/>
          <p:nvPr/>
        </p:nvSpPr>
        <p:spPr>
          <a:xfrm>
            <a:off x="1795004" y="1732622"/>
            <a:ext cx="8069100" cy="466725"/>
          </a:xfrm>
          <a:prstGeom prst="rect">
            <a:avLst/>
          </a:prstGeom>
        </p:spPr>
        <p:txBody>
          <a:bodyPr lIns="0" tIns="0" rIns="0" bIns="0" rtlCol="0" anchor="t">
            <a:spAutoFit/>
          </a:bodyPr>
          <a:lstStyle/>
          <a:p>
            <a:pPr marL="0" lvl="0" indent="0" algn="l">
              <a:lnSpc>
                <a:spcPts val="3600"/>
              </a:lnSpc>
              <a:spcBef>
                <a:spcPct val="0"/>
              </a:spcBef>
            </a:pPr>
            <a:r>
              <a:rPr lang="en-US" sz="3000">
                <a:solidFill>
                  <a:srgbClr val="E668A0"/>
                </a:solidFill>
                <a:latin typeface="Sensei"/>
                <a:ea typeface="Sensei"/>
                <a:cs typeface="Sensei"/>
                <a:sym typeface="Sensei"/>
              </a:rPr>
              <a:t>Write down the topic for your checklist</a:t>
            </a:r>
          </a:p>
        </p:txBody>
      </p:sp>
      <p:sp>
        <p:nvSpPr>
          <p:cNvPr id="25" name="TextBox 25"/>
          <p:cNvSpPr txBox="1"/>
          <p:nvPr/>
        </p:nvSpPr>
        <p:spPr>
          <a:xfrm>
            <a:off x="1795004" y="6128496"/>
            <a:ext cx="8069100" cy="466725"/>
          </a:xfrm>
          <a:prstGeom prst="rect">
            <a:avLst/>
          </a:prstGeom>
        </p:spPr>
        <p:txBody>
          <a:bodyPr lIns="0" tIns="0" rIns="0" bIns="0" rtlCol="0" anchor="t">
            <a:spAutoFit/>
          </a:bodyPr>
          <a:lstStyle/>
          <a:p>
            <a:pPr marL="0" lvl="0" indent="0" algn="l">
              <a:lnSpc>
                <a:spcPts val="3600"/>
              </a:lnSpc>
              <a:spcBef>
                <a:spcPct val="0"/>
              </a:spcBef>
            </a:pPr>
            <a:r>
              <a:rPr lang="en-US" sz="3000">
                <a:solidFill>
                  <a:srgbClr val="E668A0"/>
                </a:solidFill>
                <a:latin typeface="Sensei"/>
                <a:ea typeface="Sensei"/>
                <a:cs typeface="Sensei"/>
                <a:sym typeface="Sensei"/>
              </a:rPr>
              <a:t>Write down the topic for your checklist</a:t>
            </a:r>
          </a:p>
        </p:txBody>
      </p:sp>
      <p:sp>
        <p:nvSpPr>
          <p:cNvPr id="26" name="Freeform 26"/>
          <p:cNvSpPr/>
          <p:nvPr/>
        </p:nvSpPr>
        <p:spPr>
          <a:xfrm flipH="1">
            <a:off x="9826004" y="489587"/>
            <a:ext cx="7293950" cy="9307825"/>
          </a:xfrm>
          <a:custGeom>
            <a:avLst/>
            <a:gdLst/>
            <a:ahLst/>
            <a:cxnLst/>
            <a:rect l="l" t="t" r="r" b="b"/>
            <a:pathLst>
              <a:path w="7293950" h="9307825">
                <a:moveTo>
                  <a:pt x="7293950" y="0"/>
                </a:moveTo>
                <a:lnTo>
                  <a:pt x="0" y="0"/>
                </a:lnTo>
                <a:lnTo>
                  <a:pt x="0" y="9307826"/>
                </a:lnTo>
                <a:lnTo>
                  <a:pt x="7293950" y="9307826"/>
                </a:lnTo>
                <a:lnTo>
                  <a:pt x="7293950" y="0"/>
                </a:lnTo>
                <a:close/>
              </a:path>
            </a:pathLst>
          </a:custGeom>
          <a:blipFill>
            <a:blip r:embed="rId6">
              <a:extLst>
                <a:ext uri="{96DAC541-7B7A-43D3-8B79-37D633B846F1}">
                  <asvg:svgBlip xmlns:asvg="http://schemas.microsoft.com/office/drawing/2016/SVG/main" r:embed="rId7"/>
                </a:ext>
              </a:extLst>
            </a:blip>
            <a:stretch>
              <a:fillRect/>
            </a:stretch>
          </a:blipFill>
        </p:spPr>
      </p:sp>
      <p:grpSp>
        <p:nvGrpSpPr>
          <p:cNvPr id="27" name="Group 27"/>
          <p:cNvGrpSpPr/>
          <p:nvPr/>
        </p:nvGrpSpPr>
        <p:grpSpPr>
          <a:xfrm>
            <a:off x="10119168" y="775009"/>
            <a:ext cx="5851608" cy="3510965"/>
            <a:chOff x="0" y="0"/>
            <a:chExt cx="1094133" cy="656480"/>
          </a:xfrm>
        </p:grpSpPr>
        <p:sp>
          <p:nvSpPr>
            <p:cNvPr id="28" name="Freeform 28"/>
            <p:cNvSpPr/>
            <p:nvPr/>
          </p:nvSpPr>
          <p:spPr>
            <a:xfrm>
              <a:off x="0" y="0"/>
              <a:ext cx="1094133" cy="656480"/>
            </a:xfrm>
            <a:custGeom>
              <a:avLst/>
              <a:gdLst/>
              <a:ahLst/>
              <a:cxnLst/>
              <a:rect l="l" t="t" r="r" b="b"/>
              <a:pathLst>
                <a:path w="1094133" h="656480">
                  <a:moveTo>
                    <a:pt x="80706" y="0"/>
                  </a:moveTo>
                  <a:lnTo>
                    <a:pt x="1013427" y="0"/>
                  </a:lnTo>
                  <a:cubicBezTo>
                    <a:pt x="1057999" y="0"/>
                    <a:pt x="1094133" y="36133"/>
                    <a:pt x="1094133" y="80706"/>
                  </a:cubicBezTo>
                  <a:lnTo>
                    <a:pt x="1094133" y="575774"/>
                  </a:lnTo>
                  <a:cubicBezTo>
                    <a:pt x="1094133" y="597178"/>
                    <a:pt x="1085630" y="617706"/>
                    <a:pt x="1070494" y="632841"/>
                  </a:cubicBezTo>
                  <a:cubicBezTo>
                    <a:pt x="1055359" y="647977"/>
                    <a:pt x="1034831" y="656480"/>
                    <a:pt x="1013427" y="656480"/>
                  </a:cubicBezTo>
                  <a:lnTo>
                    <a:pt x="80706" y="656480"/>
                  </a:lnTo>
                  <a:cubicBezTo>
                    <a:pt x="36133" y="656480"/>
                    <a:pt x="0" y="620346"/>
                    <a:pt x="0" y="575774"/>
                  </a:cubicBezTo>
                  <a:lnTo>
                    <a:pt x="0" y="80706"/>
                  </a:lnTo>
                  <a:cubicBezTo>
                    <a:pt x="0" y="59301"/>
                    <a:pt x="8503" y="38773"/>
                    <a:pt x="23638" y="23638"/>
                  </a:cubicBezTo>
                  <a:cubicBezTo>
                    <a:pt x="38773" y="8503"/>
                    <a:pt x="59301" y="0"/>
                    <a:pt x="80706" y="0"/>
                  </a:cubicBezTo>
                  <a:close/>
                </a:path>
              </a:pathLst>
            </a:custGeom>
            <a:solidFill>
              <a:srgbClr val="E2ECF1"/>
            </a:solidFill>
            <a:ln cap="rnd">
              <a:noFill/>
              <a:prstDash val="solid"/>
              <a:round/>
            </a:ln>
          </p:spPr>
        </p:sp>
        <p:sp>
          <p:nvSpPr>
            <p:cNvPr id="29" name="TextBox 29"/>
            <p:cNvSpPr txBox="1"/>
            <p:nvPr/>
          </p:nvSpPr>
          <p:spPr>
            <a:xfrm>
              <a:off x="0" y="-38100"/>
              <a:ext cx="1094133" cy="69458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30" name="Group 30"/>
          <p:cNvGrpSpPr/>
          <p:nvPr/>
        </p:nvGrpSpPr>
        <p:grpSpPr>
          <a:xfrm>
            <a:off x="10119168" y="5571358"/>
            <a:ext cx="5851608" cy="3510965"/>
            <a:chOff x="0" y="0"/>
            <a:chExt cx="1094133" cy="656480"/>
          </a:xfrm>
        </p:grpSpPr>
        <p:sp>
          <p:nvSpPr>
            <p:cNvPr id="31" name="Freeform 31"/>
            <p:cNvSpPr/>
            <p:nvPr/>
          </p:nvSpPr>
          <p:spPr>
            <a:xfrm>
              <a:off x="0" y="0"/>
              <a:ext cx="1094133" cy="656480"/>
            </a:xfrm>
            <a:custGeom>
              <a:avLst/>
              <a:gdLst/>
              <a:ahLst/>
              <a:cxnLst/>
              <a:rect l="l" t="t" r="r" b="b"/>
              <a:pathLst>
                <a:path w="1094133" h="656480">
                  <a:moveTo>
                    <a:pt x="80706" y="0"/>
                  </a:moveTo>
                  <a:lnTo>
                    <a:pt x="1013427" y="0"/>
                  </a:lnTo>
                  <a:cubicBezTo>
                    <a:pt x="1057999" y="0"/>
                    <a:pt x="1094133" y="36133"/>
                    <a:pt x="1094133" y="80706"/>
                  </a:cubicBezTo>
                  <a:lnTo>
                    <a:pt x="1094133" y="575774"/>
                  </a:lnTo>
                  <a:cubicBezTo>
                    <a:pt x="1094133" y="597178"/>
                    <a:pt x="1085630" y="617706"/>
                    <a:pt x="1070494" y="632841"/>
                  </a:cubicBezTo>
                  <a:cubicBezTo>
                    <a:pt x="1055359" y="647977"/>
                    <a:pt x="1034831" y="656480"/>
                    <a:pt x="1013427" y="656480"/>
                  </a:cubicBezTo>
                  <a:lnTo>
                    <a:pt x="80706" y="656480"/>
                  </a:lnTo>
                  <a:cubicBezTo>
                    <a:pt x="36133" y="656480"/>
                    <a:pt x="0" y="620346"/>
                    <a:pt x="0" y="575774"/>
                  </a:cubicBezTo>
                  <a:lnTo>
                    <a:pt x="0" y="80706"/>
                  </a:lnTo>
                  <a:cubicBezTo>
                    <a:pt x="0" y="59301"/>
                    <a:pt x="8503" y="38773"/>
                    <a:pt x="23638" y="23638"/>
                  </a:cubicBezTo>
                  <a:cubicBezTo>
                    <a:pt x="38773" y="8503"/>
                    <a:pt x="59301" y="0"/>
                    <a:pt x="80706" y="0"/>
                  </a:cubicBezTo>
                  <a:close/>
                </a:path>
              </a:pathLst>
            </a:custGeom>
            <a:solidFill>
              <a:srgbClr val="E2ECF1"/>
            </a:solidFill>
            <a:ln cap="rnd">
              <a:noFill/>
              <a:prstDash val="solid"/>
              <a:round/>
            </a:ln>
          </p:spPr>
        </p:sp>
        <p:sp>
          <p:nvSpPr>
            <p:cNvPr id="32" name="TextBox 32"/>
            <p:cNvSpPr txBox="1"/>
            <p:nvPr/>
          </p:nvSpPr>
          <p:spPr>
            <a:xfrm>
              <a:off x="0" y="-38100"/>
              <a:ext cx="1094133" cy="69458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33" name="Group 33"/>
          <p:cNvGrpSpPr>
            <a:grpSpLocks noChangeAspect="1"/>
          </p:cNvGrpSpPr>
          <p:nvPr/>
        </p:nvGrpSpPr>
        <p:grpSpPr>
          <a:xfrm>
            <a:off x="10119168" y="775009"/>
            <a:ext cx="5851608" cy="3510965"/>
            <a:chOff x="0" y="0"/>
            <a:chExt cx="6350000" cy="3810000"/>
          </a:xfrm>
        </p:grpSpPr>
        <p:sp>
          <p:nvSpPr>
            <p:cNvPr id="34" name="Freeform 34"/>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8"/>
              <a:stretch>
                <a:fillRect l="-14042" r="-16596" b="-45154"/>
              </a:stretch>
            </a:blipFill>
          </p:spPr>
        </p:sp>
      </p:grpSp>
      <p:grpSp>
        <p:nvGrpSpPr>
          <p:cNvPr id="35" name="Group 35"/>
          <p:cNvGrpSpPr>
            <a:grpSpLocks noChangeAspect="1"/>
          </p:cNvGrpSpPr>
          <p:nvPr/>
        </p:nvGrpSpPr>
        <p:grpSpPr>
          <a:xfrm>
            <a:off x="10119168" y="5571358"/>
            <a:ext cx="5851608" cy="3510965"/>
            <a:chOff x="0" y="0"/>
            <a:chExt cx="6350000" cy="3810000"/>
          </a:xfrm>
        </p:grpSpPr>
        <p:sp>
          <p:nvSpPr>
            <p:cNvPr id="36" name="Freeform 36"/>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9"/>
              <a:stretch>
                <a:fillRect t="-5555" b="-5555"/>
              </a:stretch>
            </a:blipFill>
          </p:spPr>
        </p:sp>
      </p:grpSp>
      <p:sp>
        <p:nvSpPr>
          <p:cNvPr id="37" name="Freeform 37"/>
          <p:cNvSpPr/>
          <p:nvPr/>
        </p:nvSpPr>
        <p:spPr>
          <a:xfrm>
            <a:off x="13044972" y="1177109"/>
            <a:ext cx="715422" cy="548881"/>
          </a:xfrm>
          <a:custGeom>
            <a:avLst/>
            <a:gdLst/>
            <a:ahLst/>
            <a:cxnLst/>
            <a:rect l="l" t="t" r="r" b="b"/>
            <a:pathLst>
              <a:path w="715422" h="548881">
                <a:moveTo>
                  <a:pt x="0" y="0"/>
                </a:moveTo>
                <a:lnTo>
                  <a:pt x="715422" y="0"/>
                </a:lnTo>
                <a:lnTo>
                  <a:pt x="715422" y="548881"/>
                </a:lnTo>
                <a:lnTo>
                  <a:pt x="0" y="548881"/>
                </a:lnTo>
                <a:lnTo>
                  <a:pt x="0" y="0"/>
                </a:lnTo>
                <a:close/>
              </a:path>
            </a:pathLst>
          </a:custGeom>
          <a:blipFill>
            <a:blip r:embed="rId10">
              <a:extLst>
                <a:ext uri="{96DAC541-7B7A-43D3-8B79-37D633B846F1}">
                  <asvg:svgBlip xmlns:asvg="http://schemas.microsoft.com/office/drawing/2016/SVG/main" r:embed="rId11"/>
                </a:ext>
              </a:extLst>
            </a:blip>
            <a:stretch>
              <a:fillRect/>
            </a:stretch>
          </a:blipFill>
          <a:ln cap="sq">
            <a:noFill/>
            <a:prstDash val="solid"/>
            <a:miter/>
          </a:ln>
        </p:spPr>
      </p:sp>
      <p:sp>
        <p:nvSpPr>
          <p:cNvPr id="38" name="Freeform 38"/>
          <p:cNvSpPr/>
          <p:nvPr/>
        </p:nvSpPr>
        <p:spPr>
          <a:xfrm>
            <a:off x="14357538" y="6301566"/>
            <a:ext cx="980762" cy="748397"/>
          </a:xfrm>
          <a:custGeom>
            <a:avLst/>
            <a:gdLst/>
            <a:ahLst/>
            <a:cxnLst/>
            <a:rect l="l" t="t" r="r" b="b"/>
            <a:pathLst>
              <a:path w="980762" h="748397">
                <a:moveTo>
                  <a:pt x="0" y="0"/>
                </a:moveTo>
                <a:lnTo>
                  <a:pt x="980762" y="0"/>
                </a:lnTo>
                <a:lnTo>
                  <a:pt x="980762" y="748397"/>
                </a:lnTo>
                <a:lnTo>
                  <a:pt x="0" y="748397"/>
                </a:lnTo>
                <a:lnTo>
                  <a:pt x="0" y="0"/>
                </a:lnTo>
                <a:close/>
              </a:path>
            </a:pathLst>
          </a:custGeom>
          <a:blipFill>
            <a:blip r:embed="rId12">
              <a:extLst>
                <a:ext uri="{96DAC541-7B7A-43D3-8B79-37D633B846F1}">
                  <asvg:svgBlip xmlns:asvg="http://schemas.microsoft.com/office/drawing/2016/SVG/main" r:embed="rId13"/>
                </a:ext>
              </a:extLst>
            </a:blip>
            <a:stretch>
              <a:fillRect/>
            </a:stretch>
          </a:blipFill>
          <a:ln cap="sq">
            <a:noFill/>
            <a:prstDash val="solid"/>
            <a:miter/>
          </a:ln>
        </p:spPr>
      </p:sp>
      <p:sp>
        <p:nvSpPr>
          <p:cNvPr id="39" name="Freeform 39"/>
          <p:cNvSpPr/>
          <p:nvPr/>
        </p:nvSpPr>
        <p:spPr>
          <a:xfrm>
            <a:off x="10434196" y="5339190"/>
            <a:ext cx="1487296" cy="1293057"/>
          </a:xfrm>
          <a:custGeom>
            <a:avLst/>
            <a:gdLst/>
            <a:ahLst/>
            <a:cxnLst/>
            <a:rect l="l" t="t" r="r" b="b"/>
            <a:pathLst>
              <a:path w="1487296" h="1293057">
                <a:moveTo>
                  <a:pt x="0" y="0"/>
                </a:moveTo>
                <a:lnTo>
                  <a:pt x="1487296" y="0"/>
                </a:lnTo>
                <a:lnTo>
                  <a:pt x="1487296" y="1293057"/>
                </a:lnTo>
                <a:lnTo>
                  <a:pt x="0" y="1293057"/>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40" name="Freeform 40"/>
          <p:cNvSpPr/>
          <p:nvPr/>
        </p:nvSpPr>
        <p:spPr>
          <a:xfrm rot="-549509">
            <a:off x="9212205" y="422345"/>
            <a:ext cx="2851131" cy="965706"/>
          </a:xfrm>
          <a:custGeom>
            <a:avLst/>
            <a:gdLst/>
            <a:ahLst/>
            <a:cxnLst/>
            <a:rect l="l" t="t" r="r" b="b"/>
            <a:pathLst>
              <a:path w="2851131" h="965706">
                <a:moveTo>
                  <a:pt x="0" y="0"/>
                </a:moveTo>
                <a:lnTo>
                  <a:pt x="2851131" y="0"/>
                </a:lnTo>
                <a:lnTo>
                  <a:pt x="2851131" y="965706"/>
                </a:lnTo>
                <a:lnTo>
                  <a:pt x="0" y="965706"/>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41" name="TextBox 41"/>
          <p:cNvSpPr txBox="1"/>
          <p:nvPr/>
        </p:nvSpPr>
        <p:spPr>
          <a:xfrm>
            <a:off x="1928354" y="2510192"/>
            <a:ext cx="6253849" cy="510155"/>
          </a:xfrm>
          <a:prstGeom prst="rect">
            <a:avLst/>
          </a:prstGeom>
        </p:spPr>
        <p:txBody>
          <a:bodyPr lIns="0" tIns="0" rIns="0" bIns="0" rtlCol="0" anchor="t">
            <a:spAutoFit/>
          </a:bodyPr>
          <a:lstStyle/>
          <a:p>
            <a:pPr marL="0" lvl="0" indent="0" algn="l">
              <a:lnSpc>
                <a:spcPts val="4578"/>
              </a:lnSpc>
            </a:pPr>
            <a:r>
              <a:rPr lang="en-US" sz="2100">
                <a:solidFill>
                  <a:srgbClr val="1A4F6B"/>
                </a:solidFill>
                <a:latin typeface="Atkinson Hyperlegible"/>
                <a:ea typeface="Atkinson Hyperlegible"/>
                <a:cs typeface="Atkinson Hyperlegible"/>
                <a:sym typeface="Atkinson Hyperlegible"/>
              </a:rPr>
              <a:t>Briefly elaborate on the topic you want to discuss.</a:t>
            </a:r>
          </a:p>
        </p:txBody>
      </p:sp>
      <p:sp>
        <p:nvSpPr>
          <p:cNvPr id="42" name="TextBox 42"/>
          <p:cNvSpPr txBox="1"/>
          <p:nvPr/>
        </p:nvSpPr>
        <p:spPr>
          <a:xfrm>
            <a:off x="9918048" y="4277490"/>
            <a:ext cx="6253849" cy="510155"/>
          </a:xfrm>
          <a:prstGeom prst="rect">
            <a:avLst/>
          </a:prstGeom>
        </p:spPr>
        <p:txBody>
          <a:bodyPr lIns="0" tIns="0" rIns="0" bIns="0" rtlCol="0" anchor="t">
            <a:spAutoFit/>
          </a:bodyPr>
          <a:lstStyle/>
          <a:p>
            <a:pPr marL="0" lvl="0" indent="0" algn="ctr">
              <a:lnSpc>
                <a:spcPts val="4578"/>
              </a:lnSpc>
            </a:pPr>
            <a:r>
              <a:rPr lang="en-US" sz="2100">
                <a:solidFill>
                  <a:srgbClr val="1A4F6B"/>
                </a:solidFill>
                <a:latin typeface="Atkinson Hyperlegible"/>
                <a:ea typeface="Atkinson Hyperlegible"/>
                <a:cs typeface="Atkinson Hyperlegible"/>
                <a:sym typeface="Atkinson Hyperlegible"/>
              </a:rPr>
              <a:t>Elaborate on the topic you want to discuss.</a:t>
            </a:r>
          </a:p>
        </p:txBody>
      </p:sp>
      <p:sp>
        <p:nvSpPr>
          <p:cNvPr id="43" name="TextBox 43"/>
          <p:cNvSpPr txBox="1"/>
          <p:nvPr/>
        </p:nvSpPr>
        <p:spPr>
          <a:xfrm>
            <a:off x="9918048" y="9033717"/>
            <a:ext cx="6253849" cy="510155"/>
          </a:xfrm>
          <a:prstGeom prst="rect">
            <a:avLst/>
          </a:prstGeom>
        </p:spPr>
        <p:txBody>
          <a:bodyPr lIns="0" tIns="0" rIns="0" bIns="0" rtlCol="0" anchor="t">
            <a:spAutoFit/>
          </a:bodyPr>
          <a:lstStyle/>
          <a:p>
            <a:pPr marL="0" lvl="0" indent="0" algn="ctr">
              <a:lnSpc>
                <a:spcPts val="4578"/>
              </a:lnSpc>
            </a:pPr>
            <a:r>
              <a:rPr lang="en-US" sz="2100">
                <a:solidFill>
                  <a:srgbClr val="1A4F6B"/>
                </a:solidFill>
                <a:latin typeface="Atkinson Hyperlegible"/>
                <a:ea typeface="Atkinson Hyperlegible"/>
                <a:cs typeface="Atkinson Hyperlegible"/>
                <a:sym typeface="Atkinson Hyperlegible"/>
              </a:rPr>
              <a:t>Elaborate on the topic you want to discuss.</a:t>
            </a:r>
          </a:p>
        </p:txBody>
      </p:sp>
      <p:sp>
        <p:nvSpPr>
          <p:cNvPr id="44" name="TextBox 44"/>
          <p:cNvSpPr txBox="1"/>
          <p:nvPr/>
        </p:nvSpPr>
        <p:spPr>
          <a:xfrm>
            <a:off x="1928354" y="6900021"/>
            <a:ext cx="5958320" cy="510155"/>
          </a:xfrm>
          <a:prstGeom prst="rect">
            <a:avLst/>
          </a:prstGeom>
        </p:spPr>
        <p:txBody>
          <a:bodyPr lIns="0" tIns="0" rIns="0" bIns="0" rtlCol="0" anchor="t">
            <a:spAutoFit/>
          </a:bodyPr>
          <a:lstStyle/>
          <a:p>
            <a:pPr marL="0" lvl="0" indent="0" algn="l">
              <a:lnSpc>
                <a:spcPts val="4578"/>
              </a:lnSpc>
            </a:pPr>
            <a:r>
              <a:rPr lang="en-US" sz="2100">
                <a:solidFill>
                  <a:srgbClr val="1A4F6B"/>
                </a:solidFill>
                <a:latin typeface="Atkinson Hyperlegible"/>
                <a:ea typeface="Atkinson Hyperlegible"/>
                <a:cs typeface="Atkinson Hyperlegible"/>
                <a:sym typeface="Atkinson Hyperlegible"/>
              </a:rPr>
              <a:t>Briefly elaborate on the topic you want to discuss.</a:t>
            </a:r>
          </a:p>
        </p:txBody>
      </p:sp>
      <p:sp>
        <p:nvSpPr>
          <p:cNvPr id="45" name="TextBox 45"/>
          <p:cNvSpPr txBox="1"/>
          <p:nvPr/>
        </p:nvSpPr>
        <p:spPr>
          <a:xfrm>
            <a:off x="1928354" y="3234014"/>
            <a:ext cx="6253849" cy="510155"/>
          </a:xfrm>
          <a:prstGeom prst="rect">
            <a:avLst/>
          </a:prstGeom>
        </p:spPr>
        <p:txBody>
          <a:bodyPr lIns="0" tIns="0" rIns="0" bIns="0" rtlCol="0" anchor="t">
            <a:spAutoFit/>
          </a:bodyPr>
          <a:lstStyle/>
          <a:p>
            <a:pPr marL="0" lvl="0" indent="0" algn="l">
              <a:lnSpc>
                <a:spcPts val="4578"/>
              </a:lnSpc>
            </a:pPr>
            <a:r>
              <a:rPr lang="en-US" sz="2100">
                <a:solidFill>
                  <a:srgbClr val="1A4F6B"/>
                </a:solidFill>
                <a:latin typeface="Atkinson Hyperlegible"/>
                <a:ea typeface="Atkinson Hyperlegible"/>
                <a:cs typeface="Atkinson Hyperlegible"/>
                <a:sym typeface="Atkinson Hyperlegible"/>
              </a:rPr>
              <a:t>Briefly elaborate on the topic you want to discuss.</a:t>
            </a:r>
          </a:p>
        </p:txBody>
      </p:sp>
      <p:sp>
        <p:nvSpPr>
          <p:cNvPr id="46" name="TextBox 46"/>
          <p:cNvSpPr txBox="1"/>
          <p:nvPr/>
        </p:nvSpPr>
        <p:spPr>
          <a:xfrm>
            <a:off x="1928354" y="7623843"/>
            <a:ext cx="6089565" cy="510155"/>
          </a:xfrm>
          <a:prstGeom prst="rect">
            <a:avLst/>
          </a:prstGeom>
        </p:spPr>
        <p:txBody>
          <a:bodyPr lIns="0" tIns="0" rIns="0" bIns="0" rtlCol="0" anchor="t">
            <a:spAutoFit/>
          </a:bodyPr>
          <a:lstStyle/>
          <a:p>
            <a:pPr marL="0" lvl="0" indent="0" algn="l">
              <a:lnSpc>
                <a:spcPts val="4578"/>
              </a:lnSpc>
            </a:pPr>
            <a:r>
              <a:rPr lang="en-US" sz="2100">
                <a:solidFill>
                  <a:srgbClr val="1A4F6B"/>
                </a:solidFill>
                <a:latin typeface="Atkinson Hyperlegible"/>
                <a:ea typeface="Atkinson Hyperlegible"/>
                <a:cs typeface="Atkinson Hyperlegible"/>
                <a:sym typeface="Atkinson Hyperlegible"/>
              </a:rPr>
              <a:t>Briefly elaborate on the topic you want to discuss.</a:t>
            </a:r>
          </a:p>
        </p:txBody>
      </p:sp>
      <p:sp>
        <p:nvSpPr>
          <p:cNvPr id="47" name="TextBox 47"/>
          <p:cNvSpPr txBox="1"/>
          <p:nvPr/>
        </p:nvSpPr>
        <p:spPr>
          <a:xfrm>
            <a:off x="1928354" y="3957835"/>
            <a:ext cx="6253849" cy="510155"/>
          </a:xfrm>
          <a:prstGeom prst="rect">
            <a:avLst/>
          </a:prstGeom>
        </p:spPr>
        <p:txBody>
          <a:bodyPr lIns="0" tIns="0" rIns="0" bIns="0" rtlCol="0" anchor="t">
            <a:spAutoFit/>
          </a:bodyPr>
          <a:lstStyle/>
          <a:p>
            <a:pPr marL="0" lvl="0" indent="0" algn="l">
              <a:lnSpc>
                <a:spcPts val="4578"/>
              </a:lnSpc>
            </a:pPr>
            <a:r>
              <a:rPr lang="en-US" sz="2100">
                <a:solidFill>
                  <a:srgbClr val="1A4F6B"/>
                </a:solidFill>
                <a:latin typeface="Atkinson Hyperlegible"/>
                <a:ea typeface="Atkinson Hyperlegible"/>
                <a:cs typeface="Atkinson Hyperlegible"/>
                <a:sym typeface="Atkinson Hyperlegible"/>
              </a:rPr>
              <a:t>Briefly elaborate on the topic you want to discuss.</a:t>
            </a:r>
          </a:p>
        </p:txBody>
      </p:sp>
      <p:sp>
        <p:nvSpPr>
          <p:cNvPr id="48" name="TextBox 48"/>
          <p:cNvSpPr txBox="1"/>
          <p:nvPr/>
        </p:nvSpPr>
        <p:spPr>
          <a:xfrm>
            <a:off x="1928354" y="8347664"/>
            <a:ext cx="5958320" cy="510155"/>
          </a:xfrm>
          <a:prstGeom prst="rect">
            <a:avLst/>
          </a:prstGeom>
        </p:spPr>
        <p:txBody>
          <a:bodyPr lIns="0" tIns="0" rIns="0" bIns="0" rtlCol="0" anchor="t">
            <a:spAutoFit/>
          </a:bodyPr>
          <a:lstStyle/>
          <a:p>
            <a:pPr marL="0" lvl="0" indent="0" algn="l">
              <a:lnSpc>
                <a:spcPts val="4578"/>
              </a:lnSpc>
            </a:pPr>
            <a:r>
              <a:rPr lang="en-US" sz="2100">
                <a:solidFill>
                  <a:srgbClr val="1A4F6B"/>
                </a:solidFill>
                <a:latin typeface="Atkinson Hyperlegible"/>
                <a:ea typeface="Atkinson Hyperlegible"/>
                <a:cs typeface="Atkinson Hyperlegible"/>
                <a:sym typeface="Atkinson Hyperlegible"/>
              </a:rPr>
              <a:t>Briefly elaborate on the topic you want to discuss.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rot="-212590">
            <a:off x="7650981" y="2547393"/>
            <a:ext cx="9277997" cy="6439002"/>
            <a:chOff x="0" y="0"/>
            <a:chExt cx="2443588" cy="1695869"/>
          </a:xfrm>
        </p:grpSpPr>
        <p:sp>
          <p:nvSpPr>
            <p:cNvPr id="4" name="Freeform 4"/>
            <p:cNvSpPr/>
            <p:nvPr/>
          </p:nvSpPr>
          <p:spPr>
            <a:xfrm>
              <a:off x="0" y="0"/>
              <a:ext cx="2443588" cy="1695869"/>
            </a:xfrm>
            <a:custGeom>
              <a:avLst/>
              <a:gdLst/>
              <a:ahLst/>
              <a:cxnLst/>
              <a:rect l="l" t="t" r="r" b="b"/>
              <a:pathLst>
                <a:path w="2443588" h="1695869">
                  <a:moveTo>
                    <a:pt x="0" y="0"/>
                  </a:moveTo>
                  <a:lnTo>
                    <a:pt x="2443588" y="0"/>
                  </a:lnTo>
                  <a:lnTo>
                    <a:pt x="2443588" y="1695869"/>
                  </a:lnTo>
                  <a:lnTo>
                    <a:pt x="0" y="1695869"/>
                  </a:lnTo>
                  <a:close/>
                </a:path>
              </a:pathLst>
            </a:custGeom>
            <a:solidFill>
              <a:srgbClr val="A6D0E8"/>
            </a:solidFill>
          </p:spPr>
        </p:sp>
        <p:sp>
          <p:nvSpPr>
            <p:cNvPr id="5" name="TextBox 5"/>
            <p:cNvSpPr txBox="1"/>
            <p:nvPr/>
          </p:nvSpPr>
          <p:spPr>
            <a:xfrm>
              <a:off x="0" y="-38100"/>
              <a:ext cx="2443588" cy="1733969"/>
            </a:xfrm>
            <a:prstGeom prst="rect">
              <a:avLst/>
            </a:prstGeom>
          </p:spPr>
          <p:txBody>
            <a:bodyPr lIns="50800" tIns="50800" rIns="50800" bIns="50800" rtlCol="0" anchor="ctr"/>
            <a:lstStyle/>
            <a:p>
              <a:pPr algn="ctr">
                <a:lnSpc>
                  <a:spcPts val="3080"/>
                </a:lnSpc>
              </a:pPr>
              <a:endParaRPr/>
            </a:p>
          </p:txBody>
        </p:sp>
      </p:grpSp>
      <p:grpSp>
        <p:nvGrpSpPr>
          <p:cNvPr id="6" name="Group 6"/>
          <p:cNvGrpSpPr/>
          <p:nvPr/>
        </p:nvGrpSpPr>
        <p:grpSpPr>
          <a:xfrm rot="325142">
            <a:off x="-448339" y="5483088"/>
            <a:ext cx="7349552" cy="5100646"/>
            <a:chOff x="0" y="0"/>
            <a:chExt cx="2443588" cy="1695869"/>
          </a:xfrm>
        </p:grpSpPr>
        <p:sp>
          <p:nvSpPr>
            <p:cNvPr id="7" name="Freeform 7"/>
            <p:cNvSpPr/>
            <p:nvPr/>
          </p:nvSpPr>
          <p:spPr>
            <a:xfrm>
              <a:off x="0" y="0"/>
              <a:ext cx="2443588" cy="1695869"/>
            </a:xfrm>
            <a:custGeom>
              <a:avLst/>
              <a:gdLst/>
              <a:ahLst/>
              <a:cxnLst/>
              <a:rect l="l" t="t" r="r" b="b"/>
              <a:pathLst>
                <a:path w="2443588" h="1695869">
                  <a:moveTo>
                    <a:pt x="0" y="0"/>
                  </a:moveTo>
                  <a:lnTo>
                    <a:pt x="2443588" y="0"/>
                  </a:lnTo>
                  <a:lnTo>
                    <a:pt x="2443588" y="1695869"/>
                  </a:lnTo>
                  <a:lnTo>
                    <a:pt x="0" y="1695869"/>
                  </a:lnTo>
                  <a:close/>
                </a:path>
              </a:pathLst>
            </a:custGeom>
            <a:solidFill>
              <a:srgbClr val="FDCCFB"/>
            </a:solidFill>
          </p:spPr>
        </p:sp>
        <p:sp>
          <p:nvSpPr>
            <p:cNvPr id="8" name="TextBox 8"/>
            <p:cNvSpPr txBox="1"/>
            <p:nvPr/>
          </p:nvSpPr>
          <p:spPr>
            <a:xfrm>
              <a:off x="0" y="-38100"/>
              <a:ext cx="2443588" cy="1733969"/>
            </a:xfrm>
            <a:prstGeom prst="rect">
              <a:avLst/>
            </a:prstGeom>
          </p:spPr>
          <p:txBody>
            <a:bodyPr lIns="50800" tIns="50800" rIns="50800" bIns="50800" rtlCol="0" anchor="ctr"/>
            <a:lstStyle/>
            <a:p>
              <a:pPr algn="ctr">
                <a:lnSpc>
                  <a:spcPts val="3080"/>
                </a:lnSpc>
              </a:pPr>
              <a:endParaRPr/>
            </a:p>
          </p:txBody>
        </p:sp>
      </p:grpSp>
      <p:grpSp>
        <p:nvGrpSpPr>
          <p:cNvPr id="9" name="Group 9"/>
          <p:cNvGrpSpPr/>
          <p:nvPr/>
        </p:nvGrpSpPr>
        <p:grpSpPr>
          <a:xfrm rot="-212590">
            <a:off x="7650938" y="2545989"/>
            <a:ext cx="9323449" cy="6439002"/>
            <a:chOff x="0" y="0"/>
            <a:chExt cx="12431265" cy="8585336"/>
          </a:xfrm>
        </p:grpSpPr>
        <p:pic>
          <p:nvPicPr>
            <p:cNvPr id="10" name="Picture 10"/>
            <p:cNvPicPr>
              <a:picLocks noChangeAspect="1"/>
            </p:cNvPicPr>
            <p:nvPr/>
          </p:nvPicPr>
          <p:blipFill>
            <a:blip r:embed="rId4"/>
            <a:srcRect b="13626"/>
            <a:stretch>
              <a:fillRect/>
            </a:stretch>
          </p:blipFill>
          <p:spPr>
            <a:xfrm flipH="1">
              <a:off x="0" y="0"/>
              <a:ext cx="12431265" cy="8585336"/>
            </a:xfrm>
            <a:prstGeom prst="rect">
              <a:avLst/>
            </a:prstGeom>
          </p:spPr>
        </p:pic>
      </p:grpSp>
      <p:grpSp>
        <p:nvGrpSpPr>
          <p:cNvPr id="11" name="Group 11"/>
          <p:cNvGrpSpPr/>
          <p:nvPr/>
        </p:nvGrpSpPr>
        <p:grpSpPr>
          <a:xfrm rot="325142">
            <a:off x="-448420" y="5484789"/>
            <a:ext cx="7385557" cy="5100646"/>
            <a:chOff x="0" y="0"/>
            <a:chExt cx="9847409" cy="6800862"/>
          </a:xfrm>
        </p:grpSpPr>
        <p:pic>
          <p:nvPicPr>
            <p:cNvPr id="12" name="Picture 12"/>
            <p:cNvPicPr>
              <a:picLocks noChangeAspect="1"/>
            </p:cNvPicPr>
            <p:nvPr/>
          </p:nvPicPr>
          <p:blipFill>
            <a:blip r:embed="rId5"/>
            <a:srcRect l="4682" t="5269" r="18435" b="52275"/>
            <a:stretch>
              <a:fillRect/>
            </a:stretch>
          </p:blipFill>
          <p:spPr>
            <a:xfrm flipH="1">
              <a:off x="0" y="0"/>
              <a:ext cx="9847409" cy="6800862"/>
            </a:xfrm>
            <a:prstGeom prst="rect">
              <a:avLst/>
            </a:prstGeom>
          </p:spPr>
        </p:pic>
      </p:grpSp>
      <p:sp>
        <p:nvSpPr>
          <p:cNvPr id="13" name="Freeform 13"/>
          <p:cNvSpPr/>
          <p:nvPr/>
        </p:nvSpPr>
        <p:spPr>
          <a:xfrm rot="511750">
            <a:off x="13870146" y="272186"/>
            <a:ext cx="4056421" cy="5176407"/>
          </a:xfrm>
          <a:custGeom>
            <a:avLst/>
            <a:gdLst/>
            <a:ahLst/>
            <a:cxnLst/>
            <a:rect l="l" t="t" r="r" b="b"/>
            <a:pathLst>
              <a:path w="4056421" h="5176407">
                <a:moveTo>
                  <a:pt x="0" y="0"/>
                </a:moveTo>
                <a:lnTo>
                  <a:pt x="4056421" y="0"/>
                </a:lnTo>
                <a:lnTo>
                  <a:pt x="4056421" y="5176407"/>
                </a:lnTo>
                <a:lnTo>
                  <a:pt x="0" y="517640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4" name="Freeform 14"/>
          <p:cNvSpPr/>
          <p:nvPr/>
        </p:nvSpPr>
        <p:spPr>
          <a:xfrm rot="2054965">
            <a:off x="11220183" y="666469"/>
            <a:ext cx="761373" cy="1599137"/>
          </a:xfrm>
          <a:custGeom>
            <a:avLst/>
            <a:gdLst/>
            <a:ahLst/>
            <a:cxnLst/>
            <a:rect l="l" t="t" r="r" b="b"/>
            <a:pathLst>
              <a:path w="761373" h="1599137">
                <a:moveTo>
                  <a:pt x="0" y="0"/>
                </a:moveTo>
                <a:lnTo>
                  <a:pt x="761373" y="0"/>
                </a:lnTo>
                <a:lnTo>
                  <a:pt x="761373" y="1599137"/>
                </a:lnTo>
                <a:lnTo>
                  <a:pt x="0" y="1599137"/>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5" name="Freeform 15"/>
          <p:cNvSpPr/>
          <p:nvPr/>
        </p:nvSpPr>
        <p:spPr>
          <a:xfrm rot="1288091">
            <a:off x="5327731" y="8051158"/>
            <a:ext cx="2195696" cy="1561689"/>
          </a:xfrm>
          <a:custGeom>
            <a:avLst/>
            <a:gdLst/>
            <a:ahLst/>
            <a:cxnLst/>
            <a:rect l="l" t="t" r="r" b="b"/>
            <a:pathLst>
              <a:path w="2195696" h="1561689">
                <a:moveTo>
                  <a:pt x="0" y="0"/>
                </a:moveTo>
                <a:lnTo>
                  <a:pt x="2195696" y="0"/>
                </a:lnTo>
                <a:lnTo>
                  <a:pt x="2195696" y="1561689"/>
                </a:lnTo>
                <a:lnTo>
                  <a:pt x="0" y="1561689"/>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6" name="Freeform 16"/>
          <p:cNvSpPr/>
          <p:nvPr/>
        </p:nvSpPr>
        <p:spPr>
          <a:xfrm>
            <a:off x="4878543" y="4878323"/>
            <a:ext cx="1599374" cy="1929863"/>
          </a:xfrm>
          <a:custGeom>
            <a:avLst/>
            <a:gdLst/>
            <a:ahLst/>
            <a:cxnLst/>
            <a:rect l="l" t="t" r="r" b="b"/>
            <a:pathLst>
              <a:path w="1599374" h="1929863">
                <a:moveTo>
                  <a:pt x="0" y="0"/>
                </a:moveTo>
                <a:lnTo>
                  <a:pt x="1599374" y="0"/>
                </a:lnTo>
                <a:lnTo>
                  <a:pt x="1599374" y="1929864"/>
                </a:lnTo>
                <a:lnTo>
                  <a:pt x="0" y="1929864"/>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17" name="Freeform 17"/>
          <p:cNvSpPr/>
          <p:nvPr/>
        </p:nvSpPr>
        <p:spPr>
          <a:xfrm rot="114668">
            <a:off x="15289724" y="5786852"/>
            <a:ext cx="1217264" cy="1223381"/>
          </a:xfrm>
          <a:custGeom>
            <a:avLst/>
            <a:gdLst/>
            <a:ahLst/>
            <a:cxnLst/>
            <a:rect l="l" t="t" r="r" b="b"/>
            <a:pathLst>
              <a:path w="1217264" h="1223381">
                <a:moveTo>
                  <a:pt x="0" y="0"/>
                </a:moveTo>
                <a:lnTo>
                  <a:pt x="1217265" y="0"/>
                </a:lnTo>
                <a:lnTo>
                  <a:pt x="1217265" y="1223381"/>
                </a:lnTo>
                <a:lnTo>
                  <a:pt x="0" y="1223381"/>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18" name="TextBox 18"/>
          <p:cNvSpPr txBox="1"/>
          <p:nvPr/>
        </p:nvSpPr>
        <p:spPr>
          <a:xfrm>
            <a:off x="1333151" y="756425"/>
            <a:ext cx="8359875" cy="4198404"/>
          </a:xfrm>
          <a:prstGeom prst="rect">
            <a:avLst/>
          </a:prstGeom>
        </p:spPr>
        <p:txBody>
          <a:bodyPr lIns="0" tIns="0" rIns="0" bIns="0" rtlCol="0" anchor="t">
            <a:spAutoFit/>
          </a:bodyPr>
          <a:lstStyle/>
          <a:p>
            <a:pPr marL="0" lvl="0" indent="0" algn="l">
              <a:lnSpc>
                <a:spcPts val="11096"/>
              </a:lnSpc>
              <a:spcBef>
                <a:spcPct val="0"/>
              </a:spcBef>
            </a:pPr>
            <a:r>
              <a:rPr lang="en-US" sz="9170" u="none" strike="noStrike">
                <a:solidFill>
                  <a:srgbClr val="E668A0"/>
                </a:solidFill>
                <a:latin typeface="Sensei"/>
                <a:ea typeface="Sensei"/>
                <a:cs typeface="Sensei"/>
                <a:sym typeface="Sensei"/>
              </a:rPr>
              <a:t>A picture is worth a thousand words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5400000" flipH="1">
            <a:off x="6828738" y="-1184292"/>
            <a:ext cx="9158040" cy="12655583"/>
          </a:xfrm>
          <a:custGeom>
            <a:avLst/>
            <a:gdLst/>
            <a:ahLst/>
            <a:cxnLst/>
            <a:rect l="l" t="t" r="r" b="b"/>
            <a:pathLst>
              <a:path w="9158040" h="12655583">
                <a:moveTo>
                  <a:pt x="9158040" y="0"/>
                </a:moveTo>
                <a:lnTo>
                  <a:pt x="0" y="0"/>
                </a:lnTo>
                <a:lnTo>
                  <a:pt x="0" y="12655584"/>
                </a:lnTo>
                <a:lnTo>
                  <a:pt x="9158040" y="12655584"/>
                </a:lnTo>
                <a:lnTo>
                  <a:pt x="915804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6765272" y="2041352"/>
            <a:ext cx="4154284" cy="2492571"/>
            <a:chOff x="0" y="0"/>
            <a:chExt cx="1094133" cy="656480"/>
          </a:xfrm>
        </p:grpSpPr>
        <p:sp>
          <p:nvSpPr>
            <p:cNvPr id="5" name="Freeform 5"/>
            <p:cNvSpPr/>
            <p:nvPr/>
          </p:nvSpPr>
          <p:spPr>
            <a:xfrm>
              <a:off x="0" y="0"/>
              <a:ext cx="1094133" cy="656480"/>
            </a:xfrm>
            <a:custGeom>
              <a:avLst/>
              <a:gdLst/>
              <a:ahLst/>
              <a:cxnLst/>
              <a:rect l="l" t="t" r="r" b="b"/>
              <a:pathLst>
                <a:path w="1094133" h="656480">
                  <a:moveTo>
                    <a:pt x="80135" y="0"/>
                  </a:moveTo>
                  <a:lnTo>
                    <a:pt x="1013998" y="0"/>
                  </a:lnTo>
                  <a:cubicBezTo>
                    <a:pt x="1058255" y="0"/>
                    <a:pt x="1094133" y="35878"/>
                    <a:pt x="1094133" y="80135"/>
                  </a:cubicBezTo>
                  <a:lnTo>
                    <a:pt x="1094133" y="576345"/>
                  </a:lnTo>
                  <a:cubicBezTo>
                    <a:pt x="1094133" y="597598"/>
                    <a:pt x="1085690" y="617980"/>
                    <a:pt x="1070662" y="633009"/>
                  </a:cubicBezTo>
                  <a:cubicBezTo>
                    <a:pt x="1055633" y="648037"/>
                    <a:pt x="1035251" y="656480"/>
                    <a:pt x="1013998" y="656480"/>
                  </a:cubicBezTo>
                  <a:lnTo>
                    <a:pt x="80135" y="656480"/>
                  </a:lnTo>
                  <a:cubicBezTo>
                    <a:pt x="58882" y="656480"/>
                    <a:pt x="38499" y="648037"/>
                    <a:pt x="23471" y="633009"/>
                  </a:cubicBezTo>
                  <a:cubicBezTo>
                    <a:pt x="8443" y="617980"/>
                    <a:pt x="0" y="597598"/>
                    <a:pt x="0" y="576345"/>
                  </a:cubicBezTo>
                  <a:lnTo>
                    <a:pt x="0" y="80135"/>
                  </a:lnTo>
                  <a:cubicBezTo>
                    <a:pt x="0" y="58882"/>
                    <a:pt x="8443" y="38499"/>
                    <a:pt x="23471" y="23471"/>
                  </a:cubicBezTo>
                  <a:cubicBezTo>
                    <a:pt x="38499" y="8443"/>
                    <a:pt x="58882" y="0"/>
                    <a:pt x="80135" y="0"/>
                  </a:cubicBezTo>
                  <a:close/>
                </a:path>
              </a:pathLst>
            </a:custGeom>
            <a:solidFill>
              <a:srgbClr val="B9E3E8"/>
            </a:solidFill>
          </p:spPr>
        </p:sp>
        <p:sp>
          <p:nvSpPr>
            <p:cNvPr id="6" name="TextBox 6"/>
            <p:cNvSpPr txBox="1"/>
            <p:nvPr/>
          </p:nvSpPr>
          <p:spPr>
            <a:xfrm>
              <a:off x="0" y="-38100"/>
              <a:ext cx="1094133" cy="694580"/>
            </a:xfrm>
            <a:prstGeom prst="rect">
              <a:avLst/>
            </a:prstGeom>
          </p:spPr>
          <p:txBody>
            <a:bodyPr lIns="50800" tIns="50800" rIns="50800" bIns="50800" rtlCol="0" anchor="ctr"/>
            <a:lstStyle/>
            <a:p>
              <a:pPr algn="ctr">
                <a:lnSpc>
                  <a:spcPts val="3080"/>
                </a:lnSpc>
              </a:pPr>
              <a:endParaRPr/>
            </a:p>
          </p:txBody>
        </p:sp>
      </p:grpSp>
      <p:grpSp>
        <p:nvGrpSpPr>
          <p:cNvPr id="7" name="Group 7"/>
          <p:cNvGrpSpPr/>
          <p:nvPr/>
        </p:nvGrpSpPr>
        <p:grpSpPr>
          <a:xfrm>
            <a:off x="6765272" y="5464451"/>
            <a:ext cx="4154284" cy="2492571"/>
            <a:chOff x="0" y="0"/>
            <a:chExt cx="1094133" cy="656480"/>
          </a:xfrm>
        </p:grpSpPr>
        <p:sp>
          <p:nvSpPr>
            <p:cNvPr id="8" name="Freeform 8"/>
            <p:cNvSpPr/>
            <p:nvPr/>
          </p:nvSpPr>
          <p:spPr>
            <a:xfrm>
              <a:off x="0" y="0"/>
              <a:ext cx="1094133" cy="656480"/>
            </a:xfrm>
            <a:custGeom>
              <a:avLst/>
              <a:gdLst/>
              <a:ahLst/>
              <a:cxnLst/>
              <a:rect l="l" t="t" r="r" b="b"/>
              <a:pathLst>
                <a:path w="1094133" h="656480">
                  <a:moveTo>
                    <a:pt x="80135" y="0"/>
                  </a:moveTo>
                  <a:lnTo>
                    <a:pt x="1013998" y="0"/>
                  </a:lnTo>
                  <a:cubicBezTo>
                    <a:pt x="1058255" y="0"/>
                    <a:pt x="1094133" y="35878"/>
                    <a:pt x="1094133" y="80135"/>
                  </a:cubicBezTo>
                  <a:lnTo>
                    <a:pt x="1094133" y="576345"/>
                  </a:lnTo>
                  <a:cubicBezTo>
                    <a:pt x="1094133" y="597598"/>
                    <a:pt x="1085690" y="617980"/>
                    <a:pt x="1070662" y="633009"/>
                  </a:cubicBezTo>
                  <a:cubicBezTo>
                    <a:pt x="1055633" y="648037"/>
                    <a:pt x="1035251" y="656480"/>
                    <a:pt x="1013998" y="656480"/>
                  </a:cubicBezTo>
                  <a:lnTo>
                    <a:pt x="80135" y="656480"/>
                  </a:lnTo>
                  <a:cubicBezTo>
                    <a:pt x="58882" y="656480"/>
                    <a:pt x="38499" y="648037"/>
                    <a:pt x="23471" y="633009"/>
                  </a:cubicBezTo>
                  <a:cubicBezTo>
                    <a:pt x="8443" y="617980"/>
                    <a:pt x="0" y="597598"/>
                    <a:pt x="0" y="576345"/>
                  </a:cubicBezTo>
                  <a:lnTo>
                    <a:pt x="0" y="80135"/>
                  </a:lnTo>
                  <a:cubicBezTo>
                    <a:pt x="0" y="58882"/>
                    <a:pt x="8443" y="38499"/>
                    <a:pt x="23471" y="23471"/>
                  </a:cubicBezTo>
                  <a:cubicBezTo>
                    <a:pt x="38499" y="8443"/>
                    <a:pt x="58882" y="0"/>
                    <a:pt x="80135" y="0"/>
                  </a:cubicBezTo>
                  <a:close/>
                </a:path>
              </a:pathLst>
            </a:custGeom>
            <a:solidFill>
              <a:srgbClr val="F6C3F4"/>
            </a:solidFill>
            <a:ln cap="rnd">
              <a:noFill/>
              <a:prstDash val="solid"/>
              <a:round/>
            </a:ln>
          </p:spPr>
        </p:sp>
        <p:sp>
          <p:nvSpPr>
            <p:cNvPr id="9" name="TextBox 9"/>
            <p:cNvSpPr txBox="1"/>
            <p:nvPr/>
          </p:nvSpPr>
          <p:spPr>
            <a:xfrm>
              <a:off x="0" y="-38100"/>
              <a:ext cx="1094133" cy="69458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10" name="Group 10"/>
          <p:cNvGrpSpPr/>
          <p:nvPr/>
        </p:nvGrpSpPr>
        <p:grpSpPr>
          <a:xfrm>
            <a:off x="11895960" y="2041352"/>
            <a:ext cx="4154284" cy="2492571"/>
            <a:chOff x="0" y="0"/>
            <a:chExt cx="1094133" cy="656480"/>
          </a:xfrm>
        </p:grpSpPr>
        <p:sp>
          <p:nvSpPr>
            <p:cNvPr id="11" name="Freeform 11"/>
            <p:cNvSpPr/>
            <p:nvPr/>
          </p:nvSpPr>
          <p:spPr>
            <a:xfrm>
              <a:off x="0" y="0"/>
              <a:ext cx="1094133" cy="656480"/>
            </a:xfrm>
            <a:custGeom>
              <a:avLst/>
              <a:gdLst/>
              <a:ahLst/>
              <a:cxnLst/>
              <a:rect l="l" t="t" r="r" b="b"/>
              <a:pathLst>
                <a:path w="1094133" h="656480">
                  <a:moveTo>
                    <a:pt x="80135" y="0"/>
                  </a:moveTo>
                  <a:lnTo>
                    <a:pt x="1013998" y="0"/>
                  </a:lnTo>
                  <a:cubicBezTo>
                    <a:pt x="1058255" y="0"/>
                    <a:pt x="1094133" y="35878"/>
                    <a:pt x="1094133" y="80135"/>
                  </a:cubicBezTo>
                  <a:lnTo>
                    <a:pt x="1094133" y="576345"/>
                  </a:lnTo>
                  <a:cubicBezTo>
                    <a:pt x="1094133" y="597598"/>
                    <a:pt x="1085690" y="617980"/>
                    <a:pt x="1070662" y="633009"/>
                  </a:cubicBezTo>
                  <a:cubicBezTo>
                    <a:pt x="1055633" y="648037"/>
                    <a:pt x="1035251" y="656480"/>
                    <a:pt x="1013998" y="656480"/>
                  </a:cubicBezTo>
                  <a:lnTo>
                    <a:pt x="80135" y="656480"/>
                  </a:lnTo>
                  <a:cubicBezTo>
                    <a:pt x="58882" y="656480"/>
                    <a:pt x="38499" y="648037"/>
                    <a:pt x="23471" y="633009"/>
                  </a:cubicBezTo>
                  <a:cubicBezTo>
                    <a:pt x="8443" y="617980"/>
                    <a:pt x="0" y="597598"/>
                    <a:pt x="0" y="576345"/>
                  </a:cubicBezTo>
                  <a:lnTo>
                    <a:pt x="0" y="80135"/>
                  </a:lnTo>
                  <a:cubicBezTo>
                    <a:pt x="0" y="58882"/>
                    <a:pt x="8443" y="38499"/>
                    <a:pt x="23471" y="23471"/>
                  </a:cubicBezTo>
                  <a:cubicBezTo>
                    <a:pt x="38499" y="8443"/>
                    <a:pt x="58882" y="0"/>
                    <a:pt x="80135" y="0"/>
                  </a:cubicBezTo>
                  <a:close/>
                </a:path>
              </a:pathLst>
            </a:custGeom>
            <a:solidFill>
              <a:srgbClr val="F6C3F4"/>
            </a:solidFill>
          </p:spPr>
        </p:sp>
        <p:sp>
          <p:nvSpPr>
            <p:cNvPr id="12" name="TextBox 12"/>
            <p:cNvSpPr txBox="1"/>
            <p:nvPr/>
          </p:nvSpPr>
          <p:spPr>
            <a:xfrm>
              <a:off x="0" y="-38100"/>
              <a:ext cx="1094133" cy="694580"/>
            </a:xfrm>
            <a:prstGeom prst="rect">
              <a:avLst/>
            </a:prstGeom>
          </p:spPr>
          <p:txBody>
            <a:bodyPr lIns="50800" tIns="50800" rIns="50800" bIns="50800" rtlCol="0" anchor="ctr"/>
            <a:lstStyle/>
            <a:p>
              <a:pPr algn="ctr">
                <a:lnSpc>
                  <a:spcPts val="3080"/>
                </a:lnSpc>
              </a:pPr>
              <a:endParaRPr/>
            </a:p>
          </p:txBody>
        </p:sp>
      </p:grpSp>
      <p:grpSp>
        <p:nvGrpSpPr>
          <p:cNvPr id="13" name="Group 13"/>
          <p:cNvGrpSpPr/>
          <p:nvPr/>
        </p:nvGrpSpPr>
        <p:grpSpPr>
          <a:xfrm>
            <a:off x="11895960" y="5464451"/>
            <a:ext cx="4154284" cy="2492571"/>
            <a:chOff x="0" y="0"/>
            <a:chExt cx="1094133" cy="656480"/>
          </a:xfrm>
        </p:grpSpPr>
        <p:sp>
          <p:nvSpPr>
            <p:cNvPr id="14" name="Freeform 14"/>
            <p:cNvSpPr/>
            <p:nvPr/>
          </p:nvSpPr>
          <p:spPr>
            <a:xfrm>
              <a:off x="0" y="0"/>
              <a:ext cx="1094133" cy="656480"/>
            </a:xfrm>
            <a:custGeom>
              <a:avLst/>
              <a:gdLst/>
              <a:ahLst/>
              <a:cxnLst/>
              <a:rect l="l" t="t" r="r" b="b"/>
              <a:pathLst>
                <a:path w="1094133" h="656480">
                  <a:moveTo>
                    <a:pt x="80135" y="0"/>
                  </a:moveTo>
                  <a:lnTo>
                    <a:pt x="1013998" y="0"/>
                  </a:lnTo>
                  <a:cubicBezTo>
                    <a:pt x="1058255" y="0"/>
                    <a:pt x="1094133" y="35878"/>
                    <a:pt x="1094133" y="80135"/>
                  </a:cubicBezTo>
                  <a:lnTo>
                    <a:pt x="1094133" y="576345"/>
                  </a:lnTo>
                  <a:cubicBezTo>
                    <a:pt x="1094133" y="597598"/>
                    <a:pt x="1085690" y="617980"/>
                    <a:pt x="1070662" y="633009"/>
                  </a:cubicBezTo>
                  <a:cubicBezTo>
                    <a:pt x="1055633" y="648037"/>
                    <a:pt x="1035251" y="656480"/>
                    <a:pt x="1013998" y="656480"/>
                  </a:cubicBezTo>
                  <a:lnTo>
                    <a:pt x="80135" y="656480"/>
                  </a:lnTo>
                  <a:cubicBezTo>
                    <a:pt x="58882" y="656480"/>
                    <a:pt x="38499" y="648037"/>
                    <a:pt x="23471" y="633009"/>
                  </a:cubicBezTo>
                  <a:cubicBezTo>
                    <a:pt x="8443" y="617980"/>
                    <a:pt x="0" y="597598"/>
                    <a:pt x="0" y="576345"/>
                  </a:cubicBezTo>
                  <a:lnTo>
                    <a:pt x="0" y="80135"/>
                  </a:lnTo>
                  <a:cubicBezTo>
                    <a:pt x="0" y="58882"/>
                    <a:pt x="8443" y="38499"/>
                    <a:pt x="23471" y="23471"/>
                  </a:cubicBezTo>
                  <a:cubicBezTo>
                    <a:pt x="38499" y="8443"/>
                    <a:pt x="58882" y="0"/>
                    <a:pt x="80135" y="0"/>
                  </a:cubicBezTo>
                  <a:close/>
                </a:path>
              </a:pathLst>
            </a:custGeom>
            <a:solidFill>
              <a:srgbClr val="B9E3E8"/>
            </a:solidFill>
            <a:ln cap="rnd">
              <a:noFill/>
              <a:prstDash val="solid"/>
              <a:round/>
            </a:ln>
          </p:spPr>
        </p:sp>
        <p:sp>
          <p:nvSpPr>
            <p:cNvPr id="15" name="TextBox 15"/>
            <p:cNvSpPr txBox="1"/>
            <p:nvPr/>
          </p:nvSpPr>
          <p:spPr>
            <a:xfrm>
              <a:off x="0" y="-38100"/>
              <a:ext cx="1094133" cy="69458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16" name="Group 16"/>
          <p:cNvGrpSpPr>
            <a:grpSpLocks noChangeAspect="1"/>
          </p:cNvGrpSpPr>
          <p:nvPr/>
        </p:nvGrpSpPr>
        <p:grpSpPr>
          <a:xfrm>
            <a:off x="6765272" y="2041352"/>
            <a:ext cx="4154284" cy="2492571"/>
            <a:chOff x="0" y="0"/>
            <a:chExt cx="6350000" cy="3810000"/>
          </a:xfrm>
        </p:grpSpPr>
        <p:sp>
          <p:nvSpPr>
            <p:cNvPr id="17" name="Freeform 17"/>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6"/>
              <a:stretch>
                <a:fillRect t="-75000" b="-75000"/>
              </a:stretch>
            </a:blipFill>
          </p:spPr>
        </p:sp>
      </p:grpSp>
      <p:grpSp>
        <p:nvGrpSpPr>
          <p:cNvPr id="18" name="Group 18"/>
          <p:cNvGrpSpPr>
            <a:grpSpLocks noChangeAspect="1"/>
          </p:cNvGrpSpPr>
          <p:nvPr/>
        </p:nvGrpSpPr>
        <p:grpSpPr>
          <a:xfrm>
            <a:off x="6765272" y="5464451"/>
            <a:ext cx="4154284" cy="2492571"/>
            <a:chOff x="0" y="0"/>
            <a:chExt cx="6350000" cy="3810000"/>
          </a:xfrm>
        </p:grpSpPr>
        <p:sp>
          <p:nvSpPr>
            <p:cNvPr id="19" name="Freeform 19"/>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7"/>
              <a:stretch>
                <a:fillRect t="-46395" b="-103604"/>
              </a:stretch>
            </a:blipFill>
          </p:spPr>
        </p:sp>
      </p:grpSp>
      <p:grpSp>
        <p:nvGrpSpPr>
          <p:cNvPr id="20" name="Group 20"/>
          <p:cNvGrpSpPr>
            <a:grpSpLocks noChangeAspect="1"/>
          </p:cNvGrpSpPr>
          <p:nvPr/>
        </p:nvGrpSpPr>
        <p:grpSpPr>
          <a:xfrm>
            <a:off x="11895960" y="2041352"/>
            <a:ext cx="4154284" cy="2492571"/>
            <a:chOff x="0" y="0"/>
            <a:chExt cx="6350000" cy="3810000"/>
          </a:xfrm>
        </p:grpSpPr>
        <p:sp>
          <p:nvSpPr>
            <p:cNvPr id="21" name="Freeform 21"/>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8"/>
              <a:stretch>
                <a:fillRect t="-13518" b="-94815"/>
              </a:stretch>
            </a:blipFill>
          </p:spPr>
        </p:sp>
      </p:grpSp>
      <p:grpSp>
        <p:nvGrpSpPr>
          <p:cNvPr id="22" name="Group 22"/>
          <p:cNvGrpSpPr>
            <a:grpSpLocks noChangeAspect="1"/>
          </p:cNvGrpSpPr>
          <p:nvPr/>
        </p:nvGrpSpPr>
        <p:grpSpPr>
          <a:xfrm>
            <a:off x="11895960" y="5464451"/>
            <a:ext cx="4154284" cy="2492571"/>
            <a:chOff x="0" y="0"/>
            <a:chExt cx="6350000" cy="3810000"/>
          </a:xfrm>
        </p:grpSpPr>
        <p:sp>
          <p:nvSpPr>
            <p:cNvPr id="23" name="Freeform 23"/>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9"/>
              <a:stretch>
                <a:fillRect t="-75000" b="-75000"/>
              </a:stretch>
            </a:blipFill>
          </p:spPr>
        </p:sp>
      </p:grpSp>
      <p:grpSp>
        <p:nvGrpSpPr>
          <p:cNvPr id="24" name="Group 24"/>
          <p:cNvGrpSpPr/>
          <p:nvPr/>
        </p:nvGrpSpPr>
        <p:grpSpPr>
          <a:xfrm>
            <a:off x="1852528" y="621084"/>
            <a:ext cx="1403548" cy="1403548"/>
            <a:chOff x="0" y="0"/>
            <a:chExt cx="812800" cy="812800"/>
          </a:xfrm>
        </p:grpSpPr>
        <p:sp>
          <p:nvSpPr>
            <p:cNvPr id="25" name="Freeform 2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6D0E8"/>
            </a:solidFill>
          </p:spPr>
        </p:sp>
        <p:sp>
          <p:nvSpPr>
            <p:cNvPr id="26" name="TextBox 26"/>
            <p:cNvSpPr txBox="1"/>
            <p:nvPr/>
          </p:nvSpPr>
          <p:spPr>
            <a:xfrm>
              <a:off x="76200" y="38100"/>
              <a:ext cx="660400" cy="698500"/>
            </a:xfrm>
            <a:prstGeom prst="rect">
              <a:avLst/>
            </a:prstGeom>
          </p:spPr>
          <p:txBody>
            <a:bodyPr lIns="50800" tIns="50800" rIns="50800" bIns="50800" rtlCol="0" anchor="ctr"/>
            <a:lstStyle/>
            <a:p>
              <a:pPr algn="ctr">
                <a:lnSpc>
                  <a:spcPts val="3080"/>
                </a:lnSpc>
              </a:pPr>
              <a:endParaRPr/>
            </a:p>
          </p:txBody>
        </p:sp>
      </p:grpSp>
      <p:grpSp>
        <p:nvGrpSpPr>
          <p:cNvPr id="27" name="Group 27"/>
          <p:cNvGrpSpPr/>
          <p:nvPr/>
        </p:nvGrpSpPr>
        <p:grpSpPr>
          <a:xfrm>
            <a:off x="1852528" y="3786555"/>
            <a:ext cx="1403548" cy="1403548"/>
            <a:chOff x="0" y="0"/>
            <a:chExt cx="812800" cy="812800"/>
          </a:xfrm>
        </p:grpSpPr>
        <p:sp>
          <p:nvSpPr>
            <p:cNvPr id="28"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6D0E8"/>
            </a:solidFill>
            <a:ln cap="sq">
              <a:noFill/>
              <a:prstDash val="solid"/>
              <a:miter/>
            </a:ln>
          </p:spPr>
        </p:sp>
        <p:sp>
          <p:nvSpPr>
            <p:cNvPr id="29" name="TextBox 29"/>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30" name="Group 30"/>
          <p:cNvGrpSpPr/>
          <p:nvPr/>
        </p:nvGrpSpPr>
        <p:grpSpPr>
          <a:xfrm>
            <a:off x="1852528" y="7018509"/>
            <a:ext cx="1403548" cy="1403548"/>
            <a:chOff x="0" y="0"/>
            <a:chExt cx="812800" cy="812800"/>
          </a:xfrm>
        </p:grpSpPr>
        <p:sp>
          <p:nvSpPr>
            <p:cNvPr id="31" name="Freeform 3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6D0E8"/>
            </a:solidFill>
            <a:ln cap="sq">
              <a:noFill/>
              <a:prstDash val="solid"/>
              <a:miter/>
            </a:ln>
          </p:spPr>
        </p:sp>
        <p:sp>
          <p:nvSpPr>
            <p:cNvPr id="32" name="TextBox 32"/>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sp>
        <p:nvSpPr>
          <p:cNvPr id="33" name="Freeform 33"/>
          <p:cNvSpPr/>
          <p:nvPr/>
        </p:nvSpPr>
        <p:spPr>
          <a:xfrm rot="744135">
            <a:off x="8778940" y="5642982"/>
            <a:ext cx="1108570" cy="432396"/>
          </a:xfrm>
          <a:custGeom>
            <a:avLst/>
            <a:gdLst/>
            <a:ahLst/>
            <a:cxnLst/>
            <a:rect l="l" t="t" r="r" b="b"/>
            <a:pathLst>
              <a:path w="1108570" h="432396">
                <a:moveTo>
                  <a:pt x="0" y="0"/>
                </a:moveTo>
                <a:lnTo>
                  <a:pt x="1108570" y="0"/>
                </a:lnTo>
                <a:lnTo>
                  <a:pt x="1108570" y="432395"/>
                </a:lnTo>
                <a:lnTo>
                  <a:pt x="0" y="432395"/>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34" name="Freeform 34"/>
          <p:cNvSpPr/>
          <p:nvPr/>
        </p:nvSpPr>
        <p:spPr>
          <a:xfrm>
            <a:off x="7025328" y="5925677"/>
            <a:ext cx="753520" cy="772941"/>
          </a:xfrm>
          <a:custGeom>
            <a:avLst/>
            <a:gdLst/>
            <a:ahLst/>
            <a:cxnLst/>
            <a:rect l="l" t="t" r="r" b="b"/>
            <a:pathLst>
              <a:path w="753520" h="772941">
                <a:moveTo>
                  <a:pt x="0" y="0"/>
                </a:moveTo>
                <a:lnTo>
                  <a:pt x="753520" y="0"/>
                </a:lnTo>
                <a:lnTo>
                  <a:pt x="753520" y="772941"/>
                </a:lnTo>
                <a:lnTo>
                  <a:pt x="0" y="772941"/>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35" name="Freeform 35"/>
          <p:cNvSpPr/>
          <p:nvPr/>
        </p:nvSpPr>
        <p:spPr>
          <a:xfrm>
            <a:off x="14983136" y="2569313"/>
            <a:ext cx="712330" cy="718324"/>
          </a:xfrm>
          <a:custGeom>
            <a:avLst/>
            <a:gdLst/>
            <a:ahLst/>
            <a:cxnLst/>
            <a:rect l="l" t="t" r="r" b="b"/>
            <a:pathLst>
              <a:path w="712330" h="718324">
                <a:moveTo>
                  <a:pt x="0" y="0"/>
                </a:moveTo>
                <a:lnTo>
                  <a:pt x="712330" y="0"/>
                </a:lnTo>
                <a:lnTo>
                  <a:pt x="712330" y="718324"/>
                </a:lnTo>
                <a:lnTo>
                  <a:pt x="0" y="718324"/>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36" name="Freeform 36"/>
          <p:cNvSpPr/>
          <p:nvPr/>
        </p:nvSpPr>
        <p:spPr>
          <a:xfrm>
            <a:off x="2173910" y="4107937"/>
            <a:ext cx="760783" cy="760783"/>
          </a:xfrm>
          <a:custGeom>
            <a:avLst/>
            <a:gdLst/>
            <a:ahLst/>
            <a:cxnLst/>
            <a:rect l="l" t="t" r="r" b="b"/>
            <a:pathLst>
              <a:path w="760783" h="760783">
                <a:moveTo>
                  <a:pt x="0" y="0"/>
                </a:moveTo>
                <a:lnTo>
                  <a:pt x="760783" y="0"/>
                </a:lnTo>
                <a:lnTo>
                  <a:pt x="760783" y="760783"/>
                </a:lnTo>
                <a:lnTo>
                  <a:pt x="0" y="760783"/>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37" name="Freeform 37"/>
          <p:cNvSpPr/>
          <p:nvPr/>
        </p:nvSpPr>
        <p:spPr>
          <a:xfrm>
            <a:off x="2237455" y="7342359"/>
            <a:ext cx="722779" cy="755848"/>
          </a:xfrm>
          <a:custGeom>
            <a:avLst/>
            <a:gdLst/>
            <a:ahLst/>
            <a:cxnLst/>
            <a:rect l="l" t="t" r="r" b="b"/>
            <a:pathLst>
              <a:path w="722779" h="755848">
                <a:moveTo>
                  <a:pt x="0" y="0"/>
                </a:moveTo>
                <a:lnTo>
                  <a:pt x="722779" y="0"/>
                </a:lnTo>
                <a:lnTo>
                  <a:pt x="722779" y="755848"/>
                </a:lnTo>
                <a:lnTo>
                  <a:pt x="0" y="755848"/>
                </a:lnTo>
                <a:lnTo>
                  <a:pt x="0" y="0"/>
                </a:lnTo>
                <a:close/>
              </a:path>
            </a:pathLst>
          </a:custGeom>
          <a:blipFill>
            <a:blip r:embed="rId18">
              <a:extLst>
                <a:ext uri="{96DAC541-7B7A-43D3-8B79-37D633B846F1}">
                  <asvg:svgBlip xmlns:asvg="http://schemas.microsoft.com/office/drawing/2016/SVG/main" r:embed="rId19"/>
                </a:ext>
              </a:extLst>
            </a:blip>
            <a:stretch>
              <a:fillRect/>
            </a:stretch>
          </a:blipFill>
          <a:ln cap="sq">
            <a:noFill/>
            <a:prstDash val="solid"/>
            <a:miter/>
          </a:ln>
        </p:spPr>
      </p:sp>
      <p:sp>
        <p:nvSpPr>
          <p:cNvPr id="38" name="Freeform 38"/>
          <p:cNvSpPr/>
          <p:nvPr/>
        </p:nvSpPr>
        <p:spPr>
          <a:xfrm>
            <a:off x="2098951" y="886529"/>
            <a:ext cx="910701" cy="860613"/>
          </a:xfrm>
          <a:custGeom>
            <a:avLst/>
            <a:gdLst/>
            <a:ahLst/>
            <a:cxnLst/>
            <a:rect l="l" t="t" r="r" b="b"/>
            <a:pathLst>
              <a:path w="910701" h="860613">
                <a:moveTo>
                  <a:pt x="0" y="0"/>
                </a:moveTo>
                <a:lnTo>
                  <a:pt x="910701" y="0"/>
                </a:lnTo>
                <a:lnTo>
                  <a:pt x="910701" y="860613"/>
                </a:lnTo>
                <a:lnTo>
                  <a:pt x="0" y="860613"/>
                </a:lnTo>
                <a:lnTo>
                  <a:pt x="0" y="0"/>
                </a:lnTo>
                <a:close/>
              </a:path>
            </a:pathLst>
          </a:custGeom>
          <a:blipFill>
            <a:blip r:embed="rId20">
              <a:extLst>
                <a:ext uri="{96DAC541-7B7A-43D3-8B79-37D633B846F1}">
                  <asvg:svgBlip xmlns:asvg="http://schemas.microsoft.com/office/drawing/2016/SVG/main" r:embed="rId21"/>
                </a:ext>
              </a:extLst>
            </a:blip>
            <a:stretch>
              <a:fillRect/>
            </a:stretch>
          </a:blipFill>
          <a:ln cap="sq">
            <a:noFill/>
            <a:prstDash val="solid"/>
            <a:miter/>
          </a:ln>
        </p:spPr>
      </p:sp>
      <p:sp>
        <p:nvSpPr>
          <p:cNvPr id="39" name="TextBox 39"/>
          <p:cNvSpPr txBox="1"/>
          <p:nvPr/>
        </p:nvSpPr>
        <p:spPr>
          <a:xfrm>
            <a:off x="6765272" y="4665622"/>
            <a:ext cx="4154284" cy="657606"/>
          </a:xfrm>
          <a:prstGeom prst="rect">
            <a:avLst/>
          </a:prstGeom>
        </p:spPr>
        <p:txBody>
          <a:bodyPr lIns="0" tIns="0" rIns="0" bIns="0" rtlCol="0" anchor="t">
            <a:spAutoFit/>
          </a:bodyPr>
          <a:lstStyle/>
          <a:p>
            <a:pPr marL="0" lvl="1" indent="0" algn="ctr">
              <a:lnSpc>
                <a:spcPts val="2667"/>
              </a:lnSpc>
            </a:pPr>
            <a:r>
              <a:rPr lang="en-US" sz="2100" u="none" strike="noStrike">
                <a:solidFill>
                  <a:srgbClr val="1A4F6B"/>
                </a:solidFill>
                <a:latin typeface="Atkinson Hyperlegible"/>
                <a:ea typeface="Atkinson Hyperlegible"/>
                <a:cs typeface="Atkinson Hyperlegible"/>
                <a:sym typeface="Atkinson Hyperlegible"/>
              </a:rPr>
              <a:t>Lorem ipsum dolor sit amet, consectetur adipiscing elit.</a:t>
            </a:r>
          </a:p>
        </p:txBody>
      </p:sp>
      <p:sp>
        <p:nvSpPr>
          <p:cNvPr id="40" name="TextBox 40"/>
          <p:cNvSpPr txBox="1"/>
          <p:nvPr/>
        </p:nvSpPr>
        <p:spPr>
          <a:xfrm>
            <a:off x="6765272" y="8059917"/>
            <a:ext cx="4154284" cy="657606"/>
          </a:xfrm>
          <a:prstGeom prst="rect">
            <a:avLst/>
          </a:prstGeom>
        </p:spPr>
        <p:txBody>
          <a:bodyPr lIns="0" tIns="0" rIns="0" bIns="0" rtlCol="0" anchor="t">
            <a:spAutoFit/>
          </a:bodyPr>
          <a:lstStyle/>
          <a:p>
            <a:pPr marL="0" lvl="1" indent="0" algn="ctr">
              <a:lnSpc>
                <a:spcPts val="2667"/>
              </a:lnSpc>
            </a:pPr>
            <a:r>
              <a:rPr lang="en-US" sz="2100" u="none" strike="noStrike">
                <a:solidFill>
                  <a:srgbClr val="1A4F6B"/>
                </a:solidFill>
                <a:latin typeface="Atkinson Hyperlegible"/>
                <a:ea typeface="Atkinson Hyperlegible"/>
                <a:cs typeface="Atkinson Hyperlegible"/>
                <a:sym typeface="Atkinson Hyperlegible"/>
              </a:rPr>
              <a:t>Lorem ipsum dolor sit amet, consectetur adipiscing elit.</a:t>
            </a:r>
          </a:p>
        </p:txBody>
      </p:sp>
      <p:sp>
        <p:nvSpPr>
          <p:cNvPr id="41" name="TextBox 41"/>
          <p:cNvSpPr txBox="1"/>
          <p:nvPr/>
        </p:nvSpPr>
        <p:spPr>
          <a:xfrm>
            <a:off x="11895960" y="4665622"/>
            <a:ext cx="4154284" cy="657606"/>
          </a:xfrm>
          <a:prstGeom prst="rect">
            <a:avLst/>
          </a:prstGeom>
        </p:spPr>
        <p:txBody>
          <a:bodyPr lIns="0" tIns="0" rIns="0" bIns="0" rtlCol="0" anchor="t">
            <a:spAutoFit/>
          </a:bodyPr>
          <a:lstStyle/>
          <a:p>
            <a:pPr marL="0" lvl="1" indent="0" algn="ctr">
              <a:lnSpc>
                <a:spcPts val="2667"/>
              </a:lnSpc>
            </a:pPr>
            <a:r>
              <a:rPr lang="en-US" sz="2100" u="none" strike="noStrike">
                <a:solidFill>
                  <a:srgbClr val="1A4F6B"/>
                </a:solidFill>
                <a:latin typeface="Atkinson Hyperlegible"/>
                <a:ea typeface="Atkinson Hyperlegible"/>
                <a:cs typeface="Atkinson Hyperlegible"/>
                <a:sym typeface="Atkinson Hyperlegible"/>
              </a:rPr>
              <a:t>Lorem ipsum dolor sit amet, consectetur adipiscing elit.</a:t>
            </a:r>
          </a:p>
        </p:txBody>
      </p:sp>
      <p:sp>
        <p:nvSpPr>
          <p:cNvPr id="42" name="TextBox 42"/>
          <p:cNvSpPr txBox="1"/>
          <p:nvPr/>
        </p:nvSpPr>
        <p:spPr>
          <a:xfrm>
            <a:off x="11895960" y="8059917"/>
            <a:ext cx="4154284" cy="657606"/>
          </a:xfrm>
          <a:prstGeom prst="rect">
            <a:avLst/>
          </a:prstGeom>
        </p:spPr>
        <p:txBody>
          <a:bodyPr lIns="0" tIns="0" rIns="0" bIns="0" rtlCol="0" anchor="t">
            <a:spAutoFit/>
          </a:bodyPr>
          <a:lstStyle/>
          <a:p>
            <a:pPr marL="0" lvl="1" indent="0" algn="ctr">
              <a:lnSpc>
                <a:spcPts val="2667"/>
              </a:lnSpc>
            </a:pPr>
            <a:r>
              <a:rPr lang="en-US" sz="2100" u="none" strike="noStrike">
                <a:solidFill>
                  <a:srgbClr val="1A4F6B"/>
                </a:solidFill>
                <a:latin typeface="Atkinson Hyperlegible"/>
                <a:ea typeface="Atkinson Hyperlegible"/>
                <a:cs typeface="Atkinson Hyperlegible"/>
                <a:sym typeface="Atkinson Hyperlegible"/>
              </a:rPr>
              <a:t>Lorem ipsum dolor sit amet, consectetur adipiscing elit.</a:t>
            </a:r>
          </a:p>
        </p:txBody>
      </p:sp>
      <p:sp>
        <p:nvSpPr>
          <p:cNvPr id="43" name="TextBox 43"/>
          <p:cNvSpPr txBox="1"/>
          <p:nvPr/>
        </p:nvSpPr>
        <p:spPr>
          <a:xfrm>
            <a:off x="316063" y="2607264"/>
            <a:ext cx="4476477" cy="727710"/>
          </a:xfrm>
          <a:prstGeom prst="rect">
            <a:avLst/>
          </a:prstGeom>
        </p:spPr>
        <p:txBody>
          <a:bodyPr lIns="0" tIns="0" rIns="0" bIns="0" rtlCol="0" anchor="t">
            <a:spAutoFit/>
          </a:bodyPr>
          <a:lstStyle/>
          <a:p>
            <a:pPr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Briefly elaborate on the</a:t>
            </a:r>
          </a:p>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topic you want to discuss.</a:t>
            </a:r>
          </a:p>
        </p:txBody>
      </p:sp>
      <p:sp>
        <p:nvSpPr>
          <p:cNvPr id="44" name="TextBox 44"/>
          <p:cNvSpPr txBox="1"/>
          <p:nvPr/>
        </p:nvSpPr>
        <p:spPr>
          <a:xfrm>
            <a:off x="316063" y="5772735"/>
            <a:ext cx="4476477" cy="727710"/>
          </a:xfrm>
          <a:prstGeom prst="rect">
            <a:avLst/>
          </a:prstGeom>
        </p:spPr>
        <p:txBody>
          <a:bodyPr lIns="0" tIns="0" rIns="0" bIns="0" rtlCol="0" anchor="t">
            <a:spAutoFit/>
          </a:bodyPr>
          <a:lstStyle/>
          <a:p>
            <a:pPr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Briefly elaborate on the</a:t>
            </a:r>
          </a:p>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topic you want to discuss.</a:t>
            </a:r>
          </a:p>
        </p:txBody>
      </p:sp>
      <p:sp>
        <p:nvSpPr>
          <p:cNvPr id="45" name="TextBox 45"/>
          <p:cNvSpPr txBox="1"/>
          <p:nvPr/>
        </p:nvSpPr>
        <p:spPr>
          <a:xfrm>
            <a:off x="316063" y="9004690"/>
            <a:ext cx="4476477" cy="727710"/>
          </a:xfrm>
          <a:prstGeom prst="rect">
            <a:avLst/>
          </a:prstGeom>
        </p:spPr>
        <p:txBody>
          <a:bodyPr lIns="0" tIns="0" rIns="0" bIns="0" rtlCol="0" anchor="t">
            <a:spAutoFit/>
          </a:bodyPr>
          <a:lstStyle/>
          <a:p>
            <a:pPr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Briefly elaborate on the</a:t>
            </a:r>
          </a:p>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topic you want to discuss.</a:t>
            </a:r>
          </a:p>
        </p:txBody>
      </p:sp>
      <p:sp>
        <p:nvSpPr>
          <p:cNvPr id="46" name="TextBox 46"/>
          <p:cNvSpPr txBox="1"/>
          <p:nvPr/>
        </p:nvSpPr>
        <p:spPr>
          <a:xfrm>
            <a:off x="923986" y="2205267"/>
            <a:ext cx="3260630" cy="342900"/>
          </a:xfrm>
          <a:prstGeom prst="rect">
            <a:avLst/>
          </a:prstGeom>
        </p:spPr>
        <p:txBody>
          <a:bodyPr lIns="0" tIns="0" rIns="0" bIns="0" rtlCol="0" anchor="t">
            <a:spAutoFit/>
          </a:bodyPr>
          <a:lstStyle/>
          <a:p>
            <a:pPr marL="0" lvl="0" indent="0" algn="ctr">
              <a:lnSpc>
                <a:spcPts val="2759"/>
              </a:lnSpc>
              <a:spcBef>
                <a:spcPct val="0"/>
              </a:spcBef>
            </a:pPr>
            <a:r>
              <a:rPr lang="en-US" sz="2299" b="1" u="none" strike="noStrike">
                <a:solidFill>
                  <a:srgbClr val="1A4F6B"/>
                </a:solidFill>
                <a:latin typeface="Atkinson Hyperlegible Bold"/>
                <a:ea typeface="Atkinson Hyperlegible Bold"/>
                <a:cs typeface="Atkinson Hyperlegible Bold"/>
                <a:sym typeface="Atkinson Hyperlegible Bold"/>
              </a:rPr>
              <a:t>Add a main point</a:t>
            </a:r>
          </a:p>
        </p:txBody>
      </p:sp>
      <p:sp>
        <p:nvSpPr>
          <p:cNvPr id="47" name="TextBox 47"/>
          <p:cNvSpPr txBox="1"/>
          <p:nvPr/>
        </p:nvSpPr>
        <p:spPr>
          <a:xfrm>
            <a:off x="923986" y="5370738"/>
            <a:ext cx="3260630" cy="342900"/>
          </a:xfrm>
          <a:prstGeom prst="rect">
            <a:avLst/>
          </a:prstGeom>
        </p:spPr>
        <p:txBody>
          <a:bodyPr lIns="0" tIns="0" rIns="0" bIns="0" rtlCol="0" anchor="t">
            <a:spAutoFit/>
          </a:bodyPr>
          <a:lstStyle/>
          <a:p>
            <a:pPr marL="0" lvl="0" indent="0" algn="ctr">
              <a:lnSpc>
                <a:spcPts val="2759"/>
              </a:lnSpc>
              <a:spcBef>
                <a:spcPct val="0"/>
              </a:spcBef>
            </a:pPr>
            <a:r>
              <a:rPr lang="en-US" sz="2299" b="1" u="none" strike="noStrike">
                <a:solidFill>
                  <a:srgbClr val="1A4F6B"/>
                </a:solidFill>
                <a:latin typeface="Atkinson Hyperlegible Bold"/>
                <a:ea typeface="Atkinson Hyperlegible Bold"/>
                <a:cs typeface="Atkinson Hyperlegible Bold"/>
                <a:sym typeface="Atkinson Hyperlegible Bold"/>
              </a:rPr>
              <a:t>Add a main point</a:t>
            </a:r>
          </a:p>
        </p:txBody>
      </p:sp>
      <p:sp>
        <p:nvSpPr>
          <p:cNvPr id="48" name="TextBox 48"/>
          <p:cNvSpPr txBox="1"/>
          <p:nvPr/>
        </p:nvSpPr>
        <p:spPr>
          <a:xfrm>
            <a:off x="923986" y="8602692"/>
            <a:ext cx="3260630" cy="342900"/>
          </a:xfrm>
          <a:prstGeom prst="rect">
            <a:avLst/>
          </a:prstGeom>
        </p:spPr>
        <p:txBody>
          <a:bodyPr lIns="0" tIns="0" rIns="0" bIns="0" rtlCol="0" anchor="t">
            <a:spAutoFit/>
          </a:bodyPr>
          <a:lstStyle/>
          <a:p>
            <a:pPr marL="0" lvl="0" indent="0" algn="ctr">
              <a:lnSpc>
                <a:spcPts val="2759"/>
              </a:lnSpc>
              <a:spcBef>
                <a:spcPct val="0"/>
              </a:spcBef>
            </a:pPr>
            <a:r>
              <a:rPr lang="en-US" sz="2299" b="1" u="none" strike="noStrike">
                <a:solidFill>
                  <a:srgbClr val="1A4F6B"/>
                </a:solidFill>
                <a:latin typeface="Atkinson Hyperlegible Bold"/>
                <a:ea typeface="Atkinson Hyperlegible Bold"/>
                <a:cs typeface="Atkinson Hyperlegible Bold"/>
                <a:sym typeface="Atkinson Hyperlegible Bold"/>
              </a:rPr>
              <a:t>Add a main point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1432518" y="899074"/>
            <a:ext cx="4880207" cy="5572817"/>
            <a:chOff x="0" y="0"/>
            <a:chExt cx="1285322" cy="1467738"/>
          </a:xfrm>
        </p:grpSpPr>
        <p:sp>
          <p:nvSpPr>
            <p:cNvPr id="4" name="Freeform 4"/>
            <p:cNvSpPr/>
            <p:nvPr/>
          </p:nvSpPr>
          <p:spPr>
            <a:xfrm>
              <a:off x="0" y="0"/>
              <a:ext cx="1285322" cy="1467738"/>
            </a:xfrm>
            <a:custGeom>
              <a:avLst/>
              <a:gdLst/>
              <a:ahLst/>
              <a:cxnLst/>
              <a:rect l="l" t="t" r="r" b="b"/>
              <a:pathLst>
                <a:path w="1285322" h="1467738">
                  <a:moveTo>
                    <a:pt x="0" y="0"/>
                  </a:moveTo>
                  <a:lnTo>
                    <a:pt x="1285322" y="0"/>
                  </a:lnTo>
                  <a:lnTo>
                    <a:pt x="1285322" y="1467738"/>
                  </a:lnTo>
                  <a:lnTo>
                    <a:pt x="0" y="1467738"/>
                  </a:lnTo>
                  <a:close/>
                </a:path>
              </a:pathLst>
            </a:custGeom>
            <a:solidFill>
              <a:srgbClr val="FFFFFF"/>
            </a:solidFill>
            <a:ln cap="sq">
              <a:noFill/>
              <a:prstDash val="solid"/>
              <a:miter/>
            </a:ln>
          </p:spPr>
        </p:sp>
        <p:sp>
          <p:nvSpPr>
            <p:cNvPr id="5" name="TextBox 5"/>
            <p:cNvSpPr txBox="1"/>
            <p:nvPr/>
          </p:nvSpPr>
          <p:spPr>
            <a:xfrm>
              <a:off x="0" y="-38100"/>
              <a:ext cx="1285322" cy="1505838"/>
            </a:xfrm>
            <a:prstGeom prst="rect">
              <a:avLst/>
            </a:prstGeom>
          </p:spPr>
          <p:txBody>
            <a:bodyPr lIns="50800" tIns="50800" rIns="50800" bIns="50800" rtlCol="0" anchor="ctr"/>
            <a:lstStyle/>
            <a:p>
              <a:pPr algn="ctr">
                <a:lnSpc>
                  <a:spcPts val="3080"/>
                </a:lnSpc>
              </a:pPr>
              <a:endParaRPr/>
            </a:p>
          </p:txBody>
        </p:sp>
      </p:grpSp>
      <p:grpSp>
        <p:nvGrpSpPr>
          <p:cNvPr id="6" name="Group 6"/>
          <p:cNvGrpSpPr/>
          <p:nvPr/>
        </p:nvGrpSpPr>
        <p:grpSpPr>
          <a:xfrm>
            <a:off x="2005515" y="1524091"/>
            <a:ext cx="3734213" cy="2831961"/>
            <a:chOff x="0" y="0"/>
            <a:chExt cx="983496" cy="745866"/>
          </a:xfrm>
        </p:grpSpPr>
        <p:sp>
          <p:nvSpPr>
            <p:cNvPr id="7" name="Freeform 7"/>
            <p:cNvSpPr/>
            <p:nvPr/>
          </p:nvSpPr>
          <p:spPr>
            <a:xfrm>
              <a:off x="0" y="0"/>
              <a:ext cx="983496" cy="745866"/>
            </a:xfrm>
            <a:custGeom>
              <a:avLst/>
              <a:gdLst/>
              <a:ahLst/>
              <a:cxnLst/>
              <a:rect l="l" t="t" r="r" b="b"/>
              <a:pathLst>
                <a:path w="983496" h="745866">
                  <a:moveTo>
                    <a:pt x="0" y="0"/>
                  </a:moveTo>
                  <a:lnTo>
                    <a:pt x="983496" y="0"/>
                  </a:lnTo>
                  <a:lnTo>
                    <a:pt x="983496" y="745866"/>
                  </a:lnTo>
                  <a:lnTo>
                    <a:pt x="0" y="745866"/>
                  </a:lnTo>
                  <a:close/>
                </a:path>
              </a:pathLst>
            </a:custGeom>
            <a:solidFill>
              <a:srgbClr val="CCEFFF"/>
            </a:solidFill>
            <a:ln cap="sq">
              <a:noFill/>
              <a:prstDash val="solid"/>
              <a:miter/>
            </a:ln>
          </p:spPr>
        </p:sp>
        <p:sp>
          <p:nvSpPr>
            <p:cNvPr id="8" name="TextBox 8"/>
            <p:cNvSpPr txBox="1"/>
            <p:nvPr/>
          </p:nvSpPr>
          <p:spPr>
            <a:xfrm>
              <a:off x="0" y="-38100"/>
              <a:ext cx="983496" cy="783966"/>
            </a:xfrm>
            <a:prstGeom prst="rect">
              <a:avLst/>
            </a:prstGeom>
          </p:spPr>
          <p:txBody>
            <a:bodyPr lIns="50800" tIns="50800" rIns="50800" bIns="50800" rtlCol="0" anchor="ctr"/>
            <a:lstStyle/>
            <a:p>
              <a:pPr algn="ctr">
                <a:lnSpc>
                  <a:spcPts val="3080"/>
                </a:lnSpc>
              </a:pPr>
              <a:endParaRPr/>
            </a:p>
          </p:txBody>
        </p:sp>
      </p:grpSp>
      <p:pic>
        <p:nvPicPr>
          <p:cNvPr id="9" name="Picture 9"/>
          <p:cNvPicPr>
            <a:picLocks noChangeAspect="1"/>
          </p:cNvPicPr>
          <p:nvPr/>
        </p:nvPicPr>
        <p:blipFill>
          <a:blip r:embed="rId4"/>
          <a:stretch>
            <a:fillRect/>
          </a:stretch>
        </p:blipFill>
        <p:spPr>
          <a:xfrm>
            <a:off x="1632094" y="4990588"/>
            <a:ext cx="4481056" cy="896212"/>
          </a:xfrm>
          <a:prstGeom prst="rect">
            <a:avLst/>
          </a:prstGeom>
        </p:spPr>
      </p:pic>
      <p:grpSp>
        <p:nvGrpSpPr>
          <p:cNvPr id="10" name="Group 10"/>
          <p:cNvGrpSpPr/>
          <p:nvPr/>
        </p:nvGrpSpPr>
        <p:grpSpPr>
          <a:xfrm>
            <a:off x="7570671" y="3685483"/>
            <a:ext cx="4880207" cy="5572817"/>
            <a:chOff x="0" y="0"/>
            <a:chExt cx="1285322" cy="1467738"/>
          </a:xfrm>
        </p:grpSpPr>
        <p:sp>
          <p:nvSpPr>
            <p:cNvPr id="11" name="Freeform 11"/>
            <p:cNvSpPr/>
            <p:nvPr/>
          </p:nvSpPr>
          <p:spPr>
            <a:xfrm>
              <a:off x="0" y="0"/>
              <a:ext cx="1285322" cy="1467738"/>
            </a:xfrm>
            <a:custGeom>
              <a:avLst/>
              <a:gdLst/>
              <a:ahLst/>
              <a:cxnLst/>
              <a:rect l="l" t="t" r="r" b="b"/>
              <a:pathLst>
                <a:path w="1285322" h="1467738">
                  <a:moveTo>
                    <a:pt x="0" y="0"/>
                  </a:moveTo>
                  <a:lnTo>
                    <a:pt x="1285322" y="0"/>
                  </a:lnTo>
                  <a:lnTo>
                    <a:pt x="1285322" y="1467738"/>
                  </a:lnTo>
                  <a:lnTo>
                    <a:pt x="0" y="1467738"/>
                  </a:lnTo>
                  <a:close/>
                </a:path>
              </a:pathLst>
            </a:custGeom>
            <a:solidFill>
              <a:srgbClr val="FFFFFF"/>
            </a:solidFill>
            <a:ln cap="sq">
              <a:noFill/>
              <a:prstDash val="solid"/>
              <a:miter/>
            </a:ln>
          </p:spPr>
        </p:sp>
        <p:sp>
          <p:nvSpPr>
            <p:cNvPr id="12" name="TextBox 12"/>
            <p:cNvSpPr txBox="1"/>
            <p:nvPr/>
          </p:nvSpPr>
          <p:spPr>
            <a:xfrm>
              <a:off x="0" y="-38100"/>
              <a:ext cx="1285322" cy="1505838"/>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13" name="Group 13"/>
          <p:cNvGrpSpPr/>
          <p:nvPr/>
        </p:nvGrpSpPr>
        <p:grpSpPr>
          <a:xfrm>
            <a:off x="8143668" y="4310500"/>
            <a:ext cx="3734213" cy="2831961"/>
            <a:chOff x="0" y="0"/>
            <a:chExt cx="983496" cy="745866"/>
          </a:xfrm>
        </p:grpSpPr>
        <p:sp>
          <p:nvSpPr>
            <p:cNvPr id="14" name="Freeform 14"/>
            <p:cNvSpPr/>
            <p:nvPr/>
          </p:nvSpPr>
          <p:spPr>
            <a:xfrm>
              <a:off x="0" y="0"/>
              <a:ext cx="983496" cy="745866"/>
            </a:xfrm>
            <a:custGeom>
              <a:avLst/>
              <a:gdLst/>
              <a:ahLst/>
              <a:cxnLst/>
              <a:rect l="l" t="t" r="r" b="b"/>
              <a:pathLst>
                <a:path w="983496" h="745866">
                  <a:moveTo>
                    <a:pt x="0" y="0"/>
                  </a:moveTo>
                  <a:lnTo>
                    <a:pt x="983496" y="0"/>
                  </a:lnTo>
                  <a:lnTo>
                    <a:pt x="983496" y="745866"/>
                  </a:lnTo>
                  <a:lnTo>
                    <a:pt x="0" y="745866"/>
                  </a:lnTo>
                  <a:close/>
                </a:path>
              </a:pathLst>
            </a:custGeom>
            <a:solidFill>
              <a:srgbClr val="CCEFFF"/>
            </a:solidFill>
            <a:ln cap="sq">
              <a:noFill/>
              <a:prstDash val="solid"/>
              <a:miter/>
            </a:ln>
          </p:spPr>
        </p:sp>
        <p:sp>
          <p:nvSpPr>
            <p:cNvPr id="15" name="TextBox 15"/>
            <p:cNvSpPr txBox="1"/>
            <p:nvPr/>
          </p:nvSpPr>
          <p:spPr>
            <a:xfrm>
              <a:off x="0" y="-38100"/>
              <a:ext cx="983496" cy="783966"/>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16" name="Group 16"/>
          <p:cNvGrpSpPr/>
          <p:nvPr/>
        </p:nvGrpSpPr>
        <p:grpSpPr>
          <a:xfrm>
            <a:off x="9177794" y="8413506"/>
            <a:ext cx="1665960" cy="575357"/>
            <a:chOff x="0" y="0"/>
            <a:chExt cx="2221280" cy="767143"/>
          </a:xfrm>
        </p:grpSpPr>
        <p:sp>
          <p:nvSpPr>
            <p:cNvPr id="17" name="Freeform 17"/>
            <p:cNvSpPr/>
            <p:nvPr/>
          </p:nvSpPr>
          <p:spPr>
            <a:xfrm>
              <a:off x="727069" y="0"/>
              <a:ext cx="767143" cy="767143"/>
            </a:xfrm>
            <a:custGeom>
              <a:avLst/>
              <a:gdLst/>
              <a:ahLst/>
              <a:cxnLst/>
              <a:rect l="l" t="t" r="r" b="b"/>
              <a:pathLst>
                <a:path w="767143" h="767143">
                  <a:moveTo>
                    <a:pt x="0" y="0"/>
                  </a:moveTo>
                  <a:lnTo>
                    <a:pt x="767143" y="0"/>
                  </a:lnTo>
                  <a:lnTo>
                    <a:pt x="767143" y="767143"/>
                  </a:lnTo>
                  <a:lnTo>
                    <a:pt x="0" y="767143"/>
                  </a:lnTo>
                  <a:lnTo>
                    <a:pt x="0" y="0"/>
                  </a:lnTo>
                  <a:close/>
                </a:path>
              </a:pathLst>
            </a:custGeom>
            <a:blipFill>
              <a:blip r:embed="rId5">
                <a:extLst>
                  <a:ext uri="{96DAC541-7B7A-43D3-8B79-37D633B846F1}">
                    <asvg:svgBlip xmlns:asvg="http://schemas.microsoft.com/office/drawing/2016/SVG/main" r:embed="rId6"/>
                  </a:ext>
                </a:extLst>
              </a:blip>
              <a:stretch>
                <a:fillRect/>
              </a:stretch>
            </a:blipFill>
            <a:ln cap="sq">
              <a:noFill/>
              <a:prstDash val="solid"/>
              <a:miter/>
            </a:ln>
          </p:spPr>
        </p:sp>
        <p:sp>
          <p:nvSpPr>
            <p:cNvPr id="18" name="Freeform 18"/>
            <p:cNvSpPr/>
            <p:nvPr/>
          </p:nvSpPr>
          <p:spPr>
            <a:xfrm rot="-10800000">
              <a:off x="181286" y="204781"/>
              <a:ext cx="332921" cy="357582"/>
            </a:xfrm>
            <a:custGeom>
              <a:avLst/>
              <a:gdLst/>
              <a:ahLst/>
              <a:cxnLst/>
              <a:rect l="l" t="t" r="r" b="b"/>
              <a:pathLst>
                <a:path w="332921" h="357582">
                  <a:moveTo>
                    <a:pt x="0" y="0"/>
                  </a:moveTo>
                  <a:lnTo>
                    <a:pt x="332922" y="0"/>
                  </a:lnTo>
                  <a:lnTo>
                    <a:pt x="332922" y="357582"/>
                  </a:lnTo>
                  <a:lnTo>
                    <a:pt x="0" y="357582"/>
                  </a:lnTo>
                  <a:lnTo>
                    <a:pt x="0" y="0"/>
                  </a:lnTo>
                  <a:close/>
                </a:path>
              </a:pathLst>
            </a:custGeom>
            <a:blipFill>
              <a:blip r:embed="rId5">
                <a:extLst>
                  <a:ext uri="{96DAC541-7B7A-43D3-8B79-37D633B846F1}">
                    <asvg:svgBlip xmlns:asvg="http://schemas.microsoft.com/office/drawing/2016/SVG/main" r:embed="rId6"/>
                  </a:ext>
                </a:extLst>
              </a:blip>
              <a:stretch>
                <a:fillRect l="-64549" t="-61322" r="-65878" b="-53213"/>
              </a:stretch>
            </a:blipFill>
            <a:ln cap="sq">
              <a:noFill/>
              <a:prstDash val="solid"/>
              <a:miter/>
            </a:ln>
          </p:spPr>
        </p:sp>
        <p:sp>
          <p:nvSpPr>
            <p:cNvPr id="19" name="Freeform 19"/>
            <p:cNvSpPr/>
            <p:nvPr/>
          </p:nvSpPr>
          <p:spPr>
            <a:xfrm rot="-10800000">
              <a:off x="0" y="204781"/>
              <a:ext cx="332921" cy="357582"/>
            </a:xfrm>
            <a:custGeom>
              <a:avLst/>
              <a:gdLst/>
              <a:ahLst/>
              <a:cxnLst/>
              <a:rect l="l" t="t" r="r" b="b"/>
              <a:pathLst>
                <a:path w="332921" h="357582">
                  <a:moveTo>
                    <a:pt x="0" y="0"/>
                  </a:moveTo>
                  <a:lnTo>
                    <a:pt x="332921" y="0"/>
                  </a:lnTo>
                  <a:lnTo>
                    <a:pt x="332921" y="357582"/>
                  </a:lnTo>
                  <a:lnTo>
                    <a:pt x="0" y="357582"/>
                  </a:lnTo>
                  <a:lnTo>
                    <a:pt x="0" y="0"/>
                  </a:lnTo>
                  <a:close/>
                </a:path>
              </a:pathLst>
            </a:custGeom>
            <a:blipFill>
              <a:blip r:embed="rId5">
                <a:extLst>
                  <a:ext uri="{96DAC541-7B7A-43D3-8B79-37D633B846F1}">
                    <asvg:svgBlip xmlns:asvg="http://schemas.microsoft.com/office/drawing/2016/SVG/main" r:embed="rId6"/>
                  </a:ext>
                </a:extLst>
              </a:blip>
              <a:stretch>
                <a:fillRect l="-64549" t="-61322" r="-65878" b="-53213"/>
              </a:stretch>
            </a:blipFill>
            <a:ln cap="sq">
              <a:noFill/>
              <a:prstDash val="solid"/>
              <a:miter/>
            </a:ln>
          </p:spPr>
        </p:sp>
        <p:sp>
          <p:nvSpPr>
            <p:cNvPr id="20" name="Freeform 20"/>
            <p:cNvSpPr/>
            <p:nvPr/>
          </p:nvSpPr>
          <p:spPr>
            <a:xfrm>
              <a:off x="1707073" y="204781"/>
              <a:ext cx="332921" cy="357582"/>
            </a:xfrm>
            <a:custGeom>
              <a:avLst/>
              <a:gdLst/>
              <a:ahLst/>
              <a:cxnLst/>
              <a:rect l="l" t="t" r="r" b="b"/>
              <a:pathLst>
                <a:path w="332921" h="357582">
                  <a:moveTo>
                    <a:pt x="0" y="0"/>
                  </a:moveTo>
                  <a:lnTo>
                    <a:pt x="332921" y="0"/>
                  </a:lnTo>
                  <a:lnTo>
                    <a:pt x="332921" y="357582"/>
                  </a:lnTo>
                  <a:lnTo>
                    <a:pt x="0" y="357582"/>
                  </a:lnTo>
                  <a:lnTo>
                    <a:pt x="0" y="0"/>
                  </a:lnTo>
                  <a:close/>
                </a:path>
              </a:pathLst>
            </a:custGeom>
            <a:blipFill>
              <a:blip r:embed="rId5">
                <a:extLst>
                  <a:ext uri="{96DAC541-7B7A-43D3-8B79-37D633B846F1}">
                    <asvg:svgBlip xmlns:asvg="http://schemas.microsoft.com/office/drawing/2016/SVG/main" r:embed="rId6"/>
                  </a:ext>
                </a:extLst>
              </a:blip>
              <a:stretch>
                <a:fillRect l="-64549" t="-61322" r="-65878" b="-53213"/>
              </a:stretch>
            </a:blipFill>
            <a:ln cap="sq">
              <a:noFill/>
              <a:prstDash val="solid"/>
              <a:miter/>
            </a:ln>
          </p:spPr>
        </p:sp>
        <p:sp>
          <p:nvSpPr>
            <p:cNvPr id="21" name="Freeform 21"/>
            <p:cNvSpPr/>
            <p:nvPr/>
          </p:nvSpPr>
          <p:spPr>
            <a:xfrm>
              <a:off x="1888359" y="204781"/>
              <a:ext cx="332921" cy="357582"/>
            </a:xfrm>
            <a:custGeom>
              <a:avLst/>
              <a:gdLst/>
              <a:ahLst/>
              <a:cxnLst/>
              <a:rect l="l" t="t" r="r" b="b"/>
              <a:pathLst>
                <a:path w="332921" h="357582">
                  <a:moveTo>
                    <a:pt x="0" y="0"/>
                  </a:moveTo>
                  <a:lnTo>
                    <a:pt x="332921" y="0"/>
                  </a:lnTo>
                  <a:lnTo>
                    <a:pt x="332921" y="357582"/>
                  </a:lnTo>
                  <a:lnTo>
                    <a:pt x="0" y="357582"/>
                  </a:lnTo>
                  <a:lnTo>
                    <a:pt x="0" y="0"/>
                  </a:lnTo>
                  <a:close/>
                </a:path>
              </a:pathLst>
            </a:custGeom>
            <a:blipFill>
              <a:blip r:embed="rId5">
                <a:extLst>
                  <a:ext uri="{96DAC541-7B7A-43D3-8B79-37D633B846F1}">
                    <asvg:svgBlip xmlns:asvg="http://schemas.microsoft.com/office/drawing/2016/SVG/main" r:embed="rId6"/>
                  </a:ext>
                </a:extLst>
              </a:blip>
              <a:stretch>
                <a:fillRect l="-64549" t="-61322" r="-65878" b="-53213"/>
              </a:stretch>
            </a:blipFill>
            <a:ln cap="sq">
              <a:noFill/>
              <a:prstDash val="solid"/>
              <a:miter/>
            </a:ln>
          </p:spPr>
        </p:sp>
      </p:grpSp>
      <p:pic>
        <p:nvPicPr>
          <p:cNvPr id="22" name="Picture 22"/>
          <p:cNvPicPr>
            <a:picLocks noChangeAspect="1"/>
          </p:cNvPicPr>
          <p:nvPr/>
        </p:nvPicPr>
        <p:blipFill>
          <a:blip r:embed="rId7"/>
          <a:stretch>
            <a:fillRect/>
          </a:stretch>
        </p:blipFill>
        <p:spPr>
          <a:xfrm>
            <a:off x="7770247" y="7776996"/>
            <a:ext cx="4481056" cy="896212"/>
          </a:xfrm>
          <a:prstGeom prst="rect">
            <a:avLst/>
          </a:prstGeom>
        </p:spPr>
      </p:pic>
      <p:grpSp>
        <p:nvGrpSpPr>
          <p:cNvPr id="23" name="Group 23"/>
          <p:cNvGrpSpPr/>
          <p:nvPr/>
        </p:nvGrpSpPr>
        <p:grpSpPr>
          <a:xfrm>
            <a:off x="8143668" y="4310500"/>
            <a:ext cx="3734213" cy="2816728"/>
            <a:chOff x="0" y="0"/>
            <a:chExt cx="4978950" cy="3755637"/>
          </a:xfrm>
        </p:grpSpPr>
        <p:pic>
          <p:nvPicPr>
            <p:cNvPr id="24" name="Picture 24"/>
            <p:cNvPicPr>
              <a:picLocks noChangeAspect="1"/>
            </p:cNvPicPr>
            <p:nvPr/>
          </p:nvPicPr>
          <p:blipFill>
            <a:blip r:embed="rId8"/>
            <a:srcRect t="11214" b="38498"/>
            <a:stretch>
              <a:fillRect/>
            </a:stretch>
          </p:blipFill>
          <p:spPr>
            <a:xfrm>
              <a:off x="0" y="0"/>
              <a:ext cx="4978950" cy="3755637"/>
            </a:xfrm>
            <a:prstGeom prst="rect">
              <a:avLst/>
            </a:prstGeom>
          </p:spPr>
        </p:pic>
      </p:grpSp>
      <p:grpSp>
        <p:nvGrpSpPr>
          <p:cNvPr id="25" name="Group 25"/>
          <p:cNvGrpSpPr/>
          <p:nvPr/>
        </p:nvGrpSpPr>
        <p:grpSpPr>
          <a:xfrm>
            <a:off x="11125200" y="629637"/>
            <a:ext cx="4880207" cy="5572817"/>
            <a:chOff x="0" y="0"/>
            <a:chExt cx="1285322" cy="1467738"/>
          </a:xfrm>
        </p:grpSpPr>
        <p:sp>
          <p:nvSpPr>
            <p:cNvPr id="26" name="Freeform 26"/>
            <p:cNvSpPr/>
            <p:nvPr/>
          </p:nvSpPr>
          <p:spPr>
            <a:xfrm>
              <a:off x="0" y="0"/>
              <a:ext cx="1285322" cy="1467738"/>
            </a:xfrm>
            <a:custGeom>
              <a:avLst/>
              <a:gdLst/>
              <a:ahLst/>
              <a:cxnLst/>
              <a:rect l="l" t="t" r="r" b="b"/>
              <a:pathLst>
                <a:path w="1285322" h="1467738">
                  <a:moveTo>
                    <a:pt x="0" y="0"/>
                  </a:moveTo>
                  <a:lnTo>
                    <a:pt x="1285322" y="0"/>
                  </a:lnTo>
                  <a:lnTo>
                    <a:pt x="1285322" y="1467738"/>
                  </a:lnTo>
                  <a:lnTo>
                    <a:pt x="0" y="1467738"/>
                  </a:lnTo>
                  <a:close/>
                </a:path>
              </a:pathLst>
            </a:custGeom>
            <a:solidFill>
              <a:srgbClr val="FFFFFF"/>
            </a:solidFill>
            <a:ln cap="sq">
              <a:noFill/>
              <a:prstDash val="solid"/>
              <a:miter/>
            </a:ln>
          </p:spPr>
        </p:sp>
        <p:sp>
          <p:nvSpPr>
            <p:cNvPr id="27" name="TextBox 27"/>
            <p:cNvSpPr txBox="1"/>
            <p:nvPr/>
          </p:nvSpPr>
          <p:spPr>
            <a:xfrm>
              <a:off x="0" y="-38100"/>
              <a:ext cx="1285322" cy="1505838"/>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28" name="Group 28"/>
          <p:cNvGrpSpPr/>
          <p:nvPr/>
        </p:nvGrpSpPr>
        <p:grpSpPr>
          <a:xfrm>
            <a:off x="11698196" y="1254654"/>
            <a:ext cx="3734213" cy="2831961"/>
            <a:chOff x="0" y="0"/>
            <a:chExt cx="983496" cy="745866"/>
          </a:xfrm>
        </p:grpSpPr>
        <p:sp>
          <p:nvSpPr>
            <p:cNvPr id="29" name="Freeform 29"/>
            <p:cNvSpPr/>
            <p:nvPr/>
          </p:nvSpPr>
          <p:spPr>
            <a:xfrm>
              <a:off x="0" y="0"/>
              <a:ext cx="983496" cy="745866"/>
            </a:xfrm>
            <a:custGeom>
              <a:avLst/>
              <a:gdLst/>
              <a:ahLst/>
              <a:cxnLst/>
              <a:rect l="l" t="t" r="r" b="b"/>
              <a:pathLst>
                <a:path w="983496" h="745866">
                  <a:moveTo>
                    <a:pt x="0" y="0"/>
                  </a:moveTo>
                  <a:lnTo>
                    <a:pt x="983496" y="0"/>
                  </a:lnTo>
                  <a:lnTo>
                    <a:pt x="983496" y="745866"/>
                  </a:lnTo>
                  <a:lnTo>
                    <a:pt x="0" y="745866"/>
                  </a:lnTo>
                  <a:close/>
                </a:path>
              </a:pathLst>
            </a:custGeom>
            <a:solidFill>
              <a:srgbClr val="CCEFFF"/>
            </a:solidFill>
            <a:ln cap="sq">
              <a:noFill/>
              <a:prstDash val="solid"/>
              <a:miter/>
            </a:ln>
          </p:spPr>
        </p:sp>
        <p:sp>
          <p:nvSpPr>
            <p:cNvPr id="30" name="TextBox 30"/>
            <p:cNvSpPr txBox="1"/>
            <p:nvPr/>
          </p:nvSpPr>
          <p:spPr>
            <a:xfrm>
              <a:off x="0" y="-38100"/>
              <a:ext cx="983496" cy="783966"/>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31" name="Group 31"/>
          <p:cNvGrpSpPr/>
          <p:nvPr/>
        </p:nvGrpSpPr>
        <p:grpSpPr>
          <a:xfrm>
            <a:off x="11698196" y="1269888"/>
            <a:ext cx="3734213" cy="2816728"/>
            <a:chOff x="0" y="0"/>
            <a:chExt cx="4978950" cy="3755637"/>
          </a:xfrm>
        </p:grpSpPr>
        <p:pic>
          <p:nvPicPr>
            <p:cNvPr id="32" name="Picture 32"/>
            <p:cNvPicPr>
              <a:picLocks noChangeAspect="1"/>
            </p:cNvPicPr>
            <p:nvPr/>
          </p:nvPicPr>
          <p:blipFill>
            <a:blip r:embed="rId9"/>
            <a:srcRect t="26208" b="26208"/>
            <a:stretch>
              <a:fillRect/>
            </a:stretch>
          </p:blipFill>
          <p:spPr>
            <a:xfrm>
              <a:off x="0" y="0"/>
              <a:ext cx="4978950" cy="3755637"/>
            </a:xfrm>
            <a:prstGeom prst="rect">
              <a:avLst/>
            </a:prstGeom>
          </p:spPr>
        </p:pic>
      </p:grpSp>
      <p:grpSp>
        <p:nvGrpSpPr>
          <p:cNvPr id="33" name="Group 33"/>
          <p:cNvGrpSpPr/>
          <p:nvPr/>
        </p:nvGrpSpPr>
        <p:grpSpPr>
          <a:xfrm>
            <a:off x="12732323" y="5357660"/>
            <a:ext cx="1665960" cy="575357"/>
            <a:chOff x="0" y="0"/>
            <a:chExt cx="2221280" cy="767143"/>
          </a:xfrm>
        </p:grpSpPr>
        <p:sp>
          <p:nvSpPr>
            <p:cNvPr id="34" name="Freeform 34"/>
            <p:cNvSpPr/>
            <p:nvPr/>
          </p:nvSpPr>
          <p:spPr>
            <a:xfrm>
              <a:off x="727069" y="0"/>
              <a:ext cx="767143" cy="767143"/>
            </a:xfrm>
            <a:custGeom>
              <a:avLst/>
              <a:gdLst/>
              <a:ahLst/>
              <a:cxnLst/>
              <a:rect l="l" t="t" r="r" b="b"/>
              <a:pathLst>
                <a:path w="767143" h="767143">
                  <a:moveTo>
                    <a:pt x="0" y="0"/>
                  </a:moveTo>
                  <a:lnTo>
                    <a:pt x="767143" y="0"/>
                  </a:lnTo>
                  <a:lnTo>
                    <a:pt x="767143" y="767143"/>
                  </a:lnTo>
                  <a:lnTo>
                    <a:pt x="0" y="767143"/>
                  </a:lnTo>
                  <a:lnTo>
                    <a:pt x="0" y="0"/>
                  </a:lnTo>
                  <a:close/>
                </a:path>
              </a:pathLst>
            </a:custGeom>
            <a:blipFill>
              <a:blip r:embed="rId5">
                <a:extLst>
                  <a:ext uri="{96DAC541-7B7A-43D3-8B79-37D633B846F1}">
                    <asvg:svgBlip xmlns:asvg="http://schemas.microsoft.com/office/drawing/2016/SVG/main" r:embed="rId6"/>
                  </a:ext>
                </a:extLst>
              </a:blip>
              <a:stretch>
                <a:fillRect/>
              </a:stretch>
            </a:blipFill>
            <a:ln cap="sq">
              <a:noFill/>
              <a:prstDash val="solid"/>
              <a:miter/>
            </a:ln>
          </p:spPr>
        </p:sp>
        <p:sp>
          <p:nvSpPr>
            <p:cNvPr id="35" name="Freeform 35"/>
            <p:cNvSpPr/>
            <p:nvPr/>
          </p:nvSpPr>
          <p:spPr>
            <a:xfrm rot="-10800000">
              <a:off x="181286" y="204781"/>
              <a:ext cx="332921" cy="357582"/>
            </a:xfrm>
            <a:custGeom>
              <a:avLst/>
              <a:gdLst/>
              <a:ahLst/>
              <a:cxnLst/>
              <a:rect l="l" t="t" r="r" b="b"/>
              <a:pathLst>
                <a:path w="332921" h="357582">
                  <a:moveTo>
                    <a:pt x="0" y="0"/>
                  </a:moveTo>
                  <a:lnTo>
                    <a:pt x="332922" y="0"/>
                  </a:lnTo>
                  <a:lnTo>
                    <a:pt x="332922" y="357582"/>
                  </a:lnTo>
                  <a:lnTo>
                    <a:pt x="0" y="357582"/>
                  </a:lnTo>
                  <a:lnTo>
                    <a:pt x="0" y="0"/>
                  </a:lnTo>
                  <a:close/>
                </a:path>
              </a:pathLst>
            </a:custGeom>
            <a:blipFill>
              <a:blip r:embed="rId5">
                <a:extLst>
                  <a:ext uri="{96DAC541-7B7A-43D3-8B79-37D633B846F1}">
                    <asvg:svgBlip xmlns:asvg="http://schemas.microsoft.com/office/drawing/2016/SVG/main" r:embed="rId6"/>
                  </a:ext>
                </a:extLst>
              </a:blip>
              <a:stretch>
                <a:fillRect l="-64549" t="-61322" r="-65878" b="-53213"/>
              </a:stretch>
            </a:blipFill>
            <a:ln cap="sq">
              <a:noFill/>
              <a:prstDash val="solid"/>
              <a:miter/>
            </a:ln>
          </p:spPr>
        </p:sp>
        <p:sp>
          <p:nvSpPr>
            <p:cNvPr id="36" name="Freeform 36"/>
            <p:cNvSpPr/>
            <p:nvPr/>
          </p:nvSpPr>
          <p:spPr>
            <a:xfrm rot="-10800000">
              <a:off x="0" y="204781"/>
              <a:ext cx="332921" cy="357582"/>
            </a:xfrm>
            <a:custGeom>
              <a:avLst/>
              <a:gdLst/>
              <a:ahLst/>
              <a:cxnLst/>
              <a:rect l="l" t="t" r="r" b="b"/>
              <a:pathLst>
                <a:path w="332921" h="357582">
                  <a:moveTo>
                    <a:pt x="0" y="0"/>
                  </a:moveTo>
                  <a:lnTo>
                    <a:pt x="332921" y="0"/>
                  </a:lnTo>
                  <a:lnTo>
                    <a:pt x="332921" y="357582"/>
                  </a:lnTo>
                  <a:lnTo>
                    <a:pt x="0" y="357582"/>
                  </a:lnTo>
                  <a:lnTo>
                    <a:pt x="0" y="0"/>
                  </a:lnTo>
                  <a:close/>
                </a:path>
              </a:pathLst>
            </a:custGeom>
            <a:blipFill>
              <a:blip r:embed="rId5">
                <a:extLst>
                  <a:ext uri="{96DAC541-7B7A-43D3-8B79-37D633B846F1}">
                    <asvg:svgBlip xmlns:asvg="http://schemas.microsoft.com/office/drawing/2016/SVG/main" r:embed="rId6"/>
                  </a:ext>
                </a:extLst>
              </a:blip>
              <a:stretch>
                <a:fillRect l="-64549" t="-61322" r="-65878" b="-53213"/>
              </a:stretch>
            </a:blipFill>
            <a:ln cap="sq">
              <a:noFill/>
              <a:prstDash val="solid"/>
              <a:miter/>
            </a:ln>
          </p:spPr>
        </p:sp>
        <p:sp>
          <p:nvSpPr>
            <p:cNvPr id="37" name="Freeform 37"/>
            <p:cNvSpPr/>
            <p:nvPr/>
          </p:nvSpPr>
          <p:spPr>
            <a:xfrm>
              <a:off x="1707073" y="204781"/>
              <a:ext cx="332921" cy="357582"/>
            </a:xfrm>
            <a:custGeom>
              <a:avLst/>
              <a:gdLst/>
              <a:ahLst/>
              <a:cxnLst/>
              <a:rect l="l" t="t" r="r" b="b"/>
              <a:pathLst>
                <a:path w="332921" h="357582">
                  <a:moveTo>
                    <a:pt x="0" y="0"/>
                  </a:moveTo>
                  <a:lnTo>
                    <a:pt x="332921" y="0"/>
                  </a:lnTo>
                  <a:lnTo>
                    <a:pt x="332921" y="357582"/>
                  </a:lnTo>
                  <a:lnTo>
                    <a:pt x="0" y="357582"/>
                  </a:lnTo>
                  <a:lnTo>
                    <a:pt x="0" y="0"/>
                  </a:lnTo>
                  <a:close/>
                </a:path>
              </a:pathLst>
            </a:custGeom>
            <a:blipFill>
              <a:blip r:embed="rId5">
                <a:extLst>
                  <a:ext uri="{96DAC541-7B7A-43D3-8B79-37D633B846F1}">
                    <asvg:svgBlip xmlns:asvg="http://schemas.microsoft.com/office/drawing/2016/SVG/main" r:embed="rId6"/>
                  </a:ext>
                </a:extLst>
              </a:blip>
              <a:stretch>
                <a:fillRect l="-64549" t="-61322" r="-65878" b="-53213"/>
              </a:stretch>
            </a:blipFill>
            <a:ln cap="sq">
              <a:noFill/>
              <a:prstDash val="solid"/>
              <a:miter/>
            </a:ln>
          </p:spPr>
        </p:sp>
        <p:sp>
          <p:nvSpPr>
            <p:cNvPr id="38" name="Freeform 38"/>
            <p:cNvSpPr/>
            <p:nvPr/>
          </p:nvSpPr>
          <p:spPr>
            <a:xfrm>
              <a:off x="1888359" y="204781"/>
              <a:ext cx="332921" cy="357582"/>
            </a:xfrm>
            <a:custGeom>
              <a:avLst/>
              <a:gdLst/>
              <a:ahLst/>
              <a:cxnLst/>
              <a:rect l="l" t="t" r="r" b="b"/>
              <a:pathLst>
                <a:path w="332921" h="357582">
                  <a:moveTo>
                    <a:pt x="0" y="0"/>
                  </a:moveTo>
                  <a:lnTo>
                    <a:pt x="332921" y="0"/>
                  </a:lnTo>
                  <a:lnTo>
                    <a:pt x="332921" y="357582"/>
                  </a:lnTo>
                  <a:lnTo>
                    <a:pt x="0" y="357582"/>
                  </a:lnTo>
                  <a:lnTo>
                    <a:pt x="0" y="0"/>
                  </a:lnTo>
                  <a:close/>
                </a:path>
              </a:pathLst>
            </a:custGeom>
            <a:blipFill>
              <a:blip r:embed="rId5">
                <a:extLst>
                  <a:ext uri="{96DAC541-7B7A-43D3-8B79-37D633B846F1}">
                    <asvg:svgBlip xmlns:asvg="http://schemas.microsoft.com/office/drawing/2016/SVG/main" r:embed="rId6"/>
                  </a:ext>
                </a:extLst>
              </a:blip>
              <a:stretch>
                <a:fillRect l="-64549" t="-61322" r="-65878" b="-53213"/>
              </a:stretch>
            </a:blipFill>
            <a:ln cap="sq">
              <a:noFill/>
              <a:prstDash val="solid"/>
              <a:miter/>
            </a:ln>
          </p:spPr>
        </p:sp>
      </p:grpSp>
      <p:pic>
        <p:nvPicPr>
          <p:cNvPr id="39" name="Picture 39"/>
          <p:cNvPicPr>
            <a:picLocks noChangeAspect="1"/>
          </p:cNvPicPr>
          <p:nvPr/>
        </p:nvPicPr>
        <p:blipFill>
          <a:blip r:embed="rId10"/>
          <a:stretch>
            <a:fillRect/>
          </a:stretch>
        </p:blipFill>
        <p:spPr>
          <a:xfrm>
            <a:off x="11324775" y="4721151"/>
            <a:ext cx="4481056" cy="896212"/>
          </a:xfrm>
          <a:prstGeom prst="rect">
            <a:avLst/>
          </a:prstGeom>
        </p:spPr>
      </p:pic>
      <p:grpSp>
        <p:nvGrpSpPr>
          <p:cNvPr id="40" name="Group 40"/>
          <p:cNvGrpSpPr/>
          <p:nvPr/>
        </p:nvGrpSpPr>
        <p:grpSpPr>
          <a:xfrm>
            <a:off x="14772545" y="812793"/>
            <a:ext cx="258755" cy="258755"/>
            <a:chOff x="0" y="0"/>
            <a:chExt cx="812800" cy="812800"/>
          </a:xfrm>
        </p:grpSpPr>
        <p:sp>
          <p:nvSpPr>
            <p:cNvPr id="41" name="Freeform 4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6D0E8"/>
            </a:solidFill>
            <a:ln cap="sq">
              <a:noFill/>
              <a:prstDash val="solid"/>
              <a:miter/>
            </a:ln>
          </p:spPr>
        </p:sp>
        <p:sp>
          <p:nvSpPr>
            <p:cNvPr id="42" name="TextBox 42"/>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43" name="Group 43"/>
          <p:cNvGrpSpPr/>
          <p:nvPr/>
        </p:nvGrpSpPr>
        <p:grpSpPr>
          <a:xfrm>
            <a:off x="15144026" y="812793"/>
            <a:ext cx="258755" cy="258755"/>
            <a:chOff x="0" y="0"/>
            <a:chExt cx="812800" cy="812800"/>
          </a:xfrm>
        </p:grpSpPr>
        <p:sp>
          <p:nvSpPr>
            <p:cNvPr id="44" name="Freeform 4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6D0E8"/>
            </a:solidFill>
            <a:ln cap="sq">
              <a:noFill/>
              <a:prstDash val="solid"/>
              <a:miter/>
            </a:ln>
          </p:spPr>
        </p:sp>
        <p:sp>
          <p:nvSpPr>
            <p:cNvPr id="45" name="TextBox 45"/>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46" name="Group 46"/>
          <p:cNvGrpSpPr/>
          <p:nvPr/>
        </p:nvGrpSpPr>
        <p:grpSpPr>
          <a:xfrm>
            <a:off x="15515580" y="812793"/>
            <a:ext cx="258755" cy="258755"/>
            <a:chOff x="0" y="0"/>
            <a:chExt cx="812800" cy="812800"/>
          </a:xfrm>
        </p:grpSpPr>
        <p:sp>
          <p:nvSpPr>
            <p:cNvPr id="47" name="Freeform 4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6D0E8"/>
            </a:solidFill>
            <a:ln cap="sq">
              <a:noFill/>
              <a:prstDash val="solid"/>
              <a:miter/>
            </a:ln>
          </p:spPr>
        </p:sp>
        <p:sp>
          <p:nvSpPr>
            <p:cNvPr id="48" name="TextBox 48"/>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49" name="Group 49"/>
          <p:cNvGrpSpPr/>
          <p:nvPr/>
        </p:nvGrpSpPr>
        <p:grpSpPr>
          <a:xfrm>
            <a:off x="3039641" y="5627097"/>
            <a:ext cx="1665960" cy="575357"/>
            <a:chOff x="0" y="0"/>
            <a:chExt cx="2221280" cy="767143"/>
          </a:xfrm>
        </p:grpSpPr>
        <p:sp>
          <p:nvSpPr>
            <p:cNvPr id="50" name="Freeform 50"/>
            <p:cNvSpPr/>
            <p:nvPr/>
          </p:nvSpPr>
          <p:spPr>
            <a:xfrm>
              <a:off x="727069" y="0"/>
              <a:ext cx="767143" cy="767143"/>
            </a:xfrm>
            <a:custGeom>
              <a:avLst/>
              <a:gdLst/>
              <a:ahLst/>
              <a:cxnLst/>
              <a:rect l="l" t="t" r="r" b="b"/>
              <a:pathLst>
                <a:path w="767143" h="767143">
                  <a:moveTo>
                    <a:pt x="0" y="0"/>
                  </a:moveTo>
                  <a:lnTo>
                    <a:pt x="767143" y="0"/>
                  </a:lnTo>
                  <a:lnTo>
                    <a:pt x="767143" y="767143"/>
                  </a:lnTo>
                  <a:lnTo>
                    <a:pt x="0" y="76714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51" name="Freeform 51"/>
            <p:cNvSpPr/>
            <p:nvPr/>
          </p:nvSpPr>
          <p:spPr>
            <a:xfrm rot="-10800000">
              <a:off x="181286" y="204781"/>
              <a:ext cx="332921" cy="357582"/>
            </a:xfrm>
            <a:custGeom>
              <a:avLst/>
              <a:gdLst/>
              <a:ahLst/>
              <a:cxnLst/>
              <a:rect l="l" t="t" r="r" b="b"/>
              <a:pathLst>
                <a:path w="332921" h="357582">
                  <a:moveTo>
                    <a:pt x="0" y="0"/>
                  </a:moveTo>
                  <a:lnTo>
                    <a:pt x="332922" y="0"/>
                  </a:lnTo>
                  <a:lnTo>
                    <a:pt x="332922" y="357582"/>
                  </a:lnTo>
                  <a:lnTo>
                    <a:pt x="0" y="357582"/>
                  </a:lnTo>
                  <a:lnTo>
                    <a:pt x="0" y="0"/>
                  </a:lnTo>
                  <a:close/>
                </a:path>
              </a:pathLst>
            </a:custGeom>
            <a:blipFill>
              <a:blip r:embed="rId5">
                <a:extLst>
                  <a:ext uri="{96DAC541-7B7A-43D3-8B79-37D633B846F1}">
                    <asvg:svgBlip xmlns:asvg="http://schemas.microsoft.com/office/drawing/2016/SVG/main" r:embed="rId6"/>
                  </a:ext>
                </a:extLst>
              </a:blip>
              <a:stretch>
                <a:fillRect l="-64549" t="-61322" r="-65878" b="-53213"/>
              </a:stretch>
            </a:blipFill>
            <a:ln cap="sq">
              <a:noFill/>
              <a:prstDash val="solid"/>
              <a:miter/>
            </a:ln>
          </p:spPr>
        </p:sp>
        <p:sp>
          <p:nvSpPr>
            <p:cNvPr id="52" name="Freeform 52"/>
            <p:cNvSpPr/>
            <p:nvPr/>
          </p:nvSpPr>
          <p:spPr>
            <a:xfrm rot="-10800000">
              <a:off x="0" y="204781"/>
              <a:ext cx="332921" cy="357582"/>
            </a:xfrm>
            <a:custGeom>
              <a:avLst/>
              <a:gdLst/>
              <a:ahLst/>
              <a:cxnLst/>
              <a:rect l="l" t="t" r="r" b="b"/>
              <a:pathLst>
                <a:path w="332921" h="357582">
                  <a:moveTo>
                    <a:pt x="0" y="0"/>
                  </a:moveTo>
                  <a:lnTo>
                    <a:pt x="332921" y="0"/>
                  </a:lnTo>
                  <a:lnTo>
                    <a:pt x="332921" y="357582"/>
                  </a:lnTo>
                  <a:lnTo>
                    <a:pt x="0" y="357582"/>
                  </a:lnTo>
                  <a:lnTo>
                    <a:pt x="0" y="0"/>
                  </a:lnTo>
                  <a:close/>
                </a:path>
              </a:pathLst>
            </a:custGeom>
            <a:blipFill>
              <a:blip r:embed="rId5">
                <a:extLst>
                  <a:ext uri="{96DAC541-7B7A-43D3-8B79-37D633B846F1}">
                    <asvg:svgBlip xmlns:asvg="http://schemas.microsoft.com/office/drawing/2016/SVG/main" r:embed="rId6"/>
                  </a:ext>
                </a:extLst>
              </a:blip>
              <a:stretch>
                <a:fillRect l="-64549" t="-61322" r="-65878" b="-53213"/>
              </a:stretch>
            </a:blipFill>
            <a:ln cap="sq">
              <a:noFill/>
              <a:prstDash val="solid"/>
              <a:miter/>
            </a:ln>
          </p:spPr>
        </p:sp>
        <p:sp>
          <p:nvSpPr>
            <p:cNvPr id="53" name="Freeform 53"/>
            <p:cNvSpPr/>
            <p:nvPr/>
          </p:nvSpPr>
          <p:spPr>
            <a:xfrm>
              <a:off x="1707073" y="204781"/>
              <a:ext cx="332921" cy="357582"/>
            </a:xfrm>
            <a:custGeom>
              <a:avLst/>
              <a:gdLst/>
              <a:ahLst/>
              <a:cxnLst/>
              <a:rect l="l" t="t" r="r" b="b"/>
              <a:pathLst>
                <a:path w="332921" h="357582">
                  <a:moveTo>
                    <a:pt x="0" y="0"/>
                  </a:moveTo>
                  <a:lnTo>
                    <a:pt x="332921" y="0"/>
                  </a:lnTo>
                  <a:lnTo>
                    <a:pt x="332921" y="357582"/>
                  </a:lnTo>
                  <a:lnTo>
                    <a:pt x="0" y="357582"/>
                  </a:lnTo>
                  <a:lnTo>
                    <a:pt x="0" y="0"/>
                  </a:lnTo>
                  <a:close/>
                </a:path>
              </a:pathLst>
            </a:custGeom>
            <a:blipFill>
              <a:blip r:embed="rId5">
                <a:extLst>
                  <a:ext uri="{96DAC541-7B7A-43D3-8B79-37D633B846F1}">
                    <asvg:svgBlip xmlns:asvg="http://schemas.microsoft.com/office/drawing/2016/SVG/main" r:embed="rId6"/>
                  </a:ext>
                </a:extLst>
              </a:blip>
              <a:stretch>
                <a:fillRect l="-64549" t="-61322" r="-65878" b="-53213"/>
              </a:stretch>
            </a:blipFill>
            <a:ln cap="sq">
              <a:noFill/>
              <a:prstDash val="solid"/>
              <a:miter/>
            </a:ln>
          </p:spPr>
        </p:sp>
        <p:sp>
          <p:nvSpPr>
            <p:cNvPr id="54" name="Freeform 54"/>
            <p:cNvSpPr/>
            <p:nvPr/>
          </p:nvSpPr>
          <p:spPr>
            <a:xfrm>
              <a:off x="1888359" y="204781"/>
              <a:ext cx="332921" cy="357582"/>
            </a:xfrm>
            <a:custGeom>
              <a:avLst/>
              <a:gdLst/>
              <a:ahLst/>
              <a:cxnLst/>
              <a:rect l="l" t="t" r="r" b="b"/>
              <a:pathLst>
                <a:path w="332921" h="357582">
                  <a:moveTo>
                    <a:pt x="0" y="0"/>
                  </a:moveTo>
                  <a:lnTo>
                    <a:pt x="332921" y="0"/>
                  </a:lnTo>
                  <a:lnTo>
                    <a:pt x="332921" y="357582"/>
                  </a:lnTo>
                  <a:lnTo>
                    <a:pt x="0" y="357582"/>
                  </a:lnTo>
                  <a:lnTo>
                    <a:pt x="0" y="0"/>
                  </a:lnTo>
                  <a:close/>
                </a:path>
              </a:pathLst>
            </a:custGeom>
            <a:blipFill>
              <a:blip r:embed="rId5">
                <a:extLst>
                  <a:ext uri="{96DAC541-7B7A-43D3-8B79-37D633B846F1}">
                    <asvg:svgBlip xmlns:asvg="http://schemas.microsoft.com/office/drawing/2016/SVG/main" r:embed="rId6"/>
                  </a:ext>
                </a:extLst>
              </a:blip>
              <a:stretch>
                <a:fillRect l="-64549" t="-61322" r="-65878" b="-53213"/>
              </a:stretch>
            </a:blipFill>
            <a:ln cap="sq">
              <a:noFill/>
              <a:prstDash val="solid"/>
              <a:miter/>
            </a:ln>
          </p:spPr>
        </p:sp>
      </p:grpSp>
      <p:grpSp>
        <p:nvGrpSpPr>
          <p:cNvPr id="55" name="Group 55"/>
          <p:cNvGrpSpPr/>
          <p:nvPr/>
        </p:nvGrpSpPr>
        <p:grpSpPr>
          <a:xfrm>
            <a:off x="5079864" y="1082230"/>
            <a:ext cx="258755" cy="258755"/>
            <a:chOff x="0" y="0"/>
            <a:chExt cx="812800" cy="812800"/>
          </a:xfrm>
        </p:grpSpPr>
        <p:sp>
          <p:nvSpPr>
            <p:cNvPr id="56" name="Freeform 5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6D0E8"/>
            </a:solidFill>
            <a:ln cap="sq">
              <a:noFill/>
              <a:prstDash val="solid"/>
              <a:miter/>
            </a:ln>
          </p:spPr>
        </p:sp>
        <p:sp>
          <p:nvSpPr>
            <p:cNvPr id="57" name="TextBox 57"/>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58" name="Group 58"/>
          <p:cNvGrpSpPr/>
          <p:nvPr/>
        </p:nvGrpSpPr>
        <p:grpSpPr>
          <a:xfrm>
            <a:off x="5451345" y="1082230"/>
            <a:ext cx="258755" cy="258755"/>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6D0E8"/>
            </a:solidFill>
            <a:ln cap="sq">
              <a:noFill/>
              <a:prstDash val="solid"/>
              <a:miter/>
            </a:ln>
          </p:spPr>
        </p:sp>
        <p:sp>
          <p:nvSpPr>
            <p:cNvPr id="60" name="TextBox 60"/>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61" name="Group 61"/>
          <p:cNvGrpSpPr/>
          <p:nvPr/>
        </p:nvGrpSpPr>
        <p:grpSpPr>
          <a:xfrm>
            <a:off x="5822899" y="1082230"/>
            <a:ext cx="258755" cy="258755"/>
            <a:chOff x="0" y="0"/>
            <a:chExt cx="812800" cy="812800"/>
          </a:xfrm>
        </p:grpSpPr>
        <p:sp>
          <p:nvSpPr>
            <p:cNvPr id="62" name="Freeform 6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A6D0E8"/>
            </a:solidFill>
            <a:ln cap="sq">
              <a:noFill/>
              <a:prstDash val="solid"/>
              <a:miter/>
            </a:ln>
          </p:spPr>
        </p:sp>
        <p:sp>
          <p:nvSpPr>
            <p:cNvPr id="63" name="TextBox 63"/>
            <p:cNvSpPr txBox="1"/>
            <p:nvPr/>
          </p:nvSpPr>
          <p:spPr>
            <a:xfrm>
              <a:off x="76200" y="38100"/>
              <a:ext cx="660400" cy="698500"/>
            </a:xfrm>
            <a:prstGeom prst="rect">
              <a:avLst/>
            </a:prstGeom>
          </p:spPr>
          <p:txBody>
            <a:bodyPr lIns="50800" tIns="50800" rIns="50800" bIns="50800" rtlCol="0" anchor="ctr"/>
            <a:lstStyle/>
            <a:p>
              <a:pPr marL="0" lvl="0" indent="0" algn="ctr">
                <a:lnSpc>
                  <a:spcPts val="3080"/>
                </a:lnSpc>
                <a:spcBef>
                  <a:spcPct val="0"/>
                </a:spcBef>
              </a:pPr>
              <a:endParaRPr/>
            </a:p>
          </p:txBody>
        </p:sp>
      </p:grpSp>
      <p:grpSp>
        <p:nvGrpSpPr>
          <p:cNvPr id="64" name="Group 64"/>
          <p:cNvGrpSpPr/>
          <p:nvPr/>
        </p:nvGrpSpPr>
        <p:grpSpPr>
          <a:xfrm>
            <a:off x="2005515" y="1524091"/>
            <a:ext cx="3734213" cy="2816728"/>
            <a:chOff x="0" y="0"/>
            <a:chExt cx="4978950" cy="3755637"/>
          </a:xfrm>
        </p:grpSpPr>
        <p:pic>
          <p:nvPicPr>
            <p:cNvPr id="65" name="Picture 65"/>
            <p:cNvPicPr>
              <a:picLocks noChangeAspect="1"/>
            </p:cNvPicPr>
            <p:nvPr/>
          </p:nvPicPr>
          <p:blipFill>
            <a:blip r:embed="rId11"/>
            <a:srcRect t="24856" b="24856"/>
            <a:stretch>
              <a:fillRect/>
            </a:stretch>
          </p:blipFill>
          <p:spPr>
            <a:xfrm>
              <a:off x="0" y="0"/>
              <a:ext cx="4978950" cy="3755637"/>
            </a:xfrm>
            <a:prstGeom prst="rect">
              <a:avLst/>
            </a:prstGeom>
          </p:spPr>
        </p:pic>
      </p:grpSp>
      <p:sp>
        <p:nvSpPr>
          <p:cNvPr id="66" name="Freeform 66"/>
          <p:cNvSpPr/>
          <p:nvPr/>
        </p:nvSpPr>
        <p:spPr>
          <a:xfrm>
            <a:off x="14583827" y="2521653"/>
            <a:ext cx="689577" cy="821603"/>
          </a:xfrm>
          <a:custGeom>
            <a:avLst/>
            <a:gdLst/>
            <a:ahLst/>
            <a:cxnLst/>
            <a:rect l="l" t="t" r="r" b="b"/>
            <a:pathLst>
              <a:path w="689577" h="821603">
                <a:moveTo>
                  <a:pt x="0" y="0"/>
                </a:moveTo>
                <a:lnTo>
                  <a:pt x="689577" y="0"/>
                </a:lnTo>
                <a:lnTo>
                  <a:pt x="689577" y="821604"/>
                </a:lnTo>
                <a:lnTo>
                  <a:pt x="0" y="821604"/>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67" name="Freeform 67"/>
          <p:cNvSpPr/>
          <p:nvPr/>
        </p:nvSpPr>
        <p:spPr>
          <a:xfrm rot="1045126">
            <a:off x="7858445" y="1122146"/>
            <a:ext cx="2152330" cy="1839436"/>
          </a:xfrm>
          <a:custGeom>
            <a:avLst/>
            <a:gdLst/>
            <a:ahLst/>
            <a:cxnLst/>
            <a:rect l="l" t="t" r="r" b="b"/>
            <a:pathLst>
              <a:path w="2152330" h="1839436">
                <a:moveTo>
                  <a:pt x="0" y="0"/>
                </a:moveTo>
                <a:lnTo>
                  <a:pt x="2152330" y="0"/>
                </a:lnTo>
                <a:lnTo>
                  <a:pt x="2152330" y="1839437"/>
                </a:lnTo>
                <a:lnTo>
                  <a:pt x="0" y="1839437"/>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68" name="Freeform 68"/>
          <p:cNvSpPr/>
          <p:nvPr/>
        </p:nvSpPr>
        <p:spPr>
          <a:xfrm>
            <a:off x="7792854" y="3998016"/>
            <a:ext cx="1279219" cy="922637"/>
          </a:xfrm>
          <a:custGeom>
            <a:avLst/>
            <a:gdLst/>
            <a:ahLst/>
            <a:cxnLst/>
            <a:rect l="l" t="t" r="r" b="b"/>
            <a:pathLst>
              <a:path w="1279219" h="922637">
                <a:moveTo>
                  <a:pt x="0" y="0"/>
                </a:moveTo>
                <a:lnTo>
                  <a:pt x="1279219" y="0"/>
                </a:lnTo>
                <a:lnTo>
                  <a:pt x="1279219" y="922637"/>
                </a:lnTo>
                <a:lnTo>
                  <a:pt x="0" y="922637"/>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69" name="Freeform 69"/>
          <p:cNvSpPr/>
          <p:nvPr/>
        </p:nvSpPr>
        <p:spPr>
          <a:xfrm flipH="1">
            <a:off x="1609962" y="1091736"/>
            <a:ext cx="1324461" cy="1429917"/>
          </a:xfrm>
          <a:custGeom>
            <a:avLst/>
            <a:gdLst/>
            <a:ahLst/>
            <a:cxnLst/>
            <a:rect l="l" t="t" r="r" b="b"/>
            <a:pathLst>
              <a:path w="1324461" h="1429917">
                <a:moveTo>
                  <a:pt x="1324461" y="0"/>
                </a:moveTo>
                <a:lnTo>
                  <a:pt x="0" y="0"/>
                </a:lnTo>
                <a:lnTo>
                  <a:pt x="0" y="1429917"/>
                </a:lnTo>
                <a:lnTo>
                  <a:pt x="1324461" y="1429917"/>
                </a:lnTo>
                <a:lnTo>
                  <a:pt x="1324461" y="0"/>
                </a:lnTo>
                <a:close/>
              </a:path>
            </a:pathLst>
          </a:custGeom>
          <a:blipFill>
            <a:blip r:embed="rId18">
              <a:extLst>
                <a:ext uri="{96DAC541-7B7A-43D3-8B79-37D633B846F1}">
                  <asvg:svgBlip xmlns:asvg="http://schemas.microsoft.com/office/drawing/2016/SVG/main" r:embed="rId19"/>
                </a:ext>
              </a:extLst>
            </a:blip>
            <a:stretch>
              <a:fillRect/>
            </a:stretch>
          </a:blipFill>
        </p:spPr>
      </p:sp>
      <p:sp>
        <p:nvSpPr>
          <p:cNvPr id="70" name="Freeform 70"/>
          <p:cNvSpPr/>
          <p:nvPr/>
        </p:nvSpPr>
        <p:spPr>
          <a:xfrm rot="1022981">
            <a:off x="5884381" y="7463717"/>
            <a:ext cx="1231431" cy="1373401"/>
          </a:xfrm>
          <a:custGeom>
            <a:avLst/>
            <a:gdLst/>
            <a:ahLst/>
            <a:cxnLst/>
            <a:rect l="l" t="t" r="r" b="b"/>
            <a:pathLst>
              <a:path w="1231431" h="1373401">
                <a:moveTo>
                  <a:pt x="0" y="0"/>
                </a:moveTo>
                <a:lnTo>
                  <a:pt x="1231431" y="0"/>
                </a:lnTo>
                <a:lnTo>
                  <a:pt x="1231431" y="1373401"/>
                </a:lnTo>
                <a:lnTo>
                  <a:pt x="0" y="1373401"/>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sp>
      <p:sp>
        <p:nvSpPr>
          <p:cNvPr id="71" name="TextBox 71"/>
          <p:cNvSpPr txBox="1"/>
          <p:nvPr/>
        </p:nvSpPr>
        <p:spPr>
          <a:xfrm>
            <a:off x="1028700" y="7629224"/>
            <a:ext cx="4717995" cy="1322578"/>
          </a:xfrm>
          <a:prstGeom prst="rect">
            <a:avLst/>
          </a:prstGeom>
        </p:spPr>
        <p:txBody>
          <a:bodyPr lIns="0" tIns="0" rIns="0" bIns="0" rtlCol="0" anchor="t">
            <a:spAutoFit/>
          </a:bodyPr>
          <a:lstStyle/>
          <a:p>
            <a:pPr marL="0" lvl="0" indent="0" algn="l">
              <a:lnSpc>
                <a:spcPts val="10406"/>
              </a:lnSpc>
              <a:spcBef>
                <a:spcPct val="0"/>
              </a:spcBef>
            </a:pPr>
            <a:r>
              <a:rPr lang="en-US" sz="8600" u="none" strike="noStrike">
                <a:solidFill>
                  <a:srgbClr val="E668A0"/>
                </a:solidFill>
                <a:latin typeface="Sensei"/>
                <a:ea typeface="Sensei"/>
                <a:cs typeface="Sensei"/>
                <a:sym typeface="Sensei"/>
              </a:rPr>
              <a:t>My mood</a:t>
            </a:r>
          </a:p>
        </p:txBody>
      </p:sp>
      <p:sp>
        <p:nvSpPr>
          <p:cNvPr id="72" name="TextBox 72"/>
          <p:cNvSpPr txBox="1"/>
          <p:nvPr/>
        </p:nvSpPr>
        <p:spPr>
          <a:xfrm>
            <a:off x="13565303" y="7191639"/>
            <a:ext cx="3984557" cy="2253233"/>
          </a:xfrm>
          <a:prstGeom prst="rect">
            <a:avLst/>
          </a:prstGeom>
        </p:spPr>
        <p:txBody>
          <a:bodyPr lIns="0" tIns="0" rIns="0" bIns="0" rtlCol="0" anchor="t">
            <a:spAutoFit/>
          </a:bodyPr>
          <a:lstStyle/>
          <a:p>
            <a:pPr marL="0" lvl="1" indent="0" algn="r">
              <a:lnSpc>
                <a:spcPts val="4578"/>
              </a:lnSpc>
            </a:pPr>
            <a:r>
              <a:rPr lang="en-US" sz="2100">
                <a:solidFill>
                  <a:srgbClr val="1A4F6B"/>
                </a:solidFill>
                <a:latin typeface="Atkinson Hyperlegible"/>
                <a:ea typeface="Atkinson Hyperlegible"/>
                <a:cs typeface="Atkinson Hyperlegible"/>
                <a:sym typeface="Atkinson Hyperlegible"/>
              </a:rPr>
              <a:t>Lorem ipsum dolor sit amet, consectetur adipiscing elit, sed do eiusmod tempor incididunt ut labore et dolore magna aliqua.</a:t>
            </a:r>
          </a:p>
        </p:txBody>
      </p:sp>
      <p:sp>
        <p:nvSpPr>
          <p:cNvPr id="73" name="TextBox 73"/>
          <p:cNvSpPr txBox="1"/>
          <p:nvPr/>
        </p:nvSpPr>
        <p:spPr>
          <a:xfrm>
            <a:off x="8472046" y="7251053"/>
            <a:ext cx="3077457" cy="441337"/>
          </a:xfrm>
          <a:prstGeom prst="rect">
            <a:avLst/>
          </a:prstGeom>
        </p:spPr>
        <p:txBody>
          <a:bodyPr lIns="0" tIns="0" rIns="0" bIns="0" rtlCol="0" anchor="t">
            <a:spAutoFit/>
          </a:bodyPr>
          <a:lstStyle/>
          <a:p>
            <a:pPr marL="0" lvl="0" indent="0" algn="ctr">
              <a:lnSpc>
                <a:spcPts val="3573"/>
              </a:lnSpc>
              <a:spcBef>
                <a:spcPct val="0"/>
              </a:spcBef>
            </a:pPr>
            <a:r>
              <a:rPr lang="en-US" sz="2749">
                <a:solidFill>
                  <a:srgbClr val="63A4C7"/>
                </a:solidFill>
                <a:latin typeface="Sensei"/>
                <a:ea typeface="Sensei"/>
                <a:cs typeface="Sensei"/>
                <a:sym typeface="Sensei"/>
              </a:rPr>
              <a:t>Mornin Dew</a:t>
            </a:r>
          </a:p>
        </p:txBody>
      </p:sp>
      <p:sp>
        <p:nvSpPr>
          <p:cNvPr id="74" name="TextBox 74"/>
          <p:cNvSpPr txBox="1"/>
          <p:nvPr/>
        </p:nvSpPr>
        <p:spPr>
          <a:xfrm>
            <a:off x="8544778" y="7593811"/>
            <a:ext cx="2931994" cy="416686"/>
          </a:xfrm>
          <a:prstGeom prst="rect">
            <a:avLst/>
          </a:prstGeom>
        </p:spPr>
        <p:txBody>
          <a:bodyPr lIns="0" tIns="0" rIns="0" bIns="0" rtlCol="0" anchor="t">
            <a:spAutoFit/>
          </a:bodyPr>
          <a:lstStyle/>
          <a:p>
            <a:pPr marL="0" lvl="1" indent="0" algn="ctr">
              <a:lnSpc>
                <a:spcPts val="3724"/>
              </a:lnSpc>
              <a:spcBef>
                <a:spcPct val="0"/>
              </a:spcBef>
            </a:pPr>
            <a:r>
              <a:rPr lang="en-US" sz="1900">
                <a:solidFill>
                  <a:srgbClr val="1A4F6B"/>
                </a:solidFill>
                <a:latin typeface="Atkinson Hyperlegible"/>
                <a:ea typeface="Atkinson Hyperlegible"/>
                <a:cs typeface="Atkinson Hyperlegible"/>
                <a:sym typeface="Atkinson Hyperlegible"/>
                <a:hlinkClick r:id="rId22" tooltip="https://www.youtube.com/watch?v=-bs1c-L-CUk"/>
              </a:rPr>
              <a:t>Sunni Colón</a:t>
            </a:r>
            <a:r>
              <a:rPr lang="en-US" sz="1900">
                <a:solidFill>
                  <a:srgbClr val="1A4F6B"/>
                </a:solidFill>
                <a:latin typeface="Atkinson Hyperlegible"/>
                <a:ea typeface="Atkinson Hyperlegible"/>
                <a:cs typeface="Atkinson Hyperlegible"/>
                <a:sym typeface="Atkinson Hyperlegible"/>
                <a:hlinkClick r:id="rId22" tooltip="https://www.youtube.com/watch?v=-bs1c-L-CUk"/>
              </a:rPr>
              <a:t> </a:t>
            </a:r>
          </a:p>
        </p:txBody>
      </p:sp>
      <p:sp>
        <p:nvSpPr>
          <p:cNvPr id="75" name="TextBox 75"/>
          <p:cNvSpPr txBox="1"/>
          <p:nvPr/>
        </p:nvSpPr>
        <p:spPr>
          <a:xfrm>
            <a:off x="12026574" y="4195207"/>
            <a:ext cx="3077457" cy="441337"/>
          </a:xfrm>
          <a:prstGeom prst="rect">
            <a:avLst/>
          </a:prstGeom>
        </p:spPr>
        <p:txBody>
          <a:bodyPr lIns="0" tIns="0" rIns="0" bIns="0" rtlCol="0" anchor="t">
            <a:spAutoFit/>
          </a:bodyPr>
          <a:lstStyle/>
          <a:p>
            <a:pPr marL="0" lvl="0" indent="0" algn="ctr">
              <a:lnSpc>
                <a:spcPts val="3573"/>
              </a:lnSpc>
              <a:spcBef>
                <a:spcPct val="0"/>
              </a:spcBef>
            </a:pPr>
            <a:r>
              <a:rPr lang="en-US" sz="2749">
                <a:solidFill>
                  <a:srgbClr val="63A4C7"/>
                </a:solidFill>
                <a:latin typeface="Sensei"/>
                <a:ea typeface="Sensei"/>
                <a:cs typeface="Sensei"/>
                <a:sym typeface="Sensei"/>
              </a:rPr>
              <a:t>Plastic</a:t>
            </a:r>
          </a:p>
        </p:txBody>
      </p:sp>
      <p:sp>
        <p:nvSpPr>
          <p:cNvPr id="76" name="TextBox 76"/>
          <p:cNvSpPr txBox="1"/>
          <p:nvPr/>
        </p:nvSpPr>
        <p:spPr>
          <a:xfrm>
            <a:off x="12099306" y="4537965"/>
            <a:ext cx="2931994" cy="416686"/>
          </a:xfrm>
          <a:prstGeom prst="rect">
            <a:avLst/>
          </a:prstGeom>
        </p:spPr>
        <p:txBody>
          <a:bodyPr lIns="0" tIns="0" rIns="0" bIns="0" rtlCol="0" anchor="t">
            <a:spAutoFit/>
          </a:bodyPr>
          <a:lstStyle/>
          <a:p>
            <a:pPr marL="0" lvl="1" indent="0" algn="ctr">
              <a:lnSpc>
                <a:spcPts val="3724"/>
              </a:lnSpc>
              <a:spcBef>
                <a:spcPct val="0"/>
              </a:spcBef>
            </a:pPr>
            <a:r>
              <a:rPr lang="en-US" sz="1900">
                <a:solidFill>
                  <a:srgbClr val="1A4F6B"/>
                </a:solidFill>
                <a:latin typeface="Atkinson Hyperlegible"/>
                <a:ea typeface="Atkinson Hyperlegible"/>
                <a:cs typeface="Atkinson Hyperlegible"/>
                <a:sym typeface="Atkinson Hyperlegible"/>
                <a:hlinkClick r:id="rId22" tooltip="https://www.youtube.com/watch?v=-bs1c-L-CUk"/>
              </a:rPr>
              <a:t>Moses Sumney</a:t>
            </a:r>
          </a:p>
        </p:txBody>
      </p:sp>
      <p:sp>
        <p:nvSpPr>
          <p:cNvPr id="77" name="TextBox 77"/>
          <p:cNvSpPr txBox="1"/>
          <p:nvPr/>
        </p:nvSpPr>
        <p:spPr>
          <a:xfrm>
            <a:off x="2333893" y="4464644"/>
            <a:ext cx="3077457" cy="441337"/>
          </a:xfrm>
          <a:prstGeom prst="rect">
            <a:avLst/>
          </a:prstGeom>
        </p:spPr>
        <p:txBody>
          <a:bodyPr lIns="0" tIns="0" rIns="0" bIns="0" rtlCol="0" anchor="t">
            <a:spAutoFit/>
          </a:bodyPr>
          <a:lstStyle/>
          <a:p>
            <a:pPr marL="0" lvl="0" indent="0" algn="ctr">
              <a:lnSpc>
                <a:spcPts val="3573"/>
              </a:lnSpc>
              <a:spcBef>
                <a:spcPct val="0"/>
              </a:spcBef>
            </a:pPr>
            <a:r>
              <a:rPr lang="en-US" sz="2749">
                <a:solidFill>
                  <a:srgbClr val="63A4C7"/>
                </a:solidFill>
                <a:latin typeface="Sensei"/>
                <a:ea typeface="Sensei"/>
                <a:cs typeface="Sensei"/>
                <a:sym typeface="Sensei"/>
              </a:rPr>
              <a:t>I like me better</a:t>
            </a:r>
          </a:p>
        </p:txBody>
      </p:sp>
      <p:sp>
        <p:nvSpPr>
          <p:cNvPr id="78" name="TextBox 78"/>
          <p:cNvSpPr txBox="1"/>
          <p:nvPr/>
        </p:nvSpPr>
        <p:spPr>
          <a:xfrm>
            <a:off x="3210298" y="4807402"/>
            <a:ext cx="1324647" cy="416686"/>
          </a:xfrm>
          <a:prstGeom prst="rect">
            <a:avLst/>
          </a:prstGeom>
        </p:spPr>
        <p:txBody>
          <a:bodyPr lIns="0" tIns="0" rIns="0" bIns="0" rtlCol="0" anchor="t">
            <a:spAutoFit/>
          </a:bodyPr>
          <a:lstStyle/>
          <a:p>
            <a:pPr marL="0" lvl="1" indent="0" algn="ctr">
              <a:lnSpc>
                <a:spcPts val="3724"/>
              </a:lnSpc>
              <a:spcBef>
                <a:spcPct val="0"/>
              </a:spcBef>
            </a:pPr>
            <a:r>
              <a:rPr lang="en-US" sz="1900" u="none" strike="noStrike">
                <a:solidFill>
                  <a:srgbClr val="1A4F6B"/>
                </a:solidFill>
                <a:latin typeface="Atkinson Hyperlegible"/>
                <a:ea typeface="Atkinson Hyperlegible"/>
                <a:cs typeface="Atkinson Hyperlegible"/>
                <a:sym typeface="Atkinson Hyperlegible"/>
              </a:rPr>
              <a:t>Lauv</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9988294" y="713384"/>
            <a:ext cx="7075442" cy="3205858"/>
            <a:chOff x="0" y="0"/>
            <a:chExt cx="1863491" cy="844341"/>
          </a:xfrm>
        </p:grpSpPr>
        <p:sp>
          <p:nvSpPr>
            <p:cNvPr id="4" name="Freeform 4"/>
            <p:cNvSpPr/>
            <p:nvPr/>
          </p:nvSpPr>
          <p:spPr>
            <a:xfrm>
              <a:off x="0" y="0"/>
              <a:ext cx="1863491" cy="844341"/>
            </a:xfrm>
            <a:custGeom>
              <a:avLst/>
              <a:gdLst/>
              <a:ahLst/>
              <a:cxnLst/>
              <a:rect l="l" t="t" r="r" b="b"/>
              <a:pathLst>
                <a:path w="1863491" h="844341">
                  <a:moveTo>
                    <a:pt x="26261" y="0"/>
                  </a:moveTo>
                  <a:lnTo>
                    <a:pt x="1837230" y="0"/>
                  </a:lnTo>
                  <a:cubicBezTo>
                    <a:pt x="1851734" y="0"/>
                    <a:pt x="1863491" y="11757"/>
                    <a:pt x="1863491" y="26261"/>
                  </a:cubicBezTo>
                  <a:lnTo>
                    <a:pt x="1863491" y="818081"/>
                  </a:lnTo>
                  <a:cubicBezTo>
                    <a:pt x="1863491" y="825045"/>
                    <a:pt x="1860724" y="831725"/>
                    <a:pt x="1855799" y="836650"/>
                  </a:cubicBezTo>
                  <a:cubicBezTo>
                    <a:pt x="1850874" y="841575"/>
                    <a:pt x="1844195" y="844341"/>
                    <a:pt x="1837230" y="844341"/>
                  </a:cubicBezTo>
                  <a:lnTo>
                    <a:pt x="26261" y="844341"/>
                  </a:lnTo>
                  <a:cubicBezTo>
                    <a:pt x="19296" y="844341"/>
                    <a:pt x="12616" y="841575"/>
                    <a:pt x="7692" y="836650"/>
                  </a:cubicBezTo>
                  <a:cubicBezTo>
                    <a:pt x="2767" y="831725"/>
                    <a:pt x="0" y="825045"/>
                    <a:pt x="0" y="818081"/>
                  </a:cubicBezTo>
                  <a:lnTo>
                    <a:pt x="0" y="26261"/>
                  </a:lnTo>
                  <a:cubicBezTo>
                    <a:pt x="0" y="19296"/>
                    <a:pt x="2767" y="12616"/>
                    <a:pt x="7692" y="7692"/>
                  </a:cubicBezTo>
                  <a:cubicBezTo>
                    <a:pt x="12616" y="2767"/>
                    <a:pt x="19296" y="0"/>
                    <a:pt x="26261" y="0"/>
                  </a:cubicBezTo>
                  <a:close/>
                </a:path>
              </a:pathLst>
            </a:custGeom>
            <a:solidFill>
              <a:srgbClr val="A6D0E8"/>
            </a:solidFill>
          </p:spPr>
        </p:sp>
        <p:sp>
          <p:nvSpPr>
            <p:cNvPr id="5" name="TextBox 5"/>
            <p:cNvSpPr txBox="1"/>
            <p:nvPr/>
          </p:nvSpPr>
          <p:spPr>
            <a:xfrm>
              <a:off x="0" y="-38100"/>
              <a:ext cx="1863491" cy="882441"/>
            </a:xfrm>
            <a:prstGeom prst="rect">
              <a:avLst/>
            </a:prstGeom>
          </p:spPr>
          <p:txBody>
            <a:bodyPr lIns="50800" tIns="50800" rIns="50800" bIns="50800" rtlCol="0" anchor="ctr"/>
            <a:lstStyle/>
            <a:p>
              <a:pPr algn="ctr">
                <a:lnSpc>
                  <a:spcPts val="3080"/>
                </a:lnSpc>
              </a:pPr>
              <a:endParaRPr/>
            </a:p>
          </p:txBody>
        </p:sp>
      </p:grpSp>
      <p:grpSp>
        <p:nvGrpSpPr>
          <p:cNvPr id="6" name="Group 6"/>
          <p:cNvGrpSpPr/>
          <p:nvPr/>
        </p:nvGrpSpPr>
        <p:grpSpPr>
          <a:xfrm>
            <a:off x="9988294" y="4224043"/>
            <a:ext cx="7075442" cy="5349573"/>
            <a:chOff x="0" y="0"/>
            <a:chExt cx="1863491" cy="1408941"/>
          </a:xfrm>
        </p:grpSpPr>
        <p:sp>
          <p:nvSpPr>
            <p:cNvPr id="7" name="Freeform 7"/>
            <p:cNvSpPr/>
            <p:nvPr/>
          </p:nvSpPr>
          <p:spPr>
            <a:xfrm>
              <a:off x="0" y="0"/>
              <a:ext cx="1863491" cy="1408941"/>
            </a:xfrm>
            <a:custGeom>
              <a:avLst/>
              <a:gdLst/>
              <a:ahLst/>
              <a:cxnLst/>
              <a:rect l="l" t="t" r="r" b="b"/>
              <a:pathLst>
                <a:path w="1863491" h="1408941">
                  <a:moveTo>
                    <a:pt x="26261" y="0"/>
                  </a:moveTo>
                  <a:lnTo>
                    <a:pt x="1837230" y="0"/>
                  </a:lnTo>
                  <a:cubicBezTo>
                    <a:pt x="1851734" y="0"/>
                    <a:pt x="1863491" y="11757"/>
                    <a:pt x="1863491" y="26261"/>
                  </a:cubicBezTo>
                  <a:lnTo>
                    <a:pt x="1863491" y="1382680"/>
                  </a:lnTo>
                  <a:cubicBezTo>
                    <a:pt x="1863491" y="1389645"/>
                    <a:pt x="1860724" y="1396325"/>
                    <a:pt x="1855799" y="1401250"/>
                  </a:cubicBezTo>
                  <a:cubicBezTo>
                    <a:pt x="1850874" y="1406174"/>
                    <a:pt x="1844195" y="1408941"/>
                    <a:pt x="1837230" y="1408941"/>
                  </a:cubicBezTo>
                  <a:lnTo>
                    <a:pt x="26261" y="1408941"/>
                  </a:lnTo>
                  <a:cubicBezTo>
                    <a:pt x="19296" y="1408941"/>
                    <a:pt x="12616" y="1406174"/>
                    <a:pt x="7692" y="1401250"/>
                  </a:cubicBezTo>
                  <a:cubicBezTo>
                    <a:pt x="2767" y="1396325"/>
                    <a:pt x="0" y="1389645"/>
                    <a:pt x="0" y="1382680"/>
                  </a:cubicBezTo>
                  <a:lnTo>
                    <a:pt x="0" y="26261"/>
                  </a:lnTo>
                  <a:cubicBezTo>
                    <a:pt x="0" y="19296"/>
                    <a:pt x="2767" y="12616"/>
                    <a:pt x="7692" y="7692"/>
                  </a:cubicBezTo>
                  <a:cubicBezTo>
                    <a:pt x="12616" y="2767"/>
                    <a:pt x="19296" y="0"/>
                    <a:pt x="26261" y="0"/>
                  </a:cubicBezTo>
                  <a:close/>
                </a:path>
              </a:pathLst>
            </a:custGeom>
            <a:solidFill>
              <a:srgbClr val="A6D0E8"/>
            </a:solidFill>
          </p:spPr>
        </p:sp>
        <p:sp>
          <p:nvSpPr>
            <p:cNvPr id="8" name="TextBox 8"/>
            <p:cNvSpPr txBox="1"/>
            <p:nvPr/>
          </p:nvSpPr>
          <p:spPr>
            <a:xfrm>
              <a:off x="0" y="-38100"/>
              <a:ext cx="1863491" cy="1447041"/>
            </a:xfrm>
            <a:prstGeom prst="rect">
              <a:avLst/>
            </a:prstGeom>
          </p:spPr>
          <p:txBody>
            <a:bodyPr lIns="50800" tIns="50800" rIns="50800" bIns="50800" rtlCol="0" anchor="ctr"/>
            <a:lstStyle/>
            <a:p>
              <a:pPr algn="ctr">
                <a:lnSpc>
                  <a:spcPts val="3080"/>
                </a:lnSpc>
              </a:pPr>
              <a:endParaRPr/>
            </a:p>
          </p:txBody>
        </p:sp>
      </p:grpSp>
      <p:sp>
        <p:nvSpPr>
          <p:cNvPr id="9" name="Freeform 9"/>
          <p:cNvSpPr/>
          <p:nvPr/>
        </p:nvSpPr>
        <p:spPr>
          <a:xfrm>
            <a:off x="-5005082" y="434108"/>
            <a:ext cx="13704580" cy="9418784"/>
          </a:xfrm>
          <a:custGeom>
            <a:avLst/>
            <a:gdLst/>
            <a:ahLst/>
            <a:cxnLst/>
            <a:rect l="l" t="t" r="r" b="b"/>
            <a:pathLst>
              <a:path w="13704580" h="9418784">
                <a:moveTo>
                  <a:pt x="0" y="0"/>
                </a:moveTo>
                <a:lnTo>
                  <a:pt x="13704580" y="0"/>
                </a:lnTo>
                <a:lnTo>
                  <a:pt x="13704580" y="9418784"/>
                </a:lnTo>
                <a:lnTo>
                  <a:pt x="0" y="941878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0" name="Group 10"/>
          <p:cNvGrpSpPr/>
          <p:nvPr/>
        </p:nvGrpSpPr>
        <p:grpSpPr>
          <a:xfrm>
            <a:off x="2216160" y="1964625"/>
            <a:ext cx="4568908" cy="3804691"/>
            <a:chOff x="0" y="0"/>
            <a:chExt cx="6091878" cy="5072922"/>
          </a:xfrm>
        </p:grpSpPr>
        <p:pic>
          <p:nvPicPr>
            <p:cNvPr id="11" name="Picture 11"/>
            <p:cNvPicPr>
              <a:picLocks noChangeAspect="1"/>
            </p:cNvPicPr>
            <p:nvPr/>
          </p:nvPicPr>
          <p:blipFill>
            <a:blip r:embed="rId6"/>
            <a:srcRect l="1990" r="1990"/>
            <a:stretch>
              <a:fillRect/>
            </a:stretch>
          </p:blipFill>
          <p:spPr>
            <a:xfrm>
              <a:off x="0" y="0"/>
              <a:ext cx="6091878" cy="5072922"/>
            </a:xfrm>
            <a:prstGeom prst="rect">
              <a:avLst/>
            </a:prstGeom>
          </p:spPr>
        </p:pic>
      </p:grpSp>
      <p:sp>
        <p:nvSpPr>
          <p:cNvPr id="12" name="Freeform 12"/>
          <p:cNvSpPr/>
          <p:nvPr/>
        </p:nvSpPr>
        <p:spPr>
          <a:xfrm rot="-430733">
            <a:off x="2497732" y="2204724"/>
            <a:ext cx="1363578" cy="373157"/>
          </a:xfrm>
          <a:custGeom>
            <a:avLst/>
            <a:gdLst/>
            <a:ahLst/>
            <a:cxnLst/>
            <a:rect l="l" t="t" r="r" b="b"/>
            <a:pathLst>
              <a:path w="1363578" h="373157">
                <a:moveTo>
                  <a:pt x="0" y="0"/>
                </a:moveTo>
                <a:lnTo>
                  <a:pt x="1363578" y="0"/>
                </a:lnTo>
                <a:lnTo>
                  <a:pt x="1363578" y="373157"/>
                </a:lnTo>
                <a:lnTo>
                  <a:pt x="0" y="37315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pic>
        <p:nvPicPr>
          <p:cNvPr id="13" name="Picture 13"/>
          <p:cNvPicPr>
            <a:picLocks noChangeAspect="1"/>
          </p:cNvPicPr>
          <p:nvPr/>
        </p:nvPicPr>
        <p:blipFill>
          <a:blip r:embed="rId9"/>
          <a:stretch>
            <a:fillRect/>
          </a:stretch>
        </p:blipFill>
        <p:spPr>
          <a:xfrm>
            <a:off x="9787915" y="4617010"/>
            <a:ext cx="7508608" cy="5262141"/>
          </a:xfrm>
          <a:prstGeom prst="rect">
            <a:avLst/>
          </a:prstGeom>
        </p:spPr>
      </p:pic>
      <p:pic>
        <p:nvPicPr>
          <p:cNvPr id="14" name="Picture 14"/>
          <p:cNvPicPr>
            <a:picLocks noChangeAspect="1"/>
          </p:cNvPicPr>
          <p:nvPr/>
        </p:nvPicPr>
        <p:blipFill>
          <a:blip r:embed="rId10"/>
          <a:stretch>
            <a:fillRect/>
          </a:stretch>
        </p:blipFill>
        <p:spPr>
          <a:xfrm>
            <a:off x="10004640" y="1111493"/>
            <a:ext cx="7042750" cy="2131012"/>
          </a:xfrm>
          <a:prstGeom prst="rect">
            <a:avLst/>
          </a:prstGeom>
        </p:spPr>
      </p:pic>
      <p:grpSp>
        <p:nvGrpSpPr>
          <p:cNvPr id="15" name="Group 15"/>
          <p:cNvGrpSpPr/>
          <p:nvPr/>
        </p:nvGrpSpPr>
        <p:grpSpPr>
          <a:xfrm>
            <a:off x="10244492" y="878607"/>
            <a:ext cx="300186" cy="300186"/>
            <a:chOff x="0" y="0"/>
            <a:chExt cx="812800" cy="812800"/>
          </a:xfrm>
        </p:grpSpPr>
        <p:sp>
          <p:nvSpPr>
            <p:cNvPr id="16" name="Freeform 1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id="17" name="TextBox 17"/>
            <p:cNvSpPr txBox="1"/>
            <p:nvPr/>
          </p:nvSpPr>
          <p:spPr>
            <a:xfrm>
              <a:off x="76200" y="38100"/>
              <a:ext cx="660400" cy="698500"/>
            </a:xfrm>
            <a:prstGeom prst="rect">
              <a:avLst/>
            </a:prstGeom>
          </p:spPr>
          <p:txBody>
            <a:bodyPr lIns="50800" tIns="50800" rIns="50800" bIns="50800" rtlCol="0" anchor="ctr"/>
            <a:lstStyle/>
            <a:p>
              <a:pPr algn="ctr">
                <a:lnSpc>
                  <a:spcPts val="3080"/>
                </a:lnSpc>
              </a:pPr>
              <a:endParaRPr/>
            </a:p>
          </p:txBody>
        </p:sp>
      </p:grpSp>
      <p:grpSp>
        <p:nvGrpSpPr>
          <p:cNvPr id="18" name="Group 18"/>
          <p:cNvGrpSpPr/>
          <p:nvPr/>
        </p:nvGrpSpPr>
        <p:grpSpPr>
          <a:xfrm>
            <a:off x="10244492" y="4395493"/>
            <a:ext cx="300186" cy="300186"/>
            <a:chOff x="0" y="0"/>
            <a:chExt cx="812800" cy="812800"/>
          </a:xfrm>
        </p:grpSpPr>
        <p:sp>
          <p:nvSpPr>
            <p:cNvPr id="19" name="Freeform 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id="20" name="TextBox 20"/>
            <p:cNvSpPr txBox="1"/>
            <p:nvPr/>
          </p:nvSpPr>
          <p:spPr>
            <a:xfrm>
              <a:off x="76200" y="38100"/>
              <a:ext cx="660400" cy="698500"/>
            </a:xfrm>
            <a:prstGeom prst="rect">
              <a:avLst/>
            </a:prstGeom>
          </p:spPr>
          <p:txBody>
            <a:bodyPr lIns="50800" tIns="50800" rIns="50800" bIns="50800" rtlCol="0" anchor="ctr"/>
            <a:lstStyle/>
            <a:p>
              <a:pPr algn="ctr">
                <a:lnSpc>
                  <a:spcPts val="3080"/>
                </a:lnSpc>
              </a:pPr>
              <a:endParaRPr/>
            </a:p>
          </p:txBody>
        </p:sp>
      </p:grpSp>
      <p:grpSp>
        <p:nvGrpSpPr>
          <p:cNvPr id="21" name="Group 21"/>
          <p:cNvGrpSpPr/>
          <p:nvPr/>
        </p:nvGrpSpPr>
        <p:grpSpPr>
          <a:xfrm>
            <a:off x="16507351" y="878607"/>
            <a:ext cx="300186" cy="300186"/>
            <a:chOff x="0" y="0"/>
            <a:chExt cx="812800" cy="812800"/>
          </a:xfrm>
        </p:grpSpPr>
        <p:sp>
          <p:nvSpPr>
            <p:cNvPr id="22" name="Freeform 2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id="23" name="TextBox 23"/>
            <p:cNvSpPr txBox="1"/>
            <p:nvPr/>
          </p:nvSpPr>
          <p:spPr>
            <a:xfrm>
              <a:off x="76200" y="38100"/>
              <a:ext cx="660400" cy="698500"/>
            </a:xfrm>
            <a:prstGeom prst="rect">
              <a:avLst/>
            </a:prstGeom>
          </p:spPr>
          <p:txBody>
            <a:bodyPr lIns="50800" tIns="50800" rIns="50800" bIns="50800" rtlCol="0" anchor="ctr"/>
            <a:lstStyle/>
            <a:p>
              <a:pPr algn="ctr">
                <a:lnSpc>
                  <a:spcPts val="3080"/>
                </a:lnSpc>
              </a:pPr>
              <a:endParaRPr/>
            </a:p>
          </p:txBody>
        </p:sp>
      </p:grpSp>
      <p:grpSp>
        <p:nvGrpSpPr>
          <p:cNvPr id="24" name="Group 24"/>
          <p:cNvGrpSpPr/>
          <p:nvPr/>
        </p:nvGrpSpPr>
        <p:grpSpPr>
          <a:xfrm>
            <a:off x="16507351" y="4395493"/>
            <a:ext cx="300186" cy="300186"/>
            <a:chOff x="0" y="0"/>
            <a:chExt cx="812800" cy="812800"/>
          </a:xfrm>
        </p:grpSpPr>
        <p:sp>
          <p:nvSpPr>
            <p:cNvPr id="25" name="Freeform 2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id="26" name="TextBox 26"/>
            <p:cNvSpPr txBox="1"/>
            <p:nvPr/>
          </p:nvSpPr>
          <p:spPr>
            <a:xfrm>
              <a:off x="76200" y="38100"/>
              <a:ext cx="660400" cy="698500"/>
            </a:xfrm>
            <a:prstGeom prst="rect">
              <a:avLst/>
            </a:prstGeom>
          </p:spPr>
          <p:txBody>
            <a:bodyPr lIns="50800" tIns="50800" rIns="50800" bIns="50800" rtlCol="0" anchor="ctr"/>
            <a:lstStyle/>
            <a:p>
              <a:pPr algn="ctr">
                <a:lnSpc>
                  <a:spcPts val="3080"/>
                </a:lnSpc>
              </a:pPr>
              <a:endParaRPr/>
            </a:p>
          </p:txBody>
        </p:sp>
      </p:grpSp>
      <p:sp>
        <p:nvSpPr>
          <p:cNvPr id="27" name="Freeform 27"/>
          <p:cNvSpPr/>
          <p:nvPr/>
        </p:nvSpPr>
        <p:spPr>
          <a:xfrm>
            <a:off x="5807484" y="4545586"/>
            <a:ext cx="827315" cy="907890"/>
          </a:xfrm>
          <a:custGeom>
            <a:avLst/>
            <a:gdLst/>
            <a:ahLst/>
            <a:cxnLst/>
            <a:rect l="l" t="t" r="r" b="b"/>
            <a:pathLst>
              <a:path w="827315" h="907890">
                <a:moveTo>
                  <a:pt x="0" y="0"/>
                </a:moveTo>
                <a:lnTo>
                  <a:pt x="827315" y="0"/>
                </a:lnTo>
                <a:lnTo>
                  <a:pt x="827315" y="907890"/>
                </a:lnTo>
                <a:lnTo>
                  <a:pt x="0" y="907890"/>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28" name="TextBox 28"/>
          <p:cNvSpPr txBox="1"/>
          <p:nvPr/>
        </p:nvSpPr>
        <p:spPr>
          <a:xfrm>
            <a:off x="2536886" y="6143499"/>
            <a:ext cx="3927456" cy="2223134"/>
          </a:xfrm>
          <a:prstGeom prst="rect">
            <a:avLst/>
          </a:prstGeom>
        </p:spPr>
        <p:txBody>
          <a:bodyPr lIns="0" tIns="0" rIns="0" bIns="0" rtlCol="0" anchor="t">
            <a:spAutoFit/>
          </a:bodyPr>
          <a:lstStyle/>
          <a:p>
            <a:pPr marL="0" lvl="1" indent="0" algn="ctr">
              <a:lnSpc>
                <a:spcPts val="4515"/>
              </a:lnSpc>
            </a:pPr>
            <a:r>
              <a:rPr lang="en-US" sz="2100">
                <a:solidFill>
                  <a:srgbClr val="1A4F6B"/>
                </a:solidFill>
                <a:latin typeface="Atkinson Hyperlegible"/>
                <a:ea typeface="Atkinson Hyperlegible"/>
                <a:cs typeface="Atkinson Hyperlegible"/>
                <a:sym typeface="Atkinson Hyperlegible"/>
              </a:rPr>
              <a:t>Lorem ipsum dolor sit amet, consectetur adipiscing elit, sed do eiusmod tempor incididunt ut labore et dolore magna aliqua.</a:t>
            </a:r>
          </a:p>
        </p:txBody>
      </p:sp>
      <p:sp>
        <p:nvSpPr>
          <p:cNvPr id="29" name="TextBox 29"/>
          <p:cNvSpPr txBox="1"/>
          <p:nvPr/>
        </p:nvSpPr>
        <p:spPr>
          <a:xfrm>
            <a:off x="11537898" y="898922"/>
            <a:ext cx="3976233" cy="495300"/>
          </a:xfrm>
          <a:prstGeom prst="rect">
            <a:avLst/>
          </a:prstGeom>
        </p:spPr>
        <p:txBody>
          <a:bodyPr lIns="0" tIns="0" rIns="0" bIns="0" rtlCol="0" anchor="t">
            <a:spAutoFit/>
          </a:bodyPr>
          <a:lstStyle/>
          <a:p>
            <a:pPr marL="0" lvl="0" indent="0" algn="ctr">
              <a:lnSpc>
                <a:spcPts val="3900"/>
              </a:lnSpc>
              <a:spcBef>
                <a:spcPct val="0"/>
              </a:spcBef>
            </a:pPr>
            <a:r>
              <a:rPr lang="en-US" sz="3000" u="none" strike="noStrike">
                <a:solidFill>
                  <a:srgbClr val="E668A0"/>
                </a:solidFill>
                <a:latin typeface="Sensei"/>
                <a:ea typeface="Sensei"/>
                <a:cs typeface="Sensei"/>
                <a:sym typeface="Sensei"/>
              </a:rPr>
              <a:t>Infographic Category</a:t>
            </a:r>
          </a:p>
        </p:txBody>
      </p:sp>
      <p:sp>
        <p:nvSpPr>
          <p:cNvPr id="30" name="TextBox 30"/>
          <p:cNvSpPr txBox="1"/>
          <p:nvPr/>
        </p:nvSpPr>
        <p:spPr>
          <a:xfrm>
            <a:off x="11537898" y="4586583"/>
            <a:ext cx="3976233" cy="495300"/>
          </a:xfrm>
          <a:prstGeom prst="rect">
            <a:avLst/>
          </a:prstGeom>
        </p:spPr>
        <p:txBody>
          <a:bodyPr lIns="0" tIns="0" rIns="0" bIns="0" rtlCol="0" anchor="t">
            <a:spAutoFit/>
          </a:bodyPr>
          <a:lstStyle/>
          <a:p>
            <a:pPr marL="0" lvl="0" indent="0" algn="ctr">
              <a:lnSpc>
                <a:spcPts val="3900"/>
              </a:lnSpc>
              <a:spcBef>
                <a:spcPct val="0"/>
              </a:spcBef>
            </a:pPr>
            <a:r>
              <a:rPr lang="en-US" sz="3000" u="none" strike="noStrike">
                <a:solidFill>
                  <a:srgbClr val="E668A0"/>
                </a:solidFill>
                <a:latin typeface="Sensei"/>
                <a:ea typeface="Sensei"/>
                <a:cs typeface="Sensei"/>
                <a:sym typeface="Sensei"/>
              </a:rPr>
              <a:t>Infographic Category</a:t>
            </a:r>
          </a:p>
        </p:txBody>
      </p:sp>
      <p:sp>
        <p:nvSpPr>
          <p:cNvPr id="31" name="TextBox 31"/>
          <p:cNvSpPr txBox="1"/>
          <p:nvPr/>
        </p:nvSpPr>
        <p:spPr>
          <a:xfrm>
            <a:off x="11393234" y="2888897"/>
            <a:ext cx="4265562" cy="792480"/>
          </a:xfrm>
          <a:prstGeom prst="rect">
            <a:avLst/>
          </a:prstGeom>
        </p:spPr>
        <p:txBody>
          <a:bodyPr lIns="0" tIns="0" rIns="0" bIns="0" rtlCol="0" anchor="t">
            <a:spAutoFit/>
          </a:bodyPr>
          <a:lstStyle/>
          <a:p>
            <a:pPr marL="0" lvl="1" indent="0" algn="ctr">
              <a:lnSpc>
                <a:spcPts val="3255"/>
              </a:lnSpc>
            </a:pPr>
            <a:r>
              <a:rPr lang="en-US" sz="2100" u="none" strike="noStrike">
                <a:solidFill>
                  <a:srgbClr val="1A4F6B"/>
                </a:solidFill>
                <a:latin typeface="Atkinson Hyperlegible"/>
                <a:ea typeface="Atkinson Hyperlegible"/>
                <a:cs typeface="Atkinson Hyperlegible"/>
                <a:sym typeface="Atkinson Hyperlegible"/>
              </a:rPr>
              <a:t>Presentations are</a:t>
            </a:r>
          </a:p>
          <a:p>
            <a:pPr marL="0" lvl="1" indent="0" algn="ctr">
              <a:lnSpc>
                <a:spcPts val="3255"/>
              </a:lnSpc>
            </a:pPr>
            <a:r>
              <a:rPr lang="en-US" sz="2100" u="none" strike="noStrike">
                <a:solidFill>
                  <a:srgbClr val="1A4F6B"/>
                </a:solidFill>
                <a:latin typeface="Atkinson Hyperlegible"/>
                <a:ea typeface="Atkinson Hyperlegible"/>
                <a:cs typeface="Atkinson Hyperlegible"/>
                <a:sym typeface="Atkinson Hyperlegible"/>
              </a:rPr>
              <a:t>communication tools</a:t>
            </a:r>
          </a:p>
        </p:txBody>
      </p:sp>
      <p:sp>
        <p:nvSpPr>
          <p:cNvPr id="32" name="Freeform 32"/>
          <p:cNvSpPr/>
          <p:nvPr/>
        </p:nvSpPr>
        <p:spPr>
          <a:xfrm rot="-1393972">
            <a:off x="8353258" y="6980358"/>
            <a:ext cx="2041327" cy="1954570"/>
          </a:xfrm>
          <a:custGeom>
            <a:avLst/>
            <a:gdLst/>
            <a:ahLst/>
            <a:cxnLst/>
            <a:rect l="l" t="t" r="r" b="b"/>
            <a:pathLst>
              <a:path w="2041327" h="1954570">
                <a:moveTo>
                  <a:pt x="0" y="0"/>
                </a:moveTo>
                <a:lnTo>
                  <a:pt x="2041327" y="0"/>
                </a:lnTo>
                <a:lnTo>
                  <a:pt x="2041327" y="1954571"/>
                </a:lnTo>
                <a:lnTo>
                  <a:pt x="0" y="1954571"/>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TextBox 3"/>
          <p:cNvSpPr txBox="1"/>
          <p:nvPr/>
        </p:nvSpPr>
        <p:spPr>
          <a:xfrm>
            <a:off x="4563010" y="2876845"/>
            <a:ext cx="9161980" cy="4198404"/>
          </a:xfrm>
          <a:prstGeom prst="rect">
            <a:avLst/>
          </a:prstGeom>
        </p:spPr>
        <p:txBody>
          <a:bodyPr lIns="0" tIns="0" rIns="0" bIns="0" rtlCol="0" anchor="t">
            <a:spAutoFit/>
          </a:bodyPr>
          <a:lstStyle/>
          <a:p>
            <a:pPr marL="0" lvl="0" indent="0" algn="ctr">
              <a:lnSpc>
                <a:spcPts val="11096"/>
              </a:lnSpc>
            </a:pPr>
            <a:r>
              <a:rPr lang="en-US" sz="9170" u="none" strike="noStrike">
                <a:solidFill>
                  <a:srgbClr val="E668A0"/>
                </a:solidFill>
                <a:latin typeface="Sensei"/>
                <a:ea typeface="Sensei"/>
                <a:cs typeface="Sensei"/>
                <a:sym typeface="Sensei"/>
              </a:rPr>
              <a:t>Write an original statement or inspiring quote</a:t>
            </a:r>
          </a:p>
        </p:txBody>
      </p:sp>
      <p:grpSp>
        <p:nvGrpSpPr>
          <p:cNvPr id="4" name="Group 4"/>
          <p:cNvGrpSpPr>
            <a:grpSpLocks noChangeAspect="1"/>
          </p:cNvGrpSpPr>
          <p:nvPr/>
        </p:nvGrpSpPr>
        <p:grpSpPr>
          <a:xfrm rot="-471671">
            <a:off x="175820" y="3422240"/>
            <a:ext cx="4570999" cy="5310176"/>
            <a:chOff x="0" y="0"/>
            <a:chExt cx="5466080" cy="6350000"/>
          </a:xfrm>
        </p:grpSpPr>
        <p:sp>
          <p:nvSpPr>
            <p:cNvPr id="5" name="Freeform 5"/>
            <p:cNvSpPr/>
            <p:nvPr/>
          </p:nvSpPr>
          <p:spPr>
            <a:xfrm>
              <a:off x="0" y="0"/>
              <a:ext cx="5438261" cy="6348730"/>
            </a:xfrm>
            <a:custGeom>
              <a:avLst/>
              <a:gdLst/>
              <a:ahLst/>
              <a:cxnLst/>
              <a:rect l="l" t="t" r="r" b="b"/>
              <a:pathLst>
                <a:path w="5438261" h="6348730">
                  <a:moveTo>
                    <a:pt x="5419090" y="0"/>
                  </a:moveTo>
                  <a:lnTo>
                    <a:pt x="19050" y="0"/>
                  </a:lnTo>
                  <a:cubicBezTo>
                    <a:pt x="8890" y="0"/>
                    <a:pt x="0" y="8890"/>
                    <a:pt x="0" y="20320"/>
                  </a:cubicBezTo>
                  <a:lnTo>
                    <a:pt x="0" y="6329680"/>
                  </a:lnTo>
                  <a:cubicBezTo>
                    <a:pt x="0" y="6339840"/>
                    <a:pt x="8890" y="6348730"/>
                    <a:pt x="19050" y="6348730"/>
                  </a:cubicBezTo>
                  <a:lnTo>
                    <a:pt x="5419090" y="6348730"/>
                  </a:lnTo>
                  <a:cubicBezTo>
                    <a:pt x="5429250" y="6348730"/>
                    <a:pt x="5438140" y="6339840"/>
                    <a:pt x="5438140" y="6329680"/>
                  </a:cubicBezTo>
                  <a:lnTo>
                    <a:pt x="5438140" y="20320"/>
                  </a:lnTo>
                  <a:cubicBezTo>
                    <a:pt x="5439410" y="8890"/>
                    <a:pt x="5430520" y="0"/>
                    <a:pt x="5419090" y="0"/>
                  </a:cubicBezTo>
                  <a:close/>
                  <a:moveTo>
                    <a:pt x="5137150" y="314960"/>
                  </a:moveTo>
                  <a:lnTo>
                    <a:pt x="5137150" y="4970780"/>
                  </a:lnTo>
                  <a:cubicBezTo>
                    <a:pt x="5137150" y="4980940"/>
                    <a:pt x="5128260" y="4989830"/>
                    <a:pt x="5118100" y="4989830"/>
                  </a:cubicBezTo>
                  <a:lnTo>
                    <a:pt x="266700" y="4989830"/>
                  </a:lnTo>
                  <a:cubicBezTo>
                    <a:pt x="256540" y="4989830"/>
                    <a:pt x="247650" y="4980940"/>
                    <a:pt x="247650" y="4970780"/>
                  </a:cubicBezTo>
                  <a:lnTo>
                    <a:pt x="247650" y="314960"/>
                  </a:lnTo>
                  <a:cubicBezTo>
                    <a:pt x="247650" y="304800"/>
                    <a:pt x="256540" y="295910"/>
                    <a:pt x="266700" y="295910"/>
                  </a:cubicBezTo>
                  <a:lnTo>
                    <a:pt x="5118100" y="295910"/>
                  </a:lnTo>
                  <a:cubicBezTo>
                    <a:pt x="5129530" y="294640"/>
                    <a:pt x="5137150" y="303530"/>
                    <a:pt x="5137150" y="314960"/>
                  </a:cubicBezTo>
                  <a:close/>
                </a:path>
              </a:pathLst>
            </a:custGeom>
            <a:solidFill>
              <a:srgbClr val="F5F5F5"/>
            </a:solidFill>
          </p:spPr>
        </p:sp>
        <p:sp>
          <p:nvSpPr>
            <p:cNvPr id="6" name="Freeform 6"/>
            <p:cNvSpPr/>
            <p:nvPr/>
          </p:nvSpPr>
          <p:spPr>
            <a:xfrm>
              <a:off x="247650" y="294640"/>
              <a:ext cx="4889500" cy="4693920"/>
            </a:xfrm>
            <a:custGeom>
              <a:avLst/>
              <a:gdLst/>
              <a:ahLst/>
              <a:cxnLst/>
              <a:rect l="l" t="t" r="r" b="b"/>
              <a:pathLst>
                <a:path w="4889500" h="4693920">
                  <a:moveTo>
                    <a:pt x="4870450" y="0"/>
                  </a:moveTo>
                  <a:lnTo>
                    <a:pt x="19050" y="0"/>
                  </a:lnTo>
                  <a:cubicBezTo>
                    <a:pt x="8890" y="0"/>
                    <a:pt x="0" y="8890"/>
                    <a:pt x="0" y="19050"/>
                  </a:cubicBezTo>
                  <a:lnTo>
                    <a:pt x="0" y="4674870"/>
                  </a:lnTo>
                  <a:cubicBezTo>
                    <a:pt x="0" y="4686300"/>
                    <a:pt x="8890" y="4693920"/>
                    <a:pt x="19050" y="4693920"/>
                  </a:cubicBezTo>
                  <a:lnTo>
                    <a:pt x="4870450" y="4693920"/>
                  </a:lnTo>
                  <a:cubicBezTo>
                    <a:pt x="4880610" y="4693920"/>
                    <a:pt x="4889500" y="4685030"/>
                    <a:pt x="4889500" y="4674870"/>
                  </a:cubicBezTo>
                  <a:lnTo>
                    <a:pt x="4889500" y="20320"/>
                  </a:lnTo>
                  <a:cubicBezTo>
                    <a:pt x="4889500" y="8890"/>
                    <a:pt x="4881880" y="0"/>
                    <a:pt x="4870450" y="0"/>
                  </a:cubicBezTo>
                  <a:close/>
                </a:path>
              </a:pathLst>
            </a:custGeom>
            <a:blipFill>
              <a:blip r:embed="rId4"/>
              <a:stretch>
                <a:fillRect b="-30208"/>
              </a:stretch>
            </a:blipFill>
          </p:spPr>
        </p:sp>
        <p:sp>
          <p:nvSpPr>
            <p:cNvPr id="7" name="Freeform 7"/>
            <p:cNvSpPr/>
            <p:nvPr/>
          </p:nvSpPr>
          <p:spPr>
            <a:xfrm>
              <a:off x="1270" y="6350"/>
              <a:ext cx="5457190" cy="6342380"/>
            </a:xfrm>
            <a:custGeom>
              <a:avLst/>
              <a:gdLst/>
              <a:ahLst/>
              <a:cxnLst/>
              <a:rect l="l" t="t" r="r" b="b"/>
              <a:pathLst>
                <a:path w="5457190" h="6342380">
                  <a:moveTo>
                    <a:pt x="5137150" y="302260"/>
                  </a:moveTo>
                  <a:cubicBezTo>
                    <a:pt x="5137150" y="302260"/>
                    <a:pt x="5133340" y="290830"/>
                    <a:pt x="5119370" y="289560"/>
                  </a:cubicBezTo>
                  <a:lnTo>
                    <a:pt x="248920" y="289560"/>
                  </a:lnTo>
                  <a:cubicBezTo>
                    <a:pt x="240030" y="289560"/>
                    <a:pt x="228600" y="293370"/>
                    <a:pt x="228600" y="303530"/>
                  </a:cubicBezTo>
                  <a:lnTo>
                    <a:pt x="232410" y="312420"/>
                  </a:lnTo>
                  <a:cubicBezTo>
                    <a:pt x="236220" y="307340"/>
                    <a:pt x="242570" y="304800"/>
                    <a:pt x="248920" y="304800"/>
                  </a:cubicBezTo>
                  <a:lnTo>
                    <a:pt x="5123180" y="304800"/>
                  </a:lnTo>
                  <a:lnTo>
                    <a:pt x="5123180" y="4966970"/>
                  </a:lnTo>
                  <a:cubicBezTo>
                    <a:pt x="5123180" y="4973320"/>
                    <a:pt x="5120640" y="4979670"/>
                    <a:pt x="5115560" y="4983480"/>
                  </a:cubicBezTo>
                  <a:lnTo>
                    <a:pt x="5120640" y="4983480"/>
                  </a:lnTo>
                  <a:cubicBezTo>
                    <a:pt x="5129530" y="4983480"/>
                    <a:pt x="5137150" y="4975860"/>
                    <a:pt x="5137150" y="4966970"/>
                  </a:cubicBezTo>
                  <a:lnTo>
                    <a:pt x="5137150" y="302260"/>
                  </a:lnTo>
                  <a:close/>
                  <a:moveTo>
                    <a:pt x="5438140" y="6324600"/>
                  </a:moveTo>
                  <a:lnTo>
                    <a:pt x="20320" y="6324600"/>
                  </a:lnTo>
                  <a:lnTo>
                    <a:pt x="20320" y="12700"/>
                  </a:lnTo>
                  <a:lnTo>
                    <a:pt x="6350" y="0"/>
                  </a:lnTo>
                  <a:lnTo>
                    <a:pt x="5080" y="0"/>
                  </a:lnTo>
                  <a:cubicBezTo>
                    <a:pt x="2540" y="3810"/>
                    <a:pt x="0" y="7620"/>
                    <a:pt x="0" y="12700"/>
                  </a:cubicBezTo>
                  <a:lnTo>
                    <a:pt x="0" y="6323330"/>
                  </a:lnTo>
                  <a:cubicBezTo>
                    <a:pt x="0" y="6334760"/>
                    <a:pt x="8890" y="6342380"/>
                    <a:pt x="19050" y="6342380"/>
                  </a:cubicBezTo>
                  <a:lnTo>
                    <a:pt x="5444490" y="6342380"/>
                  </a:lnTo>
                  <a:cubicBezTo>
                    <a:pt x="5449570" y="6342380"/>
                    <a:pt x="5453380" y="6341110"/>
                    <a:pt x="5457190" y="6337300"/>
                  </a:cubicBezTo>
                  <a:lnTo>
                    <a:pt x="5438140" y="6324600"/>
                  </a:lnTo>
                  <a:close/>
                </a:path>
              </a:pathLst>
            </a:custGeom>
            <a:solidFill>
              <a:srgbClr val="3C3333"/>
            </a:solidFill>
          </p:spPr>
        </p:sp>
        <p:sp>
          <p:nvSpPr>
            <p:cNvPr id="8" name="Freeform 8"/>
            <p:cNvSpPr/>
            <p:nvPr/>
          </p:nvSpPr>
          <p:spPr>
            <a:xfrm>
              <a:off x="7620" y="0"/>
              <a:ext cx="5458460" cy="6344920"/>
            </a:xfrm>
            <a:custGeom>
              <a:avLst/>
              <a:gdLst/>
              <a:ahLst/>
              <a:cxnLst/>
              <a:rect l="l" t="t" r="r" b="b"/>
              <a:pathLst>
                <a:path w="5458460" h="6344920">
                  <a:moveTo>
                    <a:pt x="5125720" y="4987290"/>
                  </a:moveTo>
                  <a:cubicBezTo>
                    <a:pt x="5121910" y="4992370"/>
                    <a:pt x="5116830" y="4994910"/>
                    <a:pt x="5110480" y="4994910"/>
                  </a:cubicBezTo>
                  <a:lnTo>
                    <a:pt x="243840" y="4994910"/>
                  </a:lnTo>
                  <a:cubicBezTo>
                    <a:pt x="237490" y="4994910"/>
                    <a:pt x="231140" y="4992370"/>
                    <a:pt x="227330" y="4986020"/>
                  </a:cubicBezTo>
                  <a:cubicBezTo>
                    <a:pt x="222250" y="4982210"/>
                    <a:pt x="219710" y="4977130"/>
                    <a:pt x="219710" y="4970780"/>
                  </a:cubicBezTo>
                  <a:lnTo>
                    <a:pt x="219710" y="314960"/>
                  </a:lnTo>
                  <a:cubicBezTo>
                    <a:pt x="219710" y="309880"/>
                    <a:pt x="222250" y="304800"/>
                    <a:pt x="226060" y="300990"/>
                  </a:cubicBezTo>
                  <a:lnTo>
                    <a:pt x="240030" y="311150"/>
                  </a:lnTo>
                  <a:lnTo>
                    <a:pt x="240030" y="4975860"/>
                  </a:lnTo>
                  <a:lnTo>
                    <a:pt x="5110480" y="4975860"/>
                  </a:lnTo>
                  <a:cubicBezTo>
                    <a:pt x="5113020" y="4975860"/>
                    <a:pt x="5115560" y="4974590"/>
                    <a:pt x="5116830" y="4974590"/>
                  </a:cubicBezTo>
                  <a:lnTo>
                    <a:pt x="5125720" y="4987290"/>
                  </a:lnTo>
                  <a:close/>
                  <a:moveTo>
                    <a:pt x="5458460" y="19050"/>
                  </a:moveTo>
                  <a:lnTo>
                    <a:pt x="5458460" y="6330950"/>
                  </a:lnTo>
                  <a:cubicBezTo>
                    <a:pt x="5458460" y="6336030"/>
                    <a:pt x="5455920" y="6341110"/>
                    <a:pt x="5450840" y="6344920"/>
                  </a:cubicBezTo>
                  <a:lnTo>
                    <a:pt x="5429250" y="6329680"/>
                  </a:lnTo>
                  <a:lnTo>
                    <a:pt x="5429250" y="20320"/>
                  </a:lnTo>
                  <a:lnTo>
                    <a:pt x="13970" y="20320"/>
                  </a:lnTo>
                  <a:lnTo>
                    <a:pt x="0" y="7620"/>
                  </a:lnTo>
                  <a:cubicBezTo>
                    <a:pt x="3810" y="2540"/>
                    <a:pt x="8890" y="0"/>
                    <a:pt x="15240" y="0"/>
                  </a:cubicBezTo>
                  <a:lnTo>
                    <a:pt x="5439410" y="0"/>
                  </a:lnTo>
                  <a:cubicBezTo>
                    <a:pt x="5449570" y="0"/>
                    <a:pt x="5458460" y="8890"/>
                    <a:pt x="5458460" y="19050"/>
                  </a:cubicBezTo>
                  <a:close/>
                  <a:moveTo>
                    <a:pt x="5455920" y="30480"/>
                  </a:moveTo>
                  <a:cubicBezTo>
                    <a:pt x="5453380" y="26670"/>
                    <a:pt x="5450840" y="24130"/>
                    <a:pt x="5447030" y="21590"/>
                  </a:cubicBezTo>
                  <a:lnTo>
                    <a:pt x="5455920" y="30480"/>
                  </a:lnTo>
                  <a:close/>
                </a:path>
              </a:pathLst>
            </a:custGeom>
            <a:solidFill>
              <a:srgbClr val="FFFFFF"/>
            </a:solidFill>
          </p:spPr>
        </p:sp>
      </p:grpSp>
      <p:sp>
        <p:nvSpPr>
          <p:cNvPr id="9" name="Freeform 9"/>
          <p:cNvSpPr/>
          <p:nvPr/>
        </p:nvSpPr>
        <p:spPr>
          <a:xfrm rot="-1089252">
            <a:off x="1330516" y="611251"/>
            <a:ext cx="1852430" cy="1939718"/>
          </a:xfrm>
          <a:custGeom>
            <a:avLst/>
            <a:gdLst/>
            <a:ahLst/>
            <a:cxnLst/>
            <a:rect l="l" t="t" r="r" b="b"/>
            <a:pathLst>
              <a:path w="1852430" h="1939718">
                <a:moveTo>
                  <a:pt x="0" y="0"/>
                </a:moveTo>
                <a:lnTo>
                  <a:pt x="1852430" y="0"/>
                </a:lnTo>
                <a:lnTo>
                  <a:pt x="1852430" y="1939718"/>
                </a:lnTo>
                <a:lnTo>
                  <a:pt x="0" y="193971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10" name="Freeform 10"/>
          <p:cNvSpPr/>
          <p:nvPr/>
        </p:nvSpPr>
        <p:spPr>
          <a:xfrm>
            <a:off x="501058" y="4230551"/>
            <a:ext cx="783995" cy="912949"/>
          </a:xfrm>
          <a:custGeom>
            <a:avLst/>
            <a:gdLst/>
            <a:ahLst/>
            <a:cxnLst/>
            <a:rect l="l" t="t" r="r" b="b"/>
            <a:pathLst>
              <a:path w="783995" h="912949">
                <a:moveTo>
                  <a:pt x="0" y="0"/>
                </a:moveTo>
                <a:lnTo>
                  <a:pt x="783995" y="0"/>
                </a:lnTo>
                <a:lnTo>
                  <a:pt x="783995" y="912949"/>
                </a:lnTo>
                <a:lnTo>
                  <a:pt x="0" y="912949"/>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1" name="Freeform 11"/>
          <p:cNvSpPr/>
          <p:nvPr/>
        </p:nvSpPr>
        <p:spPr>
          <a:xfrm>
            <a:off x="8013735" y="819941"/>
            <a:ext cx="2260531" cy="1601209"/>
          </a:xfrm>
          <a:custGeom>
            <a:avLst/>
            <a:gdLst/>
            <a:ahLst/>
            <a:cxnLst/>
            <a:rect l="l" t="t" r="r" b="b"/>
            <a:pathLst>
              <a:path w="2260531" h="1601209">
                <a:moveTo>
                  <a:pt x="0" y="0"/>
                </a:moveTo>
                <a:lnTo>
                  <a:pt x="2260530" y="0"/>
                </a:lnTo>
                <a:lnTo>
                  <a:pt x="2260530" y="1601209"/>
                </a:lnTo>
                <a:lnTo>
                  <a:pt x="0" y="160120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2" name="Freeform 12"/>
          <p:cNvSpPr/>
          <p:nvPr/>
        </p:nvSpPr>
        <p:spPr>
          <a:xfrm rot="608176">
            <a:off x="12968056" y="1245162"/>
            <a:ext cx="5240325" cy="7371301"/>
          </a:xfrm>
          <a:custGeom>
            <a:avLst/>
            <a:gdLst/>
            <a:ahLst/>
            <a:cxnLst/>
            <a:rect l="l" t="t" r="r" b="b"/>
            <a:pathLst>
              <a:path w="5240325" h="7371301">
                <a:moveTo>
                  <a:pt x="0" y="0"/>
                </a:moveTo>
                <a:lnTo>
                  <a:pt x="5240325" y="0"/>
                </a:lnTo>
                <a:lnTo>
                  <a:pt x="5240325" y="7371302"/>
                </a:lnTo>
                <a:lnTo>
                  <a:pt x="0" y="7371302"/>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grpSp>
        <p:nvGrpSpPr>
          <p:cNvPr id="13" name="Group 13"/>
          <p:cNvGrpSpPr/>
          <p:nvPr/>
        </p:nvGrpSpPr>
        <p:grpSpPr>
          <a:xfrm rot="608176">
            <a:off x="13917357" y="3484050"/>
            <a:ext cx="3042988" cy="4564482"/>
            <a:chOff x="0" y="0"/>
            <a:chExt cx="733643" cy="1100464"/>
          </a:xfrm>
        </p:grpSpPr>
        <p:sp>
          <p:nvSpPr>
            <p:cNvPr id="14" name="Freeform 14"/>
            <p:cNvSpPr/>
            <p:nvPr/>
          </p:nvSpPr>
          <p:spPr>
            <a:xfrm>
              <a:off x="0" y="0"/>
              <a:ext cx="733643" cy="1100464"/>
            </a:xfrm>
            <a:custGeom>
              <a:avLst/>
              <a:gdLst/>
              <a:ahLst/>
              <a:cxnLst/>
              <a:rect l="l" t="t" r="r" b="b"/>
              <a:pathLst>
                <a:path w="733643" h="1100464">
                  <a:moveTo>
                    <a:pt x="55972" y="0"/>
                  </a:moveTo>
                  <a:lnTo>
                    <a:pt x="677671" y="0"/>
                  </a:lnTo>
                  <a:cubicBezTo>
                    <a:pt x="692516" y="0"/>
                    <a:pt x="706752" y="5897"/>
                    <a:pt x="717249" y="16394"/>
                  </a:cubicBezTo>
                  <a:cubicBezTo>
                    <a:pt x="727746" y="26891"/>
                    <a:pt x="733643" y="41127"/>
                    <a:pt x="733643" y="55972"/>
                  </a:cubicBezTo>
                  <a:lnTo>
                    <a:pt x="733643" y="1044492"/>
                  </a:lnTo>
                  <a:cubicBezTo>
                    <a:pt x="733643" y="1059337"/>
                    <a:pt x="727746" y="1073574"/>
                    <a:pt x="717249" y="1084070"/>
                  </a:cubicBezTo>
                  <a:cubicBezTo>
                    <a:pt x="706752" y="1094567"/>
                    <a:pt x="692516" y="1100464"/>
                    <a:pt x="677671" y="1100464"/>
                  </a:cubicBezTo>
                  <a:lnTo>
                    <a:pt x="55972" y="1100464"/>
                  </a:lnTo>
                  <a:cubicBezTo>
                    <a:pt x="25060" y="1100464"/>
                    <a:pt x="0" y="1075405"/>
                    <a:pt x="0" y="1044492"/>
                  </a:cubicBezTo>
                  <a:lnTo>
                    <a:pt x="0" y="55972"/>
                  </a:lnTo>
                  <a:cubicBezTo>
                    <a:pt x="0" y="25060"/>
                    <a:pt x="25060" y="0"/>
                    <a:pt x="55972" y="0"/>
                  </a:cubicBezTo>
                  <a:close/>
                </a:path>
              </a:pathLst>
            </a:custGeom>
            <a:solidFill>
              <a:srgbClr val="F5F5F5"/>
            </a:solidFill>
          </p:spPr>
        </p:sp>
        <p:sp>
          <p:nvSpPr>
            <p:cNvPr id="15" name="TextBox 15"/>
            <p:cNvSpPr txBox="1"/>
            <p:nvPr/>
          </p:nvSpPr>
          <p:spPr>
            <a:xfrm>
              <a:off x="0" y="-38100"/>
              <a:ext cx="733643" cy="1138564"/>
            </a:xfrm>
            <a:prstGeom prst="rect">
              <a:avLst/>
            </a:prstGeom>
          </p:spPr>
          <p:txBody>
            <a:bodyPr lIns="50800" tIns="50800" rIns="50800" bIns="50800" rtlCol="0" anchor="ctr"/>
            <a:lstStyle/>
            <a:p>
              <a:pPr algn="ctr">
                <a:lnSpc>
                  <a:spcPts val="3080"/>
                </a:lnSpc>
              </a:pPr>
              <a:endParaRPr/>
            </a:p>
          </p:txBody>
        </p:sp>
      </p:grpSp>
      <p:grpSp>
        <p:nvGrpSpPr>
          <p:cNvPr id="16" name="Group 16"/>
          <p:cNvGrpSpPr>
            <a:grpSpLocks noChangeAspect="1"/>
          </p:cNvGrpSpPr>
          <p:nvPr/>
        </p:nvGrpSpPr>
        <p:grpSpPr>
          <a:xfrm rot="608176">
            <a:off x="13917357" y="3484050"/>
            <a:ext cx="3042988" cy="4564482"/>
            <a:chOff x="0" y="0"/>
            <a:chExt cx="6350000" cy="9525000"/>
          </a:xfrm>
        </p:grpSpPr>
        <p:sp>
          <p:nvSpPr>
            <p:cNvPr id="17" name="Freeform 17"/>
            <p:cNvSpPr/>
            <p:nvPr/>
          </p:nvSpPr>
          <p:spPr>
            <a:xfrm>
              <a:off x="0" y="0"/>
              <a:ext cx="6350000" cy="9525000"/>
            </a:xfrm>
            <a:custGeom>
              <a:avLst/>
              <a:gdLst/>
              <a:ahLst/>
              <a:cxnLst/>
              <a:rect l="l" t="t" r="r" b="b"/>
              <a:pathLst>
                <a:path w="6350000" h="9525000">
                  <a:moveTo>
                    <a:pt x="0" y="9042400"/>
                  </a:moveTo>
                  <a:lnTo>
                    <a:pt x="0" y="482600"/>
                  </a:lnTo>
                  <a:cubicBezTo>
                    <a:pt x="0" y="215900"/>
                    <a:pt x="215900" y="0"/>
                    <a:pt x="482600" y="0"/>
                  </a:cubicBezTo>
                  <a:lnTo>
                    <a:pt x="5867400" y="0"/>
                  </a:lnTo>
                  <a:cubicBezTo>
                    <a:pt x="6134100" y="0"/>
                    <a:pt x="6350000" y="217170"/>
                    <a:pt x="6350000" y="482600"/>
                  </a:cubicBezTo>
                  <a:lnTo>
                    <a:pt x="6350000" y="9042400"/>
                  </a:lnTo>
                  <a:cubicBezTo>
                    <a:pt x="6350000" y="9309100"/>
                    <a:pt x="6134100" y="9525000"/>
                    <a:pt x="5867400" y="9525000"/>
                  </a:cubicBezTo>
                  <a:lnTo>
                    <a:pt x="482600" y="9525000"/>
                  </a:lnTo>
                  <a:cubicBezTo>
                    <a:pt x="217170" y="9525000"/>
                    <a:pt x="0" y="9309100"/>
                    <a:pt x="0" y="9042400"/>
                  </a:cubicBezTo>
                  <a:close/>
                </a:path>
              </a:pathLst>
            </a:custGeom>
            <a:blipFill>
              <a:blip r:embed="rId13"/>
              <a:stretch>
                <a:fillRect l="-9999" r="-9999"/>
              </a:stretch>
            </a:blipFill>
          </p:spPr>
        </p:sp>
      </p:grpSp>
      <p:sp>
        <p:nvSpPr>
          <p:cNvPr id="18" name="Freeform 18"/>
          <p:cNvSpPr/>
          <p:nvPr/>
        </p:nvSpPr>
        <p:spPr>
          <a:xfrm>
            <a:off x="2964603" y="6950395"/>
            <a:ext cx="3535788" cy="2307905"/>
          </a:xfrm>
          <a:custGeom>
            <a:avLst/>
            <a:gdLst/>
            <a:ahLst/>
            <a:cxnLst/>
            <a:rect l="l" t="t" r="r" b="b"/>
            <a:pathLst>
              <a:path w="3535788" h="2307905">
                <a:moveTo>
                  <a:pt x="0" y="0"/>
                </a:moveTo>
                <a:lnTo>
                  <a:pt x="3535789" y="0"/>
                </a:lnTo>
                <a:lnTo>
                  <a:pt x="3535789" y="2307905"/>
                </a:lnTo>
                <a:lnTo>
                  <a:pt x="0" y="2307905"/>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19" name="TextBox 19"/>
          <p:cNvSpPr txBox="1"/>
          <p:nvPr/>
        </p:nvSpPr>
        <p:spPr>
          <a:xfrm>
            <a:off x="7660559" y="7483318"/>
            <a:ext cx="2966882" cy="727710"/>
          </a:xfrm>
          <a:prstGeom prst="rect">
            <a:avLst/>
          </a:prstGeom>
        </p:spPr>
        <p:txBody>
          <a:bodyPr lIns="0" tIns="0" rIns="0" bIns="0" rtlCol="0" anchor="t">
            <a:spAutoFit/>
          </a:bodyPr>
          <a:lstStyle/>
          <a:p>
            <a:pPr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Include a credit, citation,</a:t>
            </a:r>
          </a:p>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or supporting message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051987" y="514350"/>
            <a:ext cx="14184025" cy="9258300"/>
          </a:xfrm>
          <a:custGeom>
            <a:avLst/>
            <a:gdLst/>
            <a:ahLst/>
            <a:cxnLst/>
            <a:rect l="l" t="t" r="r" b="b"/>
            <a:pathLst>
              <a:path w="14184025" h="9258300">
                <a:moveTo>
                  <a:pt x="0" y="0"/>
                </a:moveTo>
                <a:lnTo>
                  <a:pt x="14184026" y="0"/>
                </a:lnTo>
                <a:lnTo>
                  <a:pt x="14184026" y="9258300"/>
                </a:lnTo>
                <a:lnTo>
                  <a:pt x="0" y="92583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10436867" y="1872587"/>
            <a:ext cx="4783408" cy="2870045"/>
            <a:chOff x="0" y="0"/>
            <a:chExt cx="1094133" cy="656480"/>
          </a:xfrm>
        </p:grpSpPr>
        <p:sp>
          <p:nvSpPr>
            <p:cNvPr id="5" name="Freeform 5"/>
            <p:cNvSpPr/>
            <p:nvPr/>
          </p:nvSpPr>
          <p:spPr>
            <a:xfrm>
              <a:off x="0" y="0"/>
              <a:ext cx="1094133" cy="656480"/>
            </a:xfrm>
            <a:custGeom>
              <a:avLst/>
              <a:gdLst/>
              <a:ahLst/>
              <a:cxnLst/>
              <a:rect l="l" t="t" r="r" b="b"/>
              <a:pathLst>
                <a:path w="1094133" h="656480">
                  <a:moveTo>
                    <a:pt x="79306" y="0"/>
                  </a:moveTo>
                  <a:lnTo>
                    <a:pt x="1014826" y="0"/>
                  </a:lnTo>
                  <a:cubicBezTo>
                    <a:pt x="1058626" y="0"/>
                    <a:pt x="1094133" y="35507"/>
                    <a:pt x="1094133" y="79306"/>
                  </a:cubicBezTo>
                  <a:lnTo>
                    <a:pt x="1094133" y="577173"/>
                  </a:lnTo>
                  <a:cubicBezTo>
                    <a:pt x="1094133" y="598207"/>
                    <a:pt x="1085777" y="618378"/>
                    <a:pt x="1070904" y="633251"/>
                  </a:cubicBezTo>
                  <a:cubicBezTo>
                    <a:pt x="1056031" y="648124"/>
                    <a:pt x="1035860" y="656480"/>
                    <a:pt x="1014826" y="656480"/>
                  </a:cubicBezTo>
                  <a:lnTo>
                    <a:pt x="79306" y="656480"/>
                  </a:lnTo>
                  <a:cubicBezTo>
                    <a:pt x="35507" y="656480"/>
                    <a:pt x="0" y="620973"/>
                    <a:pt x="0" y="577173"/>
                  </a:cubicBezTo>
                  <a:lnTo>
                    <a:pt x="0" y="79306"/>
                  </a:lnTo>
                  <a:cubicBezTo>
                    <a:pt x="0" y="35507"/>
                    <a:pt x="35507" y="0"/>
                    <a:pt x="79306" y="0"/>
                  </a:cubicBezTo>
                  <a:close/>
                </a:path>
              </a:pathLst>
            </a:custGeom>
            <a:solidFill>
              <a:srgbClr val="FED7FE"/>
            </a:solidFill>
          </p:spPr>
        </p:sp>
        <p:sp>
          <p:nvSpPr>
            <p:cNvPr id="6" name="TextBox 6"/>
            <p:cNvSpPr txBox="1"/>
            <p:nvPr/>
          </p:nvSpPr>
          <p:spPr>
            <a:xfrm>
              <a:off x="0" y="-38100"/>
              <a:ext cx="1094133" cy="694580"/>
            </a:xfrm>
            <a:prstGeom prst="rect">
              <a:avLst/>
            </a:prstGeom>
          </p:spPr>
          <p:txBody>
            <a:bodyPr lIns="50800" tIns="50800" rIns="50800" bIns="50800" rtlCol="0" anchor="ctr"/>
            <a:lstStyle/>
            <a:p>
              <a:pPr algn="ctr">
                <a:lnSpc>
                  <a:spcPts val="3080"/>
                </a:lnSpc>
              </a:pPr>
              <a:endParaRPr/>
            </a:p>
          </p:txBody>
        </p:sp>
      </p:grpSp>
      <p:grpSp>
        <p:nvGrpSpPr>
          <p:cNvPr id="7" name="Group 7"/>
          <p:cNvGrpSpPr/>
          <p:nvPr/>
        </p:nvGrpSpPr>
        <p:grpSpPr>
          <a:xfrm>
            <a:off x="10436867" y="5421650"/>
            <a:ext cx="4783408" cy="2870045"/>
            <a:chOff x="0" y="0"/>
            <a:chExt cx="1094133" cy="656480"/>
          </a:xfrm>
        </p:grpSpPr>
        <p:sp>
          <p:nvSpPr>
            <p:cNvPr id="8" name="Freeform 8"/>
            <p:cNvSpPr/>
            <p:nvPr/>
          </p:nvSpPr>
          <p:spPr>
            <a:xfrm>
              <a:off x="0" y="0"/>
              <a:ext cx="1094133" cy="656480"/>
            </a:xfrm>
            <a:custGeom>
              <a:avLst/>
              <a:gdLst/>
              <a:ahLst/>
              <a:cxnLst/>
              <a:rect l="l" t="t" r="r" b="b"/>
              <a:pathLst>
                <a:path w="1094133" h="656480">
                  <a:moveTo>
                    <a:pt x="79306" y="0"/>
                  </a:moveTo>
                  <a:lnTo>
                    <a:pt x="1014826" y="0"/>
                  </a:lnTo>
                  <a:cubicBezTo>
                    <a:pt x="1058626" y="0"/>
                    <a:pt x="1094133" y="35507"/>
                    <a:pt x="1094133" y="79306"/>
                  </a:cubicBezTo>
                  <a:lnTo>
                    <a:pt x="1094133" y="577173"/>
                  </a:lnTo>
                  <a:cubicBezTo>
                    <a:pt x="1094133" y="598207"/>
                    <a:pt x="1085777" y="618378"/>
                    <a:pt x="1070904" y="633251"/>
                  </a:cubicBezTo>
                  <a:cubicBezTo>
                    <a:pt x="1056031" y="648124"/>
                    <a:pt x="1035860" y="656480"/>
                    <a:pt x="1014826" y="656480"/>
                  </a:cubicBezTo>
                  <a:lnTo>
                    <a:pt x="79306" y="656480"/>
                  </a:lnTo>
                  <a:cubicBezTo>
                    <a:pt x="35507" y="656480"/>
                    <a:pt x="0" y="620973"/>
                    <a:pt x="0" y="577173"/>
                  </a:cubicBezTo>
                  <a:lnTo>
                    <a:pt x="0" y="79306"/>
                  </a:lnTo>
                  <a:cubicBezTo>
                    <a:pt x="0" y="35507"/>
                    <a:pt x="35507" y="0"/>
                    <a:pt x="79306" y="0"/>
                  </a:cubicBezTo>
                  <a:close/>
                </a:path>
              </a:pathLst>
            </a:custGeom>
            <a:solidFill>
              <a:srgbClr val="B9E3E8"/>
            </a:solidFill>
          </p:spPr>
        </p:sp>
        <p:sp>
          <p:nvSpPr>
            <p:cNvPr id="9" name="TextBox 9"/>
            <p:cNvSpPr txBox="1"/>
            <p:nvPr/>
          </p:nvSpPr>
          <p:spPr>
            <a:xfrm>
              <a:off x="0" y="-38100"/>
              <a:ext cx="1094133" cy="694580"/>
            </a:xfrm>
            <a:prstGeom prst="rect">
              <a:avLst/>
            </a:prstGeom>
          </p:spPr>
          <p:txBody>
            <a:bodyPr lIns="50800" tIns="50800" rIns="50800" bIns="50800" rtlCol="0" anchor="ctr"/>
            <a:lstStyle/>
            <a:p>
              <a:pPr algn="ctr">
                <a:lnSpc>
                  <a:spcPts val="3080"/>
                </a:lnSpc>
              </a:pPr>
              <a:endParaRPr/>
            </a:p>
          </p:txBody>
        </p:sp>
      </p:grpSp>
      <p:grpSp>
        <p:nvGrpSpPr>
          <p:cNvPr id="10" name="Group 10"/>
          <p:cNvGrpSpPr>
            <a:grpSpLocks noChangeAspect="1"/>
          </p:cNvGrpSpPr>
          <p:nvPr/>
        </p:nvGrpSpPr>
        <p:grpSpPr>
          <a:xfrm>
            <a:off x="10436867" y="1872587"/>
            <a:ext cx="4783408" cy="2870045"/>
            <a:chOff x="0" y="0"/>
            <a:chExt cx="6350000" cy="3810000"/>
          </a:xfrm>
        </p:grpSpPr>
        <p:sp>
          <p:nvSpPr>
            <p:cNvPr id="11" name="Freeform 11"/>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6"/>
              <a:stretch>
                <a:fillRect t="-3527" b="-146472"/>
              </a:stretch>
            </a:blipFill>
          </p:spPr>
        </p:sp>
      </p:grpSp>
      <p:grpSp>
        <p:nvGrpSpPr>
          <p:cNvPr id="12" name="Group 12"/>
          <p:cNvGrpSpPr>
            <a:grpSpLocks noChangeAspect="1"/>
          </p:cNvGrpSpPr>
          <p:nvPr/>
        </p:nvGrpSpPr>
        <p:grpSpPr>
          <a:xfrm>
            <a:off x="10436867" y="5421650"/>
            <a:ext cx="4783408" cy="2870045"/>
            <a:chOff x="0" y="0"/>
            <a:chExt cx="6350000" cy="3810000"/>
          </a:xfrm>
        </p:grpSpPr>
        <p:sp>
          <p:nvSpPr>
            <p:cNvPr id="13" name="Freeform 13"/>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7"/>
              <a:stretch>
                <a:fillRect b="-11111"/>
              </a:stretch>
            </a:blipFill>
          </p:spPr>
        </p:sp>
      </p:grpSp>
      <p:grpSp>
        <p:nvGrpSpPr>
          <p:cNvPr id="14" name="Group 14"/>
          <p:cNvGrpSpPr/>
          <p:nvPr/>
        </p:nvGrpSpPr>
        <p:grpSpPr>
          <a:xfrm>
            <a:off x="3075191" y="1872587"/>
            <a:ext cx="4783408" cy="2870045"/>
            <a:chOff x="0" y="0"/>
            <a:chExt cx="1094133" cy="656480"/>
          </a:xfrm>
        </p:grpSpPr>
        <p:sp>
          <p:nvSpPr>
            <p:cNvPr id="15" name="Freeform 15"/>
            <p:cNvSpPr/>
            <p:nvPr/>
          </p:nvSpPr>
          <p:spPr>
            <a:xfrm>
              <a:off x="0" y="0"/>
              <a:ext cx="1094133" cy="656480"/>
            </a:xfrm>
            <a:custGeom>
              <a:avLst/>
              <a:gdLst/>
              <a:ahLst/>
              <a:cxnLst/>
              <a:rect l="l" t="t" r="r" b="b"/>
              <a:pathLst>
                <a:path w="1094133" h="656480">
                  <a:moveTo>
                    <a:pt x="79306" y="0"/>
                  </a:moveTo>
                  <a:lnTo>
                    <a:pt x="1014826" y="0"/>
                  </a:lnTo>
                  <a:cubicBezTo>
                    <a:pt x="1058626" y="0"/>
                    <a:pt x="1094133" y="35507"/>
                    <a:pt x="1094133" y="79306"/>
                  </a:cubicBezTo>
                  <a:lnTo>
                    <a:pt x="1094133" y="577173"/>
                  </a:lnTo>
                  <a:cubicBezTo>
                    <a:pt x="1094133" y="598207"/>
                    <a:pt x="1085777" y="618378"/>
                    <a:pt x="1070904" y="633251"/>
                  </a:cubicBezTo>
                  <a:cubicBezTo>
                    <a:pt x="1056031" y="648124"/>
                    <a:pt x="1035860" y="656480"/>
                    <a:pt x="1014826" y="656480"/>
                  </a:cubicBezTo>
                  <a:lnTo>
                    <a:pt x="79306" y="656480"/>
                  </a:lnTo>
                  <a:cubicBezTo>
                    <a:pt x="35507" y="656480"/>
                    <a:pt x="0" y="620973"/>
                    <a:pt x="0" y="577173"/>
                  </a:cubicBezTo>
                  <a:lnTo>
                    <a:pt x="0" y="79306"/>
                  </a:lnTo>
                  <a:cubicBezTo>
                    <a:pt x="0" y="35507"/>
                    <a:pt x="35507" y="0"/>
                    <a:pt x="79306" y="0"/>
                  </a:cubicBezTo>
                  <a:close/>
                </a:path>
              </a:pathLst>
            </a:custGeom>
            <a:solidFill>
              <a:srgbClr val="B9E3E8"/>
            </a:solidFill>
          </p:spPr>
        </p:sp>
        <p:sp>
          <p:nvSpPr>
            <p:cNvPr id="16" name="TextBox 16"/>
            <p:cNvSpPr txBox="1"/>
            <p:nvPr/>
          </p:nvSpPr>
          <p:spPr>
            <a:xfrm>
              <a:off x="0" y="-38100"/>
              <a:ext cx="1094133" cy="694580"/>
            </a:xfrm>
            <a:prstGeom prst="rect">
              <a:avLst/>
            </a:prstGeom>
          </p:spPr>
          <p:txBody>
            <a:bodyPr lIns="50800" tIns="50800" rIns="50800" bIns="50800" rtlCol="0" anchor="ctr"/>
            <a:lstStyle/>
            <a:p>
              <a:pPr algn="ctr">
                <a:lnSpc>
                  <a:spcPts val="3080"/>
                </a:lnSpc>
              </a:pPr>
              <a:endParaRPr/>
            </a:p>
          </p:txBody>
        </p:sp>
      </p:grpSp>
      <p:grpSp>
        <p:nvGrpSpPr>
          <p:cNvPr id="17" name="Group 17"/>
          <p:cNvGrpSpPr/>
          <p:nvPr/>
        </p:nvGrpSpPr>
        <p:grpSpPr>
          <a:xfrm>
            <a:off x="3075191" y="5421650"/>
            <a:ext cx="4783408" cy="2870045"/>
            <a:chOff x="0" y="0"/>
            <a:chExt cx="1094133" cy="656480"/>
          </a:xfrm>
        </p:grpSpPr>
        <p:sp>
          <p:nvSpPr>
            <p:cNvPr id="18" name="Freeform 18"/>
            <p:cNvSpPr/>
            <p:nvPr/>
          </p:nvSpPr>
          <p:spPr>
            <a:xfrm>
              <a:off x="0" y="0"/>
              <a:ext cx="1094133" cy="656480"/>
            </a:xfrm>
            <a:custGeom>
              <a:avLst/>
              <a:gdLst/>
              <a:ahLst/>
              <a:cxnLst/>
              <a:rect l="l" t="t" r="r" b="b"/>
              <a:pathLst>
                <a:path w="1094133" h="656480">
                  <a:moveTo>
                    <a:pt x="79306" y="0"/>
                  </a:moveTo>
                  <a:lnTo>
                    <a:pt x="1014826" y="0"/>
                  </a:lnTo>
                  <a:cubicBezTo>
                    <a:pt x="1058626" y="0"/>
                    <a:pt x="1094133" y="35507"/>
                    <a:pt x="1094133" y="79306"/>
                  </a:cubicBezTo>
                  <a:lnTo>
                    <a:pt x="1094133" y="577173"/>
                  </a:lnTo>
                  <a:cubicBezTo>
                    <a:pt x="1094133" y="598207"/>
                    <a:pt x="1085777" y="618378"/>
                    <a:pt x="1070904" y="633251"/>
                  </a:cubicBezTo>
                  <a:cubicBezTo>
                    <a:pt x="1056031" y="648124"/>
                    <a:pt x="1035860" y="656480"/>
                    <a:pt x="1014826" y="656480"/>
                  </a:cubicBezTo>
                  <a:lnTo>
                    <a:pt x="79306" y="656480"/>
                  </a:lnTo>
                  <a:cubicBezTo>
                    <a:pt x="35507" y="656480"/>
                    <a:pt x="0" y="620973"/>
                    <a:pt x="0" y="577173"/>
                  </a:cubicBezTo>
                  <a:lnTo>
                    <a:pt x="0" y="79306"/>
                  </a:lnTo>
                  <a:cubicBezTo>
                    <a:pt x="0" y="35507"/>
                    <a:pt x="35507" y="0"/>
                    <a:pt x="79306" y="0"/>
                  </a:cubicBezTo>
                  <a:close/>
                </a:path>
              </a:pathLst>
            </a:custGeom>
            <a:solidFill>
              <a:srgbClr val="FFF5AC"/>
            </a:solidFill>
          </p:spPr>
        </p:sp>
        <p:sp>
          <p:nvSpPr>
            <p:cNvPr id="19" name="TextBox 19"/>
            <p:cNvSpPr txBox="1"/>
            <p:nvPr/>
          </p:nvSpPr>
          <p:spPr>
            <a:xfrm>
              <a:off x="0" y="-38100"/>
              <a:ext cx="1094133" cy="694580"/>
            </a:xfrm>
            <a:prstGeom prst="rect">
              <a:avLst/>
            </a:prstGeom>
          </p:spPr>
          <p:txBody>
            <a:bodyPr lIns="50800" tIns="50800" rIns="50800" bIns="50800" rtlCol="0" anchor="ctr"/>
            <a:lstStyle/>
            <a:p>
              <a:pPr algn="ctr">
                <a:lnSpc>
                  <a:spcPts val="3080"/>
                </a:lnSpc>
              </a:pPr>
              <a:endParaRPr/>
            </a:p>
          </p:txBody>
        </p:sp>
      </p:grpSp>
      <p:grpSp>
        <p:nvGrpSpPr>
          <p:cNvPr id="20" name="Group 20"/>
          <p:cNvGrpSpPr>
            <a:grpSpLocks noChangeAspect="1"/>
          </p:cNvGrpSpPr>
          <p:nvPr/>
        </p:nvGrpSpPr>
        <p:grpSpPr>
          <a:xfrm>
            <a:off x="3075191" y="1872587"/>
            <a:ext cx="4783408" cy="2870045"/>
            <a:chOff x="0" y="0"/>
            <a:chExt cx="6350000" cy="3810000"/>
          </a:xfrm>
        </p:grpSpPr>
        <p:sp>
          <p:nvSpPr>
            <p:cNvPr id="21" name="Freeform 21"/>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8"/>
              <a:stretch>
                <a:fillRect l="-7027" r="-5485" b="-49939"/>
              </a:stretch>
            </a:blipFill>
          </p:spPr>
        </p:sp>
      </p:grpSp>
      <p:grpSp>
        <p:nvGrpSpPr>
          <p:cNvPr id="22" name="Group 22"/>
          <p:cNvGrpSpPr>
            <a:grpSpLocks noChangeAspect="1"/>
          </p:cNvGrpSpPr>
          <p:nvPr/>
        </p:nvGrpSpPr>
        <p:grpSpPr>
          <a:xfrm>
            <a:off x="3075191" y="5421650"/>
            <a:ext cx="4783408" cy="2870045"/>
            <a:chOff x="0" y="0"/>
            <a:chExt cx="6350000" cy="3810000"/>
          </a:xfrm>
        </p:grpSpPr>
        <p:sp>
          <p:nvSpPr>
            <p:cNvPr id="23" name="Freeform 23"/>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9"/>
              <a:stretch>
                <a:fillRect t="-17638" b="-132361"/>
              </a:stretch>
            </a:blipFill>
          </p:spPr>
        </p:sp>
      </p:grpSp>
      <p:sp>
        <p:nvSpPr>
          <p:cNvPr id="24" name="Freeform 24"/>
          <p:cNvSpPr/>
          <p:nvPr/>
        </p:nvSpPr>
        <p:spPr>
          <a:xfrm>
            <a:off x="6538448" y="5809436"/>
            <a:ext cx="978331" cy="978331"/>
          </a:xfrm>
          <a:custGeom>
            <a:avLst/>
            <a:gdLst/>
            <a:ahLst/>
            <a:cxnLst/>
            <a:rect l="l" t="t" r="r" b="b"/>
            <a:pathLst>
              <a:path w="978331" h="978331">
                <a:moveTo>
                  <a:pt x="0" y="0"/>
                </a:moveTo>
                <a:lnTo>
                  <a:pt x="978332" y="0"/>
                </a:lnTo>
                <a:lnTo>
                  <a:pt x="978332" y="978331"/>
                </a:lnTo>
                <a:lnTo>
                  <a:pt x="0" y="978331"/>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25" name="Freeform 25"/>
          <p:cNvSpPr/>
          <p:nvPr/>
        </p:nvSpPr>
        <p:spPr>
          <a:xfrm>
            <a:off x="3334721" y="6316734"/>
            <a:ext cx="943383" cy="942065"/>
          </a:xfrm>
          <a:custGeom>
            <a:avLst/>
            <a:gdLst/>
            <a:ahLst/>
            <a:cxnLst/>
            <a:rect l="l" t="t" r="r" b="b"/>
            <a:pathLst>
              <a:path w="943383" h="942065">
                <a:moveTo>
                  <a:pt x="0" y="0"/>
                </a:moveTo>
                <a:lnTo>
                  <a:pt x="943383" y="0"/>
                </a:lnTo>
                <a:lnTo>
                  <a:pt x="943383" y="942066"/>
                </a:lnTo>
                <a:lnTo>
                  <a:pt x="0" y="942066"/>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26" name="Freeform 26"/>
          <p:cNvSpPr/>
          <p:nvPr/>
        </p:nvSpPr>
        <p:spPr>
          <a:xfrm rot="-490916">
            <a:off x="10814478" y="5717365"/>
            <a:ext cx="837331" cy="321953"/>
          </a:xfrm>
          <a:custGeom>
            <a:avLst/>
            <a:gdLst/>
            <a:ahLst/>
            <a:cxnLst/>
            <a:rect l="l" t="t" r="r" b="b"/>
            <a:pathLst>
              <a:path w="837331" h="321953">
                <a:moveTo>
                  <a:pt x="0" y="0"/>
                </a:moveTo>
                <a:lnTo>
                  <a:pt x="837331" y="0"/>
                </a:lnTo>
                <a:lnTo>
                  <a:pt x="837331" y="321952"/>
                </a:lnTo>
                <a:lnTo>
                  <a:pt x="0" y="321952"/>
                </a:lnTo>
                <a:lnTo>
                  <a:pt x="0" y="0"/>
                </a:lnTo>
                <a:close/>
              </a:path>
            </a:pathLst>
          </a:custGeom>
          <a:blipFill>
            <a:blip r:embed="rId14">
              <a:extLst>
                <a:ext uri="{96DAC541-7B7A-43D3-8B79-37D633B846F1}">
                  <asvg:svgBlip xmlns:asvg="http://schemas.microsoft.com/office/drawing/2016/SVG/main" r:embed="rId15"/>
                </a:ext>
              </a:extLst>
            </a:blip>
            <a:stretch>
              <a:fillRect/>
            </a:stretch>
          </a:blipFill>
          <a:ln cap="sq">
            <a:noFill/>
            <a:prstDash val="solid"/>
            <a:miter/>
          </a:ln>
        </p:spPr>
      </p:sp>
      <p:sp>
        <p:nvSpPr>
          <p:cNvPr id="27" name="Freeform 27"/>
          <p:cNvSpPr/>
          <p:nvPr/>
        </p:nvSpPr>
        <p:spPr>
          <a:xfrm>
            <a:off x="10795830" y="2233189"/>
            <a:ext cx="967702" cy="821215"/>
          </a:xfrm>
          <a:custGeom>
            <a:avLst/>
            <a:gdLst/>
            <a:ahLst/>
            <a:cxnLst/>
            <a:rect l="l" t="t" r="r" b="b"/>
            <a:pathLst>
              <a:path w="967702" h="821215">
                <a:moveTo>
                  <a:pt x="0" y="0"/>
                </a:moveTo>
                <a:lnTo>
                  <a:pt x="967702" y="0"/>
                </a:lnTo>
                <a:lnTo>
                  <a:pt x="967702" y="821215"/>
                </a:lnTo>
                <a:lnTo>
                  <a:pt x="0" y="821215"/>
                </a:lnTo>
                <a:lnTo>
                  <a:pt x="0" y="0"/>
                </a:lnTo>
                <a:close/>
              </a:path>
            </a:pathLst>
          </a:custGeom>
          <a:blipFill>
            <a:blip r:embed="rId16">
              <a:extLst>
                <a:ext uri="{96DAC541-7B7A-43D3-8B79-37D633B846F1}">
                  <asvg:svgBlip xmlns:asvg="http://schemas.microsoft.com/office/drawing/2016/SVG/main" r:embed="rId17"/>
                </a:ext>
              </a:extLst>
            </a:blip>
            <a:stretch>
              <a:fillRect/>
            </a:stretch>
          </a:blipFill>
          <a:ln cap="sq">
            <a:noFill/>
            <a:prstDash val="solid"/>
            <a:miter/>
          </a:ln>
        </p:spPr>
      </p:sp>
      <p:sp>
        <p:nvSpPr>
          <p:cNvPr id="28" name="Freeform 28"/>
          <p:cNvSpPr/>
          <p:nvPr/>
        </p:nvSpPr>
        <p:spPr>
          <a:xfrm>
            <a:off x="12563310" y="5659420"/>
            <a:ext cx="530521" cy="639182"/>
          </a:xfrm>
          <a:custGeom>
            <a:avLst/>
            <a:gdLst/>
            <a:ahLst/>
            <a:cxnLst/>
            <a:rect l="l" t="t" r="r" b="b"/>
            <a:pathLst>
              <a:path w="530521" h="639182">
                <a:moveTo>
                  <a:pt x="0" y="0"/>
                </a:moveTo>
                <a:lnTo>
                  <a:pt x="530521" y="0"/>
                </a:lnTo>
                <a:lnTo>
                  <a:pt x="530521" y="639181"/>
                </a:lnTo>
                <a:lnTo>
                  <a:pt x="0" y="639181"/>
                </a:lnTo>
                <a:lnTo>
                  <a:pt x="0" y="0"/>
                </a:lnTo>
                <a:close/>
              </a:path>
            </a:pathLst>
          </a:custGeom>
          <a:blipFill>
            <a:blip r:embed="rId18">
              <a:extLst>
                <a:ext uri="{96DAC541-7B7A-43D3-8B79-37D633B846F1}">
                  <asvg:svgBlip xmlns:asvg="http://schemas.microsoft.com/office/drawing/2016/SVG/main" r:embed="rId19"/>
                </a:ext>
              </a:extLst>
            </a:blip>
            <a:stretch>
              <a:fillRect/>
            </a:stretch>
          </a:blipFill>
          <a:ln cap="sq">
            <a:noFill/>
            <a:prstDash val="solid"/>
            <a:miter/>
          </a:ln>
        </p:spPr>
      </p:sp>
      <p:sp>
        <p:nvSpPr>
          <p:cNvPr id="29" name="Freeform 29"/>
          <p:cNvSpPr/>
          <p:nvPr/>
        </p:nvSpPr>
        <p:spPr>
          <a:xfrm rot="329024">
            <a:off x="15090364" y="6975970"/>
            <a:ext cx="2648385" cy="3166547"/>
          </a:xfrm>
          <a:custGeom>
            <a:avLst/>
            <a:gdLst/>
            <a:ahLst/>
            <a:cxnLst/>
            <a:rect l="l" t="t" r="r" b="b"/>
            <a:pathLst>
              <a:path w="2648385" h="3166547">
                <a:moveTo>
                  <a:pt x="0" y="0"/>
                </a:moveTo>
                <a:lnTo>
                  <a:pt x="2648385" y="0"/>
                </a:lnTo>
                <a:lnTo>
                  <a:pt x="2648385" y="3166547"/>
                </a:lnTo>
                <a:lnTo>
                  <a:pt x="0" y="3166547"/>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sp>
      <p:sp>
        <p:nvSpPr>
          <p:cNvPr id="30" name="Freeform 30"/>
          <p:cNvSpPr/>
          <p:nvPr/>
        </p:nvSpPr>
        <p:spPr>
          <a:xfrm rot="491786">
            <a:off x="13530882" y="1741284"/>
            <a:ext cx="1856395" cy="530399"/>
          </a:xfrm>
          <a:custGeom>
            <a:avLst/>
            <a:gdLst/>
            <a:ahLst/>
            <a:cxnLst/>
            <a:rect l="l" t="t" r="r" b="b"/>
            <a:pathLst>
              <a:path w="1856395" h="530399">
                <a:moveTo>
                  <a:pt x="0" y="0"/>
                </a:moveTo>
                <a:lnTo>
                  <a:pt x="1856395" y="0"/>
                </a:lnTo>
                <a:lnTo>
                  <a:pt x="1856395" y="530398"/>
                </a:lnTo>
                <a:lnTo>
                  <a:pt x="0" y="530398"/>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sp>
      <p:sp>
        <p:nvSpPr>
          <p:cNvPr id="31" name="Freeform 31"/>
          <p:cNvSpPr/>
          <p:nvPr/>
        </p:nvSpPr>
        <p:spPr>
          <a:xfrm>
            <a:off x="4977563" y="1445818"/>
            <a:ext cx="1417772" cy="1121329"/>
          </a:xfrm>
          <a:custGeom>
            <a:avLst/>
            <a:gdLst/>
            <a:ahLst/>
            <a:cxnLst/>
            <a:rect l="l" t="t" r="r" b="b"/>
            <a:pathLst>
              <a:path w="1417772" h="1121329">
                <a:moveTo>
                  <a:pt x="0" y="0"/>
                </a:moveTo>
                <a:lnTo>
                  <a:pt x="1417772" y="0"/>
                </a:lnTo>
                <a:lnTo>
                  <a:pt x="1417772" y="1121329"/>
                </a:lnTo>
                <a:lnTo>
                  <a:pt x="0" y="1121329"/>
                </a:lnTo>
                <a:lnTo>
                  <a:pt x="0" y="0"/>
                </a:lnTo>
                <a:close/>
              </a:path>
            </a:pathLst>
          </a:custGeom>
          <a:blipFill>
            <a:blip r:embed="rId24">
              <a:extLst>
                <a:ext uri="{96DAC541-7B7A-43D3-8B79-37D633B846F1}">
                  <asvg:svgBlip xmlns:asvg="http://schemas.microsoft.com/office/drawing/2016/SVG/main" r:embed="rId25"/>
                </a:ext>
              </a:extLst>
            </a:blip>
            <a:stretch>
              <a:fillRect/>
            </a:stretch>
          </a:blipFill>
        </p:spPr>
      </p:sp>
      <p:sp>
        <p:nvSpPr>
          <p:cNvPr id="32" name="Freeform 32"/>
          <p:cNvSpPr/>
          <p:nvPr/>
        </p:nvSpPr>
        <p:spPr>
          <a:xfrm rot="783751">
            <a:off x="13786837" y="2731678"/>
            <a:ext cx="880972" cy="902299"/>
          </a:xfrm>
          <a:custGeom>
            <a:avLst/>
            <a:gdLst/>
            <a:ahLst/>
            <a:cxnLst/>
            <a:rect l="l" t="t" r="r" b="b"/>
            <a:pathLst>
              <a:path w="880972" h="902299">
                <a:moveTo>
                  <a:pt x="0" y="0"/>
                </a:moveTo>
                <a:lnTo>
                  <a:pt x="880972" y="0"/>
                </a:lnTo>
                <a:lnTo>
                  <a:pt x="880972" y="902299"/>
                </a:lnTo>
                <a:lnTo>
                  <a:pt x="0" y="902299"/>
                </a:lnTo>
                <a:lnTo>
                  <a:pt x="0" y="0"/>
                </a:lnTo>
                <a:close/>
              </a:path>
            </a:pathLst>
          </a:custGeom>
          <a:blipFill>
            <a:blip r:embed="rId26">
              <a:extLst>
                <a:ext uri="{96DAC541-7B7A-43D3-8B79-37D633B846F1}">
                  <asvg:svgBlip xmlns:asvg="http://schemas.microsoft.com/office/drawing/2016/SVG/main" r:embed="rId27"/>
                </a:ext>
              </a:extLst>
            </a:blip>
            <a:stretch>
              <a:fillRect/>
            </a:stretch>
          </a:blipFill>
        </p:spPr>
      </p:sp>
      <p:sp>
        <p:nvSpPr>
          <p:cNvPr id="33" name="Freeform 33"/>
          <p:cNvSpPr/>
          <p:nvPr/>
        </p:nvSpPr>
        <p:spPr>
          <a:xfrm rot="-128636" flipH="1">
            <a:off x="-2432617" y="-1557624"/>
            <a:ext cx="4865234" cy="4865234"/>
          </a:xfrm>
          <a:custGeom>
            <a:avLst/>
            <a:gdLst/>
            <a:ahLst/>
            <a:cxnLst/>
            <a:rect l="l" t="t" r="r" b="b"/>
            <a:pathLst>
              <a:path w="4865234" h="4865234">
                <a:moveTo>
                  <a:pt x="4865234" y="0"/>
                </a:moveTo>
                <a:lnTo>
                  <a:pt x="0" y="0"/>
                </a:lnTo>
                <a:lnTo>
                  <a:pt x="0" y="4865234"/>
                </a:lnTo>
                <a:lnTo>
                  <a:pt x="4865234" y="4865234"/>
                </a:lnTo>
                <a:lnTo>
                  <a:pt x="4865234" y="0"/>
                </a:lnTo>
                <a:close/>
              </a:path>
            </a:pathLst>
          </a:custGeom>
          <a:blipFill>
            <a:blip r:embed="rId28">
              <a:extLst>
                <a:ext uri="{96DAC541-7B7A-43D3-8B79-37D633B846F1}">
                  <asvg:svgBlip xmlns:asvg="http://schemas.microsoft.com/office/drawing/2016/SVG/main" r:embed="rId29"/>
                </a:ext>
              </a:extLst>
            </a:blip>
            <a:stretch>
              <a:fillRect/>
            </a:stretch>
          </a:blipFill>
        </p:spPr>
      </p:sp>
      <p:sp>
        <p:nvSpPr>
          <p:cNvPr id="34" name="TextBox 34"/>
          <p:cNvSpPr txBox="1"/>
          <p:nvPr/>
        </p:nvSpPr>
        <p:spPr>
          <a:xfrm>
            <a:off x="3312467" y="4890689"/>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
        <p:nvSpPr>
          <p:cNvPr id="35" name="TextBox 35"/>
          <p:cNvSpPr txBox="1"/>
          <p:nvPr/>
        </p:nvSpPr>
        <p:spPr>
          <a:xfrm>
            <a:off x="10674142" y="4890689"/>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
        <p:nvSpPr>
          <p:cNvPr id="36" name="TextBox 36"/>
          <p:cNvSpPr txBox="1"/>
          <p:nvPr/>
        </p:nvSpPr>
        <p:spPr>
          <a:xfrm>
            <a:off x="3312467" y="8415417"/>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
        <p:nvSpPr>
          <p:cNvPr id="37" name="TextBox 37"/>
          <p:cNvSpPr txBox="1"/>
          <p:nvPr/>
        </p:nvSpPr>
        <p:spPr>
          <a:xfrm>
            <a:off x="10674142" y="8415417"/>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10415551" y="0"/>
            <a:ext cx="7872449" cy="10287000"/>
            <a:chOff x="0" y="0"/>
            <a:chExt cx="10496599" cy="13716000"/>
          </a:xfrm>
        </p:grpSpPr>
        <p:pic>
          <p:nvPicPr>
            <p:cNvPr id="4" name="Picture 4"/>
            <p:cNvPicPr>
              <a:picLocks noChangeAspect="1"/>
            </p:cNvPicPr>
            <p:nvPr/>
          </p:nvPicPr>
          <p:blipFill>
            <a:blip r:embed="rId4"/>
            <a:srcRect l="2169" r="2169"/>
            <a:stretch>
              <a:fillRect/>
            </a:stretch>
          </p:blipFill>
          <p:spPr>
            <a:xfrm>
              <a:off x="0" y="0"/>
              <a:ext cx="10496599" cy="13716000"/>
            </a:xfrm>
            <a:prstGeom prst="rect">
              <a:avLst/>
            </a:prstGeom>
          </p:spPr>
        </p:pic>
      </p:grpSp>
      <p:sp>
        <p:nvSpPr>
          <p:cNvPr id="5" name="Freeform 5"/>
          <p:cNvSpPr/>
          <p:nvPr/>
        </p:nvSpPr>
        <p:spPr>
          <a:xfrm>
            <a:off x="7050668" y="2740753"/>
            <a:ext cx="2196103" cy="2255305"/>
          </a:xfrm>
          <a:custGeom>
            <a:avLst/>
            <a:gdLst/>
            <a:ahLst/>
            <a:cxnLst/>
            <a:rect l="l" t="t" r="r" b="b"/>
            <a:pathLst>
              <a:path w="2196103" h="2255305">
                <a:moveTo>
                  <a:pt x="0" y="0"/>
                </a:moveTo>
                <a:lnTo>
                  <a:pt x="2196103" y="0"/>
                </a:lnTo>
                <a:lnTo>
                  <a:pt x="2196103" y="2255305"/>
                </a:lnTo>
                <a:lnTo>
                  <a:pt x="0" y="225530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6" name="Freeform 6"/>
          <p:cNvSpPr/>
          <p:nvPr/>
        </p:nvSpPr>
        <p:spPr>
          <a:xfrm>
            <a:off x="1434697" y="6776701"/>
            <a:ext cx="2645766" cy="2097371"/>
          </a:xfrm>
          <a:custGeom>
            <a:avLst/>
            <a:gdLst/>
            <a:ahLst/>
            <a:cxnLst/>
            <a:rect l="l" t="t" r="r" b="b"/>
            <a:pathLst>
              <a:path w="2645766" h="2097371">
                <a:moveTo>
                  <a:pt x="0" y="0"/>
                </a:moveTo>
                <a:lnTo>
                  <a:pt x="2645766" y="0"/>
                </a:lnTo>
                <a:lnTo>
                  <a:pt x="2645766" y="2097371"/>
                </a:lnTo>
                <a:lnTo>
                  <a:pt x="0" y="2097371"/>
                </a:lnTo>
                <a:lnTo>
                  <a:pt x="0" y="0"/>
                </a:lnTo>
                <a:close/>
              </a:path>
            </a:pathLst>
          </a:custGeom>
          <a:blipFill>
            <a:blip r:embed="rId7">
              <a:extLst>
                <a:ext uri="{96DAC541-7B7A-43D3-8B79-37D633B846F1}">
                  <asvg:svgBlip xmlns:asvg="http://schemas.microsoft.com/office/drawing/2016/SVG/main" r:embed="rId8"/>
                </a:ext>
              </a:extLst>
            </a:blip>
            <a:stretch>
              <a:fillRect/>
            </a:stretch>
          </a:blipFill>
          <a:ln cap="sq">
            <a:noFill/>
            <a:prstDash val="solid"/>
            <a:miter/>
          </a:ln>
        </p:spPr>
      </p:sp>
      <p:sp>
        <p:nvSpPr>
          <p:cNvPr id="7" name="Freeform 7"/>
          <p:cNvSpPr/>
          <p:nvPr/>
        </p:nvSpPr>
        <p:spPr>
          <a:xfrm>
            <a:off x="6320486" y="6836686"/>
            <a:ext cx="2572227" cy="1977400"/>
          </a:xfrm>
          <a:custGeom>
            <a:avLst/>
            <a:gdLst/>
            <a:ahLst/>
            <a:cxnLst/>
            <a:rect l="l" t="t" r="r" b="b"/>
            <a:pathLst>
              <a:path w="2572227" h="1977400">
                <a:moveTo>
                  <a:pt x="0" y="0"/>
                </a:moveTo>
                <a:lnTo>
                  <a:pt x="2572227" y="0"/>
                </a:lnTo>
                <a:lnTo>
                  <a:pt x="2572227" y="1977400"/>
                </a:lnTo>
                <a:lnTo>
                  <a:pt x="0" y="1977400"/>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8" name="Freeform 8"/>
          <p:cNvSpPr/>
          <p:nvPr/>
        </p:nvSpPr>
        <p:spPr>
          <a:xfrm>
            <a:off x="1491771" y="3069698"/>
            <a:ext cx="2099102" cy="2020386"/>
          </a:xfrm>
          <a:custGeom>
            <a:avLst/>
            <a:gdLst/>
            <a:ahLst/>
            <a:cxnLst/>
            <a:rect l="l" t="t" r="r" b="b"/>
            <a:pathLst>
              <a:path w="2099102" h="2020386">
                <a:moveTo>
                  <a:pt x="0" y="0"/>
                </a:moveTo>
                <a:lnTo>
                  <a:pt x="2099102" y="0"/>
                </a:lnTo>
                <a:lnTo>
                  <a:pt x="2099102" y="2020386"/>
                </a:lnTo>
                <a:lnTo>
                  <a:pt x="0" y="2020386"/>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9" name="TextBox 9"/>
          <p:cNvSpPr txBox="1"/>
          <p:nvPr/>
        </p:nvSpPr>
        <p:spPr>
          <a:xfrm>
            <a:off x="1434697" y="762376"/>
            <a:ext cx="7344176" cy="1578326"/>
          </a:xfrm>
          <a:prstGeom prst="rect">
            <a:avLst/>
          </a:prstGeom>
        </p:spPr>
        <p:txBody>
          <a:bodyPr lIns="0" tIns="0" rIns="0" bIns="0" rtlCol="0" anchor="t">
            <a:spAutoFit/>
          </a:bodyPr>
          <a:lstStyle/>
          <a:p>
            <a:pPr marL="0" lvl="0" indent="0" algn="ctr">
              <a:lnSpc>
                <a:spcPts val="12412"/>
              </a:lnSpc>
              <a:spcBef>
                <a:spcPct val="0"/>
              </a:spcBef>
            </a:pPr>
            <a:r>
              <a:rPr lang="en-US" sz="10258" u="none" strike="noStrike">
                <a:solidFill>
                  <a:srgbClr val="E668A0"/>
                </a:solidFill>
                <a:latin typeface="Sensei"/>
                <a:ea typeface="Sensei"/>
                <a:cs typeface="Sensei"/>
                <a:sym typeface="Sensei"/>
              </a:rPr>
              <a:t>Contact Us</a:t>
            </a:r>
          </a:p>
        </p:txBody>
      </p:sp>
      <p:sp>
        <p:nvSpPr>
          <p:cNvPr id="10" name="TextBox 10"/>
          <p:cNvSpPr txBox="1"/>
          <p:nvPr/>
        </p:nvSpPr>
        <p:spPr>
          <a:xfrm>
            <a:off x="5284471" y="5425717"/>
            <a:ext cx="4892954"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123-456-7890</a:t>
            </a:r>
          </a:p>
        </p:txBody>
      </p:sp>
      <p:sp>
        <p:nvSpPr>
          <p:cNvPr id="11" name="TextBox 11"/>
          <p:cNvSpPr txBox="1"/>
          <p:nvPr/>
        </p:nvSpPr>
        <p:spPr>
          <a:xfrm>
            <a:off x="5284471" y="9137964"/>
            <a:ext cx="4892954"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hello@reallygreatsite.com</a:t>
            </a:r>
          </a:p>
        </p:txBody>
      </p:sp>
      <p:sp>
        <p:nvSpPr>
          <p:cNvPr id="12" name="TextBox 12"/>
          <p:cNvSpPr txBox="1"/>
          <p:nvPr/>
        </p:nvSpPr>
        <p:spPr>
          <a:xfrm>
            <a:off x="262424" y="9137964"/>
            <a:ext cx="4892954"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reallygreatsite.com</a:t>
            </a:r>
          </a:p>
        </p:txBody>
      </p:sp>
      <p:sp>
        <p:nvSpPr>
          <p:cNvPr id="13" name="TextBox 13"/>
          <p:cNvSpPr txBox="1"/>
          <p:nvPr/>
        </p:nvSpPr>
        <p:spPr>
          <a:xfrm>
            <a:off x="262424" y="5425717"/>
            <a:ext cx="4892954"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@reallygreatsite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2007526" y="3045236"/>
            <a:ext cx="4674248" cy="1168562"/>
          </a:xfrm>
          <a:custGeom>
            <a:avLst/>
            <a:gdLst/>
            <a:ahLst/>
            <a:cxnLst/>
            <a:rect l="l" t="t" r="r" b="b"/>
            <a:pathLst>
              <a:path w="4674248" h="1168562">
                <a:moveTo>
                  <a:pt x="0" y="0"/>
                </a:moveTo>
                <a:lnTo>
                  <a:pt x="4674248" y="0"/>
                </a:lnTo>
                <a:lnTo>
                  <a:pt x="4674248" y="1168562"/>
                </a:lnTo>
                <a:lnTo>
                  <a:pt x="0" y="1168562"/>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0" y="0"/>
            <a:ext cx="10350563" cy="10287000"/>
            <a:chOff x="0" y="0"/>
            <a:chExt cx="13800750" cy="13716000"/>
          </a:xfrm>
        </p:grpSpPr>
        <p:pic>
          <p:nvPicPr>
            <p:cNvPr id="5" name="Picture 5"/>
            <p:cNvPicPr>
              <a:picLocks noChangeAspect="1"/>
            </p:cNvPicPr>
            <p:nvPr/>
          </p:nvPicPr>
          <p:blipFill>
            <a:blip r:embed="rId6"/>
            <a:srcRect t="13551" b="20191"/>
            <a:stretch>
              <a:fillRect/>
            </a:stretch>
          </p:blipFill>
          <p:spPr>
            <a:xfrm>
              <a:off x="0" y="0"/>
              <a:ext cx="13800750" cy="13716000"/>
            </a:xfrm>
            <a:prstGeom prst="rect">
              <a:avLst/>
            </a:prstGeom>
          </p:spPr>
        </p:pic>
      </p:grpSp>
      <p:sp>
        <p:nvSpPr>
          <p:cNvPr id="6" name="TextBox 6"/>
          <p:cNvSpPr txBox="1"/>
          <p:nvPr/>
        </p:nvSpPr>
        <p:spPr>
          <a:xfrm>
            <a:off x="11391369" y="1511077"/>
            <a:ext cx="5906563" cy="1067435"/>
          </a:xfrm>
          <a:prstGeom prst="rect">
            <a:avLst/>
          </a:prstGeom>
        </p:spPr>
        <p:txBody>
          <a:bodyPr lIns="0" tIns="0" rIns="0" bIns="0" rtlCol="0" anchor="t">
            <a:spAutoFit/>
          </a:bodyPr>
          <a:lstStyle/>
          <a:p>
            <a:pPr marL="0" lvl="0" indent="0" algn="ctr">
              <a:lnSpc>
                <a:spcPts val="8470"/>
              </a:lnSpc>
              <a:spcBef>
                <a:spcPct val="0"/>
              </a:spcBef>
            </a:pPr>
            <a:r>
              <a:rPr lang="en-US" sz="7000" u="none" strike="noStrike">
                <a:solidFill>
                  <a:srgbClr val="E668A0"/>
                </a:solidFill>
                <a:latin typeface="Sensei"/>
                <a:ea typeface="Sensei"/>
                <a:cs typeface="Sensei"/>
                <a:sym typeface="Sensei"/>
              </a:rPr>
              <a:t>Credits</a:t>
            </a:r>
          </a:p>
        </p:txBody>
      </p:sp>
      <p:sp>
        <p:nvSpPr>
          <p:cNvPr id="7" name="TextBox 7"/>
          <p:cNvSpPr txBox="1"/>
          <p:nvPr/>
        </p:nvSpPr>
        <p:spPr>
          <a:xfrm>
            <a:off x="11753880" y="4632898"/>
            <a:ext cx="5181540" cy="727710"/>
          </a:xfrm>
          <a:prstGeom prst="rect">
            <a:avLst/>
          </a:prstGeom>
        </p:spPr>
        <p:txBody>
          <a:bodyPr lIns="0" tIns="0" rIns="0" bIns="0" rtlCol="0" anchor="t">
            <a:spAutoFit/>
          </a:bodyPr>
          <a:lstStyle/>
          <a:p>
            <a:pPr marL="0" lvl="1" indent="0" algn="ctr">
              <a:lnSpc>
                <a:spcPts val="2940"/>
              </a:lnSpc>
              <a:spcBef>
                <a:spcPct val="0"/>
              </a:spcBef>
            </a:pPr>
            <a:r>
              <a:rPr lang="en-US" sz="2100" b="1" u="none" strike="noStrike">
                <a:solidFill>
                  <a:srgbClr val="1A4F6B"/>
                </a:solidFill>
                <a:latin typeface="Atkinson Hyperlegible Bold"/>
                <a:ea typeface="Atkinson Hyperlegible Bold"/>
                <a:cs typeface="Atkinson Hyperlegible Bold"/>
                <a:sym typeface="Atkinson Hyperlegible Bold"/>
              </a:rPr>
              <a:t>This presentation template is free for everyone to use thanks to the following:</a:t>
            </a:r>
          </a:p>
        </p:txBody>
      </p:sp>
      <p:sp>
        <p:nvSpPr>
          <p:cNvPr id="8" name="TextBox 8"/>
          <p:cNvSpPr txBox="1"/>
          <p:nvPr/>
        </p:nvSpPr>
        <p:spPr>
          <a:xfrm>
            <a:off x="11753880" y="6371846"/>
            <a:ext cx="5181540"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for the presentation template</a:t>
            </a:r>
          </a:p>
        </p:txBody>
      </p:sp>
      <p:sp>
        <p:nvSpPr>
          <p:cNvPr id="9" name="TextBox 9"/>
          <p:cNvSpPr txBox="1"/>
          <p:nvPr/>
        </p:nvSpPr>
        <p:spPr>
          <a:xfrm>
            <a:off x="11753880" y="7554215"/>
            <a:ext cx="5181540"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for the photos</a:t>
            </a:r>
          </a:p>
        </p:txBody>
      </p:sp>
      <p:sp>
        <p:nvSpPr>
          <p:cNvPr id="10" name="TextBox 10"/>
          <p:cNvSpPr txBox="1"/>
          <p:nvPr/>
        </p:nvSpPr>
        <p:spPr>
          <a:xfrm>
            <a:off x="12844587" y="5747958"/>
            <a:ext cx="3000126" cy="497841"/>
          </a:xfrm>
          <a:prstGeom prst="rect">
            <a:avLst/>
          </a:prstGeom>
        </p:spPr>
        <p:txBody>
          <a:bodyPr lIns="0" tIns="0" rIns="0" bIns="0" rtlCol="0" anchor="t">
            <a:spAutoFit/>
          </a:bodyPr>
          <a:lstStyle/>
          <a:p>
            <a:pPr marL="0" lvl="1" indent="0" algn="ctr">
              <a:lnSpc>
                <a:spcPts val="4059"/>
              </a:lnSpc>
              <a:spcBef>
                <a:spcPct val="0"/>
              </a:spcBef>
            </a:pPr>
            <a:r>
              <a:rPr lang="en-US" sz="2899" u="none" strike="noStrike">
                <a:solidFill>
                  <a:srgbClr val="1A4F6B"/>
                </a:solidFill>
                <a:latin typeface="Sensei"/>
                <a:ea typeface="Sensei"/>
                <a:cs typeface="Sensei"/>
                <a:sym typeface="Sensei"/>
              </a:rPr>
              <a:t>SlidesCarnival</a:t>
            </a:r>
          </a:p>
        </p:txBody>
      </p:sp>
      <p:sp>
        <p:nvSpPr>
          <p:cNvPr id="11" name="TextBox 11"/>
          <p:cNvSpPr txBox="1"/>
          <p:nvPr/>
        </p:nvSpPr>
        <p:spPr>
          <a:xfrm>
            <a:off x="12844587" y="6930328"/>
            <a:ext cx="3000126" cy="497841"/>
          </a:xfrm>
          <a:prstGeom prst="rect">
            <a:avLst/>
          </a:prstGeom>
        </p:spPr>
        <p:txBody>
          <a:bodyPr lIns="0" tIns="0" rIns="0" bIns="0" rtlCol="0" anchor="t">
            <a:spAutoFit/>
          </a:bodyPr>
          <a:lstStyle/>
          <a:p>
            <a:pPr marL="0" lvl="1" indent="0" algn="ctr">
              <a:lnSpc>
                <a:spcPts val="4059"/>
              </a:lnSpc>
              <a:spcBef>
                <a:spcPct val="0"/>
              </a:spcBef>
            </a:pPr>
            <a:r>
              <a:rPr lang="en-US" sz="2899" u="none" strike="noStrike">
                <a:solidFill>
                  <a:srgbClr val="1A4F6B"/>
                </a:solidFill>
                <a:latin typeface="Sensei"/>
                <a:ea typeface="Sensei"/>
                <a:cs typeface="Sensei"/>
                <a:sym typeface="Sensei"/>
              </a:rPr>
              <a:t>Pexels</a:t>
            </a:r>
          </a:p>
        </p:txBody>
      </p:sp>
      <p:sp>
        <p:nvSpPr>
          <p:cNvPr id="12" name="TextBox 12"/>
          <p:cNvSpPr txBox="1"/>
          <p:nvPr/>
        </p:nvSpPr>
        <p:spPr>
          <a:xfrm>
            <a:off x="11753880" y="8622920"/>
            <a:ext cx="5181540" cy="780340"/>
          </a:xfrm>
          <a:prstGeom prst="rect">
            <a:avLst/>
          </a:prstGeom>
        </p:spPr>
        <p:txBody>
          <a:bodyPr lIns="0" tIns="0" rIns="0" bIns="0" rtlCol="0" anchor="t">
            <a:spAutoFit/>
          </a:bodyPr>
          <a:lstStyle/>
          <a:p>
            <a:pPr marL="0" lvl="0" indent="0" algn="ctr">
              <a:lnSpc>
                <a:spcPts val="6464"/>
              </a:lnSpc>
              <a:spcBef>
                <a:spcPct val="0"/>
              </a:spcBef>
            </a:pPr>
            <a:r>
              <a:rPr lang="en-US" sz="4488" u="none" strike="noStrike">
                <a:solidFill>
                  <a:srgbClr val="7BBBDD"/>
                </a:solidFill>
                <a:latin typeface="Sensei"/>
                <a:ea typeface="Sensei"/>
                <a:cs typeface="Sensei"/>
                <a:sym typeface="Sensei"/>
              </a:rPr>
              <a:t>Happy designing </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TextBox 3"/>
          <p:cNvSpPr txBox="1"/>
          <p:nvPr/>
        </p:nvSpPr>
        <p:spPr>
          <a:xfrm>
            <a:off x="1240959" y="874446"/>
            <a:ext cx="3782843" cy="2077339"/>
          </a:xfrm>
          <a:prstGeom prst="rect">
            <a:avLst/>
          </a:prstGeom>
        </p:spPr>
        <p:txBody>
          <a:bodyPr lIns="0" tIns="0" rIns="0" bIns="0" rtlCol="0" anchor="t">
            <a:spAutoFit/>
          </a:bodyPr>
          <a:lstStyle/>
          <a:p>
            <a:pPr marL="0" lvl="0" indent="0" algn="l">
              <a:lnSpc>
                <a:spcPts val="8228"/>
              </a:lnSpc>
              <a:spcBef>
                <a:spcPct val="0"/>
              </a:spcBef>
            </a:pPr>
            <a:r>
              <a:rPr lang="en-US" sz="6800" u="none" strike="noStrike">
                <a:solidFill>
                  <a:srgbClr val="E668A0"/>
                </a:solidFill>
                <a:latin typeface="Sensei"/>
                <a:ea typeface="Sensei"/>
                <a:cs typeface="Sensei"/>
                <a:sym typeface="Sensei"/>
              </a:rPr>
              <a:t>Resource </a:t>
            </a:r>
          </a:p>
          <a:p>
            <a:pPr marL="0" lvl="0" indent="0" algn="l">
              <a:lnSpc>
                <a:spcPts val="8228"/>
              </a:lnSpc>
              <a:spcBef>
                <a:spcPct val="0"/>
              </a:spcBef>
            </a:pPr>
            <a:r>
              <a:rPr lang="en-US" sz="6800" u="none" strike="noStrike">
                <a:solidFill>
                  <a:srgbClr val="E668A0"/>
                </a:solidFill>
                <a:latin typeface="Sensei"/>
                <a:ea typeface="Sensei"/>
                <a:cs typeface="Sensei"/>
                <a:sym typeface="Sensei"/>
              </a:rPr>
              <a:t>Page</a:t>
            </a:r>
          </a:p>
        </p:txBody>
      </p:sp>
      <p:sp>
        <p:nvSpPr>
          <p:cNvPr id="4" name="TextBox 4"/>
          <p:cNvSpPr txBox="1"/>
          <p:nvPr/>
        </p:nvSpPr>
        <p:spPr>
          <a:xfrm>
            <a:off x="1240959" y="4805175"/>
            <a:ext cx="3787611" cy="4780280"/>
          </a:xfrm>
          <a:prstGeom prst="rect">
            <a:avLst/>
          </a:prstGeom>
        </p:spPr>
        <p:txBody>
          <a:bodyPr lIns="0" tIns="0" rIns="0" bIns="0" rtlCol="0" anchor="t">
            <a:spAutoFit/>
          </a:bodyPr>
          <a:lstStyle/>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This presentation template</a:t>
            </a: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uses the following free fonts:</a:t>
            </a:r>
          </a:p>
          <a:p>
            <a:pPr marL="0" lvl="1" indent="0" algn="l">
              <a:lnSpc>
                <a:spcPts val="3160"/>
              </a:lnSpc>
            </a:pPr>
            <a:endParaRPr lang="en-US" sz="2000" u="none" strike="noStrike">
              <a:solidFill>
                <a:srgbClr val="1A4F6B"/>
              </a:solidFill>
              <a:latin typeface="Atkinson Hyperlegible"/>
              <a:ea typeface="Atkinson Hyperlegible"/>
              <a:cs typeface="Atkinson Hyperlegible"/>
              <a:sym typeface="Atkinson Hyperlegible"/>
            </a:endParaRP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Titles: Sensei</a:t>
            </a: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Headers: Atkinson Hyperlegible</a:t>
            </a: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Body Copy: Atkinson Hyperlegible</a:t>
            </a:r>
          </a:p>
          <a:p>
            <a:pPr marL="0" lvl="1" indent="0" algn="l">
              <a:lnSpc>
                <a:spcPts val="3160"/>
              </a:lnSpc>
            </a:pPr>
            <a:endParaRPr lang="en-US" sz="2000" u="none" strike="noStrike">
              <a:solidFill>
                <a:srgbClr val="1A4F6B"/>
              </a:solidFill>
              <a:latin typeface="Atkinson Hyperlegible"/>
              <a:ea typeface="Atkinson Hyperlegible"/>
              <a:cs typeface="Atkinson Hyperlegible"/>
              <a:sym typeface="Atkinson Hyperlegible"/>
            </a:endParaRP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You can find these fonts</a:t>
            </a: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online too. Happy designing! </a:t>
            </a:r>
          </a:p>
          <a:p>
            <a:pPr marL="0" lvl="1" indent="0" algn="l">
              <a:lnSpc>
                <a:spcPts val="3160"/>
              </a:lnSpc>
            </a:pPr>
            <a:endParaRPr lang="en-US" sz="2000" u="none" strike="noStrike">
              <a:solidFill>
                <a:srgbClr val="1A4F6B"/>
              </a:solidFill>
              <a:latin typeface="Atkinson Hyperlegible"/>
              <a:ea typeface="Atkinson Hyperlegible"/>
              <a:cs typeface="Atkinson Hyperlegible"/>
              <a:sym typeface="Atkinson Hyperlegible"/>
            </a:endParaRP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Don't forget to delete this</a:t>
            </a: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page before presenting. </a:t>
            </a:r>
          </a:p>
        </p:txBody>
      </p:sp>
      <p:sp>
        <p:nvSpPr>
          <p:cNvPr id="5" name="TextBox 5"/>
          <p:cNvSpPr txBox="1"/>
          <p:nvPr/>
        </p:nvSpPr>
        <p:spPr>
          <a:xfrm>
            <a:off x="1240959" y="3665074"/>
            <a:ext cx="4011616" cy="701675"/>
          </a:xfrm>
          <a:prstGeom prst="rect">
            <a:avLst/>
          </a:prstGeom>
        </p:spPr>
        <p:txBody>
          <a:bodyPr lIns="0" tIns="0" rIns="0" bIns="0" rtlCol="0" anchor="t">
            <a:spAutoFit/>
          </a:bodyPr>
          <a:lstStyle/>
          <a:p>
            <a:pPr marL="0" lvl="1" indent="0" algn="l">
              <a:lnSpc>
                <a:spcPts val="2800"/>
              </a:lnSpc>
              <a:spcBef>
                <a:spcPct val="0"/>
              </a:spcBef>
            </a:pPr>
            <a:r>
              <a:rPr lang="en-US" sz="2000" b="1" u="none" strike="noStrike">
                <a:solidFill>
                  <a:srgbClr val="1A4F6B"/>
                </a:solidFill>
                <a:latin typeface="Atkinson Hyperlegible Bold"/>
                <a:ea typeface="Atkinson Hyperlegible Bold"/>
                <a:cs typeface="Atkinson Hyperlegible Bold"/>
                <a:sym typeface="Atkinson Hyperlegible Bold"/>
              </a:rPr>
              <a:t>Use these design resources</a:t>
            </a:r>
          </a:p>
          <a:p>
            <a:pPr marL="0" lvl="1" indent="0" algn="l">
              <a:lnSpc>
                <a:spcPts val="2800"/>
              </a:lnSpc>
              <a:spcBef>
                <a:spcPct val="0"/>
              </a:spcBef>
            </a:pPr>
            <a:r>
              <a:rPr lang="en-US" sz="2000" b="1" u="none" strike="noStrike">
                <a:solidFill>
                  <a:srgbClr val="1A4F6B"/>
                </a:solidFill>
                <a:latin typeface="Atkinson Hyperlegible Bold"/>
                <a:ea typeface="Atkinson Hyperlegible Bold"/>
                <a:cs typeface="Atkinson Hyperlegible Bold"/>
                <a:sym typeface="Atkinson Hyperlegible Bold"/>
              </a:rPr>
              <a:t>in your Canva Presentation.</a:t>
            </a:r>
          </a:p>
        </p:txBody>
      </p:sp>
      <p:sp>
        <p:nvSpPr>
          <p:cNvPr id="6" name="Freeform 6"/>
          <p:cNvSpPr/>
          <p:nvPr/>
        </p:nvSpPr>
        <p:spPr>
          <a:xfrm flipH="1">
            <a:off x="6796530" y="1833030"/>
            <a:ext cx="801045" cy="829025"/>
          </a:xfrm>
          <a:custGeom>
            <a:avLst/>
            <a:gdLst/>
            <a:ahLst/>
            <a:cxnLst/>
            <a:rect l="l" t="t" r="r" b="b"/>
            <a:pathLst>
              <a:path w="801045" h="829025">
                <a:moveTo>
                  <a:pt x="801045" y="0"/>
                </a:moveTo>
                <a:lnTo>
                  <a:pt x="0" y="0"/>
                </a:lnTo>
                <a:lnTo>
                  <a:pt x="0" y="829024"/>
                </a:lnTo>
                <a:lnTo>
                  <a:pt x="801045" y="829024"/>
                </a:lnTo>
                <a:lnTo>
                  <a:pt x="801045"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Freeform 7"/>
          <p:cNvSpPr/>
          <p:nvPr/>
        </p:nvSpPr>
        <p:spPr>
          <a:xfrm>
            <a:off x="14873622" y="4944757"/>
            <a:ext cx="892337" cy="637615"/>
          </a:xfrm>
          <a:custGeom>
            <a:avLst/>
            <a:gdLst/>
            <a:ahLst/>
            <a:cxnLst/>
            <a:rect l="l" t="t" r="r" b="b"/>
            <a:pathLst>
              <a:path w="892337" h="637615">
                <a:moveTo>
                  <a:pt x="0" y="0"/>
                </a:moveTo>
                <a:lnTo>
                  <a:pt x="892337" y="0"/>
                </a:lnTo>
                <a:lnTo>
                  <a:pt x="892337" y="637616"/>
                </a:lnTo>
                <a:lnTo>
                  <a:pt x="0" y="63761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Freeform 8"/>
          <p:cNvSpPr/>
          <p:nvPr/>
        </p:nvSpPr>
        <p:spPr>
          <a:xfrm>
            <a:off x="11768244" y="4778829"/>
            <a:ext cx="912516" cy="969472"/>
          </a:xfrm>
          <a:custGeom>
            <a:avLst/>
            <a:gdLst/>
            <a:ahLst/>
            <a:cxnLst/>
            <a:rect l="l" t="t" r="r" b="b"/>
            <a:pathLst>
              <a:path w="912516" h="969472">
                <a:moveTo>
                  <a:pt x="0" y="0"/>
                </a:moveTo>
                <a:lnTo>
                  <a:pt x="912516" y="0"/>
                </a:lnTo>
                <a:lnTo>
                  <a:pt x="912516" y="969472"/>
                </a:lnTo>
                <a:lnTo>
                  <a:pt x="0" y="96947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9" name="Freeform 9"/>
          <p:cNvSpPr/>
          <p:nvPr/>
        </p:nvSpPr>
        <p:spPr>
          <a:xfrm>
            <a:off x="7882120" y="2740350"/>
            <a:ext cx="431511" cy="796413"/>
          </a:xfrm>
          <a:custGeom>
            <a:avLst/>
            <a:gdLst/>
            <a:ahLst/>
            <a:cxnLst/>
            <a:rect l="l" t="t" r="r" b="b"/>
            <a:pathLst>
              <a:path w="431511" h="796413">
                <a:moveTo>
                  <a:pt x="0" y="0"/>
                </a:moveTo>
                <a:lnTo>
                  <a:pt x="431511" y="0"/>
                </a:lnTo>
                <a:lnTo>
                  <a:pt x="431511" y="796412"/>
                </a:lnTo>
                <a:lnTo>
                  <a:pt x="0" y="796412"/>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0" name="Freeform 10"/>
          <p:cNvSpPr/>
          <p:nvPr/>
        </p:nvSpPr>
        <p:spPr>
          <a:xfrm>
            <a:off x="15419934" y="2027384"/>
            <a:ext cx="256236" cy="440317"/>
          </a:xfrm>
          <a:custGeom>
            <a:avLst/>
            <a:gdLst/>
            <a:ahLst/>
            <a:cxnLst/>
            <a:rect l="l" t="t" r="r" b="b"/>
            <a:pathLst>
              <a:path w="256236" h="440317">
                <a:moveTo>
                  <a:pt x="0" y="0"/>
                </a:moveTo>
                <a:lnTo>
                  <a:pt x="256236" y="0"/>
                </a:lnTo>
                <a:lnTo>
                  <a:pt x="256236" y="440316"/>
                </a:lnTo>
                <a:lnTo>
                  <a:pt x="0" y="440316"/>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11" name="Freeform 11"/>
          <p:cNvSpPr/>
          <p:nvPr/>
        </p:nvSpPr>
        <p:spPr>
          <a:xfrm rot="-5400000" flipH="1">
            <a:off x="16872352" y="2792015"/>
            <a:ext cx="615111" cy="693082"/>
          </a:xfrm>
          <a:custGeom>
            <a:avLst/>
            <a:gdLst/>
            <a:ahLst/>
            <a:cxnLst/>
            <a:rect l="l" t="t" r="r" b="b"/>
            <a:pathLst>
              <a:path w="615111" h="693082">
                <a:moveTo>
                  <a:pt x="615111" y="0"/>
                </a:moveTo>
                <a:lnTo>
                  <a:pt x="0" y="0"/>
                </a:lnTo>
                <a:lnTo>
                  <a:pt x="0" y="693082"/>
                </a:lnTo>
                <a:lnTo>
                  <a:pt x="615111" y="693082"/>
                </a:lnTo>
                <a:lnTo>
                  <a:pt x="615111" y="0"/>
                </a:lnTo>
                <a:close/>
              </a:path>
            </a:pathLst>
          </a:custGeom>
          <a:blipFill>
            <a:blip r:embed="rId14">
              <a:extLst>
                <a:ext uri="{96DAC541-7B7A-43D3-8B79-37D633B846F1}">
                  <asvg:svgBlip xmlns:asvg="http://schemas.microsoft.com/office/drawing/2016/SVG/main" r:embed="rId15"/>
                </a:ext>
              </a:extLst>
            </a:blip>
            <a:stretch>
              <a:fillRect/>
            </a:stretch>
          </a:blipFill>
          <a:ln cap="sq">
            <a:noFill/>
            <a:prstDash val="solid"/>
            <a:miter/>
          </a:ln>
        </p:spPr>
      </p:sp>
      <p:sp>
        <p:nvSpPr>
          <p:cNvPr id="12" name="Freeform 12"/>
          <p:cNvSpPr/>
          <p:nvPr/>
        </p:nvSpPr>
        <p:spPr>
          <a:xfrm>
            <a:off x="14903661" y="897210"/>
            <a:ext cx="746796" cy="683319"/>
          </a:xfrm>
          <a:custGeom>
            <a:avLst/>
            <a:gdLst/>
            <a:ahLst/>
            <a:cxnLst/>
            <a:rect l="l" t="t" r="r" b="b"/>
            <a:pathLst>
              <a:path w="746796" h="683319">
                <a:moveTo>
                  <a:pt x="0" y="0"/>
                </a:moveTo>
                <a:lnTo>
                  <a:pt x="746796" y="0"/>
                </a:lnTo>
                <a:lnTo>
                  <a:pt x="746796" y="683318"/>
                </a:lnTo>
                <a:lnTo>
                  <a:pt x="0" y="683318"/>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13" name="Freeform 13"/>
          <p:cNvSpPr/>
          <p:nvPr/>
        </p:nvSpPr>
        <p:spPr>
          <a:xfrm>
            <a:off x="11964270" y="6207951"/>
            <a:ext cx="887246" cy="723105"/>
          </a:xfrm>
          <a:custGeom>
            <a:avLst/>
            <a:gdLst/>
            <a:ahLst/>
            <a:cxnLst/>
            <a:rect l="l" t="t" r="r" b="b"/>
            <a:pathLst>
              <a:path w="887246" h="723105">
                <a:moveTo>
                  <a:pt x="0" y="0"/>
                </a:moveTo>
                <a:lnTo>
                  <a:pt x="887246" y="0"/>
                </a:lnTo>
                <a:lnTo>
                  <a:pt x="887246" y="723105"/>
                </a:lnTo>
                <a:lnTo>
                  <a:pt x="0" y="723105"/>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sp>
        <p:nvSpPr>
          <p:cNvPr id="14" name="Freeform 14"/>
          <p:cNvSpPr/>
          <p:nvPr/>
        </p:nvSpPr>
        <p:spPr>
          <a:xfrm>
            <a:off x="12316725" y="1974824"/>
            <a:ext cx="335195" cy="545436"/>
          </a:xfrm>
          <a:custGeom>
            <a:avLst/>
            <a:gdLst/>
            <a:ahLst/>
            <a:cxnLst/>
            <a:rect l="l" t="t" r="r" b="b"/>
            <a:pathLst>
              <a:path w="335195" h="545436">
                <a:moveTo>
                  <a:pt x="0" y="0"/>
                </a:moveTo>
                <a:lnTo>
                  <a:pt x="335195" y="0"/>
                </a:lnTo>
                <a:lnTo>
                  <a:pt x="335195" y="545436"/>
                </a:lnTo>
                <a:lnTo>
                  <a:pt x="0" y="545436"/>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sp>
      <p:sp>
        <p:nvSpPr>
          <p:cNvPr id="15" name="Freeform 15"/>
          <p:cNvSpPr/>
          <p:nvPr/>
        </p:nvSpPr>
        <p:spPr>
          <a:xfrm>
            <a:off x="10538277" y="2158963"/>
            <a:ext cx="732610" cy="177158"/>
          </a:xfrm>
          <a:custGeom>
            <a:avLst/>
            <a:gdLst/>
            <a:ahLst/>
            <a:cxnLst/>
            <a:rect l="l" t="t" r="r" b="b"/>
            <a:pathLst>
              <a:path w="732610" h="177158">
                <a:moveTo>
                  <a:pt x="0" y="0"/>
                </a:moveTo>
                <a:lnTo>
                  <a:pt x="732610" y="0"/>
                </a:lnTo>
                <a:lnTo>
                  <a:pt x="732610" y="177158"/>
                </a:lnTo>
                <a:lnTo>
                  <a:pt x="0" y="177158"/>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sp>
      <p:sp>
        <p:nvSpPr>
          <p:cNvPr id="16" name="Freeform 16"/>
          <p:cNvSpPr/>
          <p:nvPr/>
        </p:nvSpPr>
        <p:spPr>
          <a:xfrm>
            <a:off x="6803649" y="6175631"/>
            <a:ext cx="787745" cy="787745"/>
          </a:xfrm>
          <a:custGeom>
            <a:avLst/>
            <a:gdLst/>
            <a:ahLst/>
            <a:cxnLst/>
            <a:rect l="l" t="t" r="r" b="b"/>
            <a:pathLst>
              <a:path w="787745" h="787745">
                <a:moveTo>
                  <a:pt x="0" y="0"/>
                </a:moveTo>
                <a:lnTo>
                  <a:pt x="787745" y="0"/>
                </a:lnTo>
                <a:lnTo>
                  <a:pt x="787745" y="787745"/>
                </a:lnTo>
                <a:lnTo>
                  <a:pt x="0" y="787745"/>
                </a:lnTo>
                <a:lnTo>
                  <a:pt x="0" y="0"/>
                </a:lnTo>
                <a:close/>
              </a:path>
            </a:pathLst>
          </a:custGeom>
          <a:blipFill>
            <a:blip r:embed="rId24">
              <a:extLst>
                <a:ext uri="{96DAC541-7B7A-43D3-8B79-37D633B846F1}">
                  <asvg:svgBlip xmlns:asvg="http://schemas.microsoft.com/office/drawing/2016/SVG/main" r:embed="rId25"/>
                </a:ext>
              </a:extLst>
            </a:blip>
            <a:stretch>
              <a:fillRect/>
            </a:stretch>
          </a:blipFill>
        </p:spPr>
      </p:sp>
      <p:sp>
        <p:nvSpPr>
          <p:cNvPr id="17" name="Freeform 17"/>
          <p:cNvSpPr/>
          <p:nvPr/>
        </p:nvSpPr>
        <p:spPr>
          <a:xfrm>
            <a:off x="10137791" y="6385879"/>
            <a:ext cx="1393013" cy="367249"/>
          </a:xfrm>
          <a:custGeom>
            <a:avLst/>
            <a:gdLst/>
            <a:ahLst/>
            <a:cxnLst/>
            <a:rect l="l" t="t" r="r" b="b"/>
            <a:pathLst>
              <a:path w="1393013" h="367249">
                <a:moveTo>
                  <a:pt x="0" y="0"/>
                </a:moveTo>
                <a:lnTo>
                  <a:pt x="1393013" y="0"/>
                </a:lnTo>
                <a:lnTo>
                  <a:pt x="1393013" y="367249"/>
                </a:lnTo>
                <a:lnTo>
                  <a:pt x="0" y="367249"/>
                </a:lnTo>
                <a:lnTo>
                  <a:pt x="0" y="0"/>
                </a:lnTo>
                <a:close/>
              </a:path>
            </a:pathLst>
          </a:custGeom>
          <a:blipFill>
            <a:blip r:embed="rId26">
              <a:extLst>
                <a:ext uri="{96DAC541-7B7A-43D3-8B79-37D633B846F1}">
                  <asvg:svgBlip xmlns:asvg="http://schemas.microsoft.com/office/drawing/2016/SVG/main" r:embed="rId27"/>
                </a:ext>
              </a:extLst>
            </a:blip>
            <a:stretch>
              <a:fillRect/>
            </a:stretch>
          </a:blipFill>
        </p:spPr>
      </p:sp>
      <p:sp>
        <p:nvSpPr>
          <p:cNvPr id="18" name="Freeform 18"/>
          <p:cNvSpPr/>
          <p:nvPr/>
        </p:nvSpPr>
        <p:spPr>
          <a:xfrm>
            <a:off x="13982514" y="2773878"/>
            <a:ext cx="712369" cy="729355"/>
          </a:xfrm>
          <a:custGeom>
            <a:avLst/>
            <a:gdLst/>
            <a:ahLst/>
            <a:cxnLst/>
            <a:rect l="l" t="t" r="r" b="b"/>
            <a:pathLst>
              <a:path w="712369" h="729355">
                <a:moveTo>
                  <a:pt x="0" y="0"/>
                </a:moveTo>
                <a:lnTo>
                  <a:pt x="712368" y="0"/>
                </a:lnTo>
                <a:lnTo>
                  <a:pt x="712368" y="729356"/>
                </a:lnTo>
                <a:lnTo>
                  <a:pt x="0" y="729356"/>
                </a:lnTo>
                <a:lnTo>
                  <a:pt x="0" y="0"/>
                </a:lnTo>
                <a:close/>
              </a:path>
            </a:pathLst>
          </a:custGeom>
          <a:blipFill>
            <a:blip r:embed="rId28">
              <a:extLst>
                <a:ext uri="{96DAC541-7B7A-43D3-8B79-37D633B846F1}">
                  <asvg:svgBlip xmlns:asvg="http://schemas.microsoft.com/office/drawing/2016/SVG/main" r:embed="rId29"/>
                </a:ext>
              </a:extLst>
            </a:blip>
            <a:stretch>
              <a:fillRect/>
            </a:stretch>
          </a:blipFill>
        </p:spPr>
      </p:sp>
      <p:sp>
        <p:nvSpPr>
          <p:cNvPr id="19" name="Freeform 19"/>
          <p:cNvSpPr/>
          <p:nvPr/>
        </p:nvSpPr>
        <p:spPr>
          <a:xfrm>
            <a:off x="7517756" y="4871955"/>
            <a:ext cx="736807" cy="783220"/>
          </a:xfrm>
          <a:custGeom>
            <a:avLst/>
            <a:gdLst/>
            <a:ahLst/>
            <a:cxnLst/>
            <a:rect l="l" t="t" r="r" b="b"/>
            <a:pathLst>
              <a:path w="736807" h="783220">
                <a:moveTo>
                  <a:pt x="0" y="0"/>
                </a:moveTo>
                <a:lnTo>
                  <a:pt x="736807" y="0"/>
                </a:lnTo>
                <a:lnTo>
                  <a:pt x="736807" y="783220"/>
                </a:lnTo>
                <a:lnTo>
                  <a:pt x="0" y="783220"/>
                </a:lnTo>
                <a:lnTo>
                  <a:pt x="0" y="0"/>
                </a:lnTo>
                <a:close/>
              </a:path>
            </a:pathLst>
          </a:custGeom>
          <a:blipFill>
            <a:blip r:embed="rId30">
              <a:extLst>
                <a:ext uri="{96DAC541-7B7A-43D3-8B79-37D633B846F1}">
                  <asvg:svgBlip xmlns:asvg="http://schemas.microsoft.com/office/drawing/2016/SVG/main" r:embed="rId31"/>
                </a:ext>
              </a:extLst>
            </a:blip>
            <a:stretch>
              <a:fillRect/>
            </a:stretch>
          </a:blipFill>
        </p:spPr>
      </p:sp>
      <p:sp>
        <p:nvSpPr>
          <p:cNvPr id="20" name="Freeform 20"/>
          <p:cNvSpPr/>
          <p:nvPr/>
        </p:nvSpPr>
        <p:spPr>
          <a:xfrm>
            <a:off x="12956625" y="958304"/>
            <a:ext cx="620033" cy="561130"/>
          </a:xfrm>
          <a:custGeom>
            <a:avLst/>
            <a:gdLst/>
            <a:ahLst/>
            <a:cxnLst/>
            <a:rect l="l" t="t" r="r" b="b"/>
            <a:pathLst>
              <a:path w="620033" h="561130">
                <a:moveTo>
                  <a:pt x="0" y="0"/>
                </a:moveTo>
                <a:lnTo>
                  <a:pt x="620033" y="0"/>
                </a:lnTo>
                <a:lnTo>
                  <a:pt x="620033" y="561130"/>
                </a:lnTo>
                <a:lnTo>
                  <a:pt x="0" y="561130"/>
                </a:lnTo>
                <a:lnTo>
                  <a:pt x="0" y="0"/>
                </a:lnTo>
                <a:close/>
              </a:path>
            </a:pathLst>
          </a:custGeom>
          <a:blipFill>
            <a:blip r:embed="rId32">
              <a:extLst>
                <a:ext uri="{96DAC541-7B7A-43D3-8B79-37D633B846F1}">
                  <asvg:svgBlip xmlns:asvg="http://schemas.microsoft.com/office/drawing/2016/SVG/main" r:embed="rId33"/>
                </a:ext>
              </a:extLst>
            </a:blip>
            <a:stretch>
              <a:fillRect/>
            </a:stretch>
          </a:blipFill>
        </p:spPr>
      </p:sp>
      <p:sp>
        <p:nvSpPr>
          <p:cNvPr id="21" name="Freeform 21"/>
          <p:cNvSpPr/>
          <p:nvPr/>
        </p:nvSpPr>
        <p:spPr>
          <a:xfrm rot="2506972">
            <a:off x="14448308" y="2068454"/>
            <a:ext cx="533868" cy="358177"/>
          </a:xfrm>
          <a:custGeom>
            <a:avLst/>
            <a:gdLst/>
            <a:ahLst/>
            <a:cxnLst/>
            <a:rect l="l" t="t" r="r" b="b"/>
            <a:pathLst>
              <a:path w="533868" h="358177">
                <a:moveTo>
                  <a:pt x="0" y="0"/>
                </a:moveTo>
                <a:lnTo>
                  <a:pt x="533868" y="0"/>
                </a:lnTo>
                <a:lnTo>
                  <a:pt x="533868" y="358176"/>
                </a:lnTo>
                <a:lnTo>
                  <a:pt x="0" y="358176"/>
                </a:lnTo>
                <a:lnTo>
                  <a:pt x="0" y="0"/>
                </a:lnTo>
                <a:close/>
              </a:path>
            </a:pathLst>
          </a:custGeom>
          <a:blipFill>
            <a:blip r:embed="rId34">
              <a:extLst>
                <a:ext uri="{96DAC541-7B7A-43D3-8B79-37D633B846F1}">
                  <asvg:svgBlip xmlns:asvg="http://schemas.microsoft.com/office/drawing/2016/SVG/main" r:embed="rId35"/>
                </a:ext>
              </a:extLst>
            </a:blip>
            <a:stretch>
              <a:fillRect/>
            </a:stretch>
          </a:blipFill>
        </p:spPr>
      </p:sp>
      <p:sp>
        <p:nvSpPr>
          <p:cNvPr id="22" name="Freeform 22"/>
          <p:cNvSpPr/>
          <p:nvPr/>
        </p:nvSpPr>
        <p:spPr>
          <a:xfrm>
            <a:off x="6824127" y="2897484"/>
            <a:ext cx="549026" cy="482144"/>
          </a:xfrm>
          <a:custGeom>
            <a:avLst/>
            <a:gdLst/>
            <a:ahLst/>
            <a:cxnLst/>
            <a:rect l="l" t="t" r="r" b="b"/>
            <a:pathLst>
              <a:path w="549026" h="482144">
                <a:moveTo>
                  <a:pt x="0" y="0"/>
                </a:moveTo>
                <a:lnTo>
                  <a:pt x="549025" y="0"/>
                </a:lnTo>
                <a:lnTo>
                  <a:pt x="549025" y="482144"/>
                </a:lnTo>
                <a:lnTo>
                  <a:pt x="0" y="482144"/>
                </a:lnTo>
                <a:lnTo>
                  <a:pt x="0" y="0"/>
                </a:lnTo>
                <a:close/>
              </a:path>
            </a:pathLst>
          </a:custGeom>
          <a:blipFill>
            <a:blip r:embed="rId36">
              <a:extLst>
                <a:ext uri="{96DAC541-7B7A-43D3-8B79-37D633B846F1}">
                  <asvg:svgBlip xmlns:asvg="http://schemas.microsoft.com/office/drawing/2016/SVG/main" r:embed="rId37"/>
                </a:ext>
              </a:extLst>
            </a:blip>
            <a:stretch>
              <a:fillRect/>
            </a:stretch>
          </a:blipFill>
          <a:ln cap="sq">
            <a:noFill/>
            <a:prstDash val="solid"/>
            <a:miter/>
          </a:ln>
        </p:spPr>
      </p:sp>
      <p:sp>
        <p:nvSpPr>
          <p:cNvPr id="23" name="Freeform 23"/>
          <p:cNvSpPr/>
          <p:nvPr/>
        </p:nvSpPr>
        <p:spPr>
          <a:xfrm>
            <a:off x="5733784" y="2865838"/>
            <a:ext cx="581375" cy="545436"/>
          </a:xfrm>
          <a:custGeom>
            <a:avLst/>
            <a:gdLst/>
            <a:ahLst/>
            <a:cxnLst/>
            <a:rect l="l" t="t" r="r" b="b"/>
            <a:pathLst>
              <a:path w="581375" h="545436">
                <a:moveTo>
                  <a:pt x="0" y="0"/>
                </a:moveTo>
                <a:lnTo>
                  <a:pt x="581375" y="0"/>
                </a:lnTo>
                <a:lnTo>
                  <a:pt x="581375" y="545436"/>
                </a:lnTo>
                <a:lnTo>
                  <a:pt x="0" y="545436"/>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24" name="Freeform 24"/>
          <p:cNvSpPr/>
          <p:nvPr/>
        </p:nvSpPr>
        <p:spPr>
          <a:xfrm>
            <a:off x="8747495" y="916874"/>
            <a:ext cx="397543" cy="643990"/>
          </a:xfrm>
          <a:custGeom>
            <a:avLst/>
            <a:gdLst/>
            <a:ahLst/>
            <a:cxnLst/>
            <a:rect l="l" t="t" r="r" b="b"/>
            <a:pathLst>
              <a:path w="397543" h="643990">
                <a:moveTo>
                  <a:pt x="0" y="0"/>
                </a:moveTo>
                <a:lnTo>
                  <a:pt x="397543" y="0"/>
                </a:lnTo>
                <a:lnTo>
                  <a:pt x="397543" y="643990"/>
                </a:lnTo>
                <a:lnTo>
                  <a:pt x="0" y="643990"/>
                </a:lnTo>
                <a:lnTo>
                  <a:pt x="0" y="0"/>
                </a:lnTo>
                <a:close/>
              </a:path>
            </a:pathLst>
          </a:custGeom>
          <a:blipFill>
            <a:blip r:embed="rId40">
              <a:extLst>
                <a:ext uri="{96DAC541-7B7A-43D3-8B79-37D633B846F1}">
                  <asvg:svgBlip xmlns:asvg="http://schemas.microsoft.com/office/drawing/2016/SVG/main" r:embed="rId41"/>
                </a:ext>
              </a:extLst>
            </a:blip>
            <a:stretch>
              <a:fillRect/>
            </a:stretch>
          </a:blipFill>
          <a:ln cap="sq">
            <a:noFill/>
            <a:prstDash val="solid"/>
            <a:miter/>
          </a:ln>
        </p:spPr>
      </p:sp>
      <p:sp>
        <p:nvSpPr>
          <p:cNvPr id="25" name="Freeform 25"/>
          <p:cNvSpPr/>
          <p:nvPr/>
        </p:nvSpPr>
        <p:spPr>
          <a:xfrm>
            <a:off x="13038237" y="1994488"/>
            <a:ext cx="187720" cy="506108"/>
          </a:xfrm>
          <a:custGeom>
            <a:avLst/>
            <a:gdLst/>
            <a:ahLst/>
            <a:cxnLst/>
            <a:rect l="l" t="t" r="r" b="b"/>
            <a:pathLst>
              <a:path w="187720" h="506108">
                <a:moveTo>
                  <a:pt x="0" y="0"/>
                </a:moveTo>
                <a:lnTo>
                  <a:pt x="187720" y="0"/>
                </a:lnTo>
                <a:lnTo>
                  <a:pt x="187720" y="506108"/>
                </a:lnTo>
                <a:lnTo>
                  <a:pt x="0" y="506108"/>
                </a:lnTo>
                <a:lnTo>
                  <a:pt x="0" y="0"/>
                </a:lnTo>
                <a:close/>
              </a:path>
            </a:pathLst>
          </a:custGeom>
          <a:blipFill>
            <a:blip r:embed="rId42">
              <a:extLst>
                <a:ext uri="{96DAC541-7B7A-43D3-8B79-37D633B846F1}">
                  <asvg:svgBlip xmlns:asvg="http://schemas.microsoft.com/office/drawing/2016/SVG/main" r:embed="rId43"/>
                </a:ext>
              </a:extLst>
            </a:blip>
            <a:stretch>
              <a:fillRect/>
            </a:stretch>
          </a:blipFill>
        </p:spPr>
      </p:sp>
      <p:sp>
        <p:nvSpPr>
          <p:cNvPr id="26" name="Freeform 26"/>
          <p:cNvSpPr/>
          <p:nvPr/>
        </p:nvSpPr>
        <p:spPr>
          <a:xfrm>
            <a:off x="13929266" y="927975"/>
            <a:ext cx="621787" cy="621787"/>
          </a:xfrm>
          <a:custGeom>
            <a:avLst/>
            <a:gdLst/>
            <a:ahLst/>
            <a:cxnLst/>
            <a:rect l="l" t="t" r="r" b="b"/>
            <a:pathLst>
              <a:path w="621787" h="621787">
                <a:moveTo>
                  <a:pt x="0" y="0"/>
                </a:moveTo>
                <a:lnTo>
                  <a:pt x="621787" y="0"/>
                </a:lnTo>
                <a:lnTo>
                  <a:pt x="621787" y="621787"/>
                </a:lnTo>
                <a:lnTo>
                  <a:pt x="0" y="621787"/>
                </a:lnTo>
                <a:lnTo>
                  <a:pt x="0" y="0"/>
                </a:lnTo>
                <a:close/>
              </a:path>
            </a:pathLst>
          </a:custGeom>
          <a:blipFill>
            <a:blip r:embed="rId44">
              <a:extLst>
                <a:ext uri="{96DAC541-7B7A-43D3-8B79-37D633B846F1}">
                  <asvg:svgBlip xmlns:asvg="http://schemas.microsoft.com/office/drawing/2016/SVG/main" r:embed="rId45"/>
                </a:ext>
              </a:extLst>
            </a:blip>
            <a:stretch>
              <a:fillRect/>
            </a:stretch>
          </a:blipFill>
        </p:spPr>
      </p:sp>
      <p:sp>
        <p:nvSpPr>
          <p:cNvPr id="27" name="Freeform 27"/>
          <p:cNvSpPr/>
          <p:nvPr/>
        </p:nvSpPr>
        <p:spPr>
          <a:xfrm flipH="1">
            <a:off x="13612275" y="2056732"/>
            <a:ext cx="398275" cy="381620"/>
          </a:xfrm>
          <a:custGeom>
            <a:avLst/>
            <a:gdLst/>
            <a:ahLst/>
            <a:cxnLst/>
            <a:rect l="l" t="t" r="r" b="b"/>
            <a:pathLst>
              <a:path w="398275" h="381620">
                <a:moveTo>
                  <a:pt x="398275" y="0"/>
                </a:moveTo>
                <a:lnTo>
                  <a:pt x="0" y="0"/>
                </a:lnTo>
                <a:lnTo>
                  <a:pt x="0" y="381620"/>
                </a:lnTo>
                <a:lnTo>
                  <a:pt x="398275" y="381620"/>
                </a:lnTo>
                <a:lnTo>
                  <a:pt x="398275" y="0"/>
                </a:lnTo>
                <a:close/>
              </a:path>
            </a:pathLst>
          </a:custGeom>
          <a:blipFill>
            <a:blip r:embed="rId46">
              <a:extLst>
                <a:ext uri="{96DAC541-7B7A-43D3-8B79-37D633B846F1}">
                  <asvg:svgBlip xmlns:asvg="http://schemas.microsoft.com/office/drawing/2016/SVG/main" r:embed="rId47"/>
                </a:ext>
              </a:extLst>
            </a:blip>
            <a:stretch>
              <a:fillRect/>
            </a:stretch>
          </a:blipFill>
        </p:spPr>
      </p:sp>
      <p:sp>
        <p:nvSpPr>
          <p:cNvPr id="28" name="Freeform 28"/>
          <p:cNvSpPr/>
          <p:nvPr/>
        </p:nvSpPr>
        <p:spPr>
          <a:xfrm>
            <a:off x="9497645" y="942501"/>
            <a:ext cx="693563" cy="592737"/>
          </a:xfrm>
          <a:custGeom>
            <a:avLst/>
            <a:gdLst/>
            <a:ahLst/>
            <a:cxnLst/>
            <a:rect l="l" t="t" r="r" b="b"/>
            <a:pathLst>
              <a:path w="693563" h="592737">
                <a:moveTo>
                  <a:pt x="0" y="0"/>
                </a:moveTo>
                <a:lnTo>
                  <a:pt x="693563" y="0"/>
                </a:lnTo>
                <a:lnTo>
                  <a:pt x="693563" y="592736"/>
                </a:lnTo>
                <a:lnTo>
                  <a:pt x="0" y="592736"/>
                </a:lnTo>
                <a:lnTo>
                  <a:pt x="0" y="0"/>
                </a:lnTo>
                <a:close/>
              </a:path>
            </a:pathLst>
          </a:custGeom>
          <a:blipFill>
            <a:blip r:embed="rId48">
              <a:extLst>
                <a:ext uri="{96DAC541-7B7A-43D3-8B79-37D633B846F1}">
                  <asvg:svgBlip xmlns:asvg="http://schemas.microsoft.com/office/drawing/2016/SVG/main" r:embed="rId49"/>
                </a:ext>
              </a:extLst>
            </a:blip>
            <a:stretch>
              <a:fillRect/>
            </a:stretch>
          </a:blipFill>
          <a:ln cap="sq">
            <a:noFill/>
            <a:prstDash val="solid"/>
            <a:miter/>
          </a:ln>
        </p:spPr>
      </p:sp>
      <p:sp>
        <p:nvSpPr>
          <p:cNvPr id="29" name="Freeform 29"/>
          <p:cNvSpPr/>
          <p:nvPr/>
        </p:nvSpPr>
        <p:spPr>
          <a:xfrm>
            <a:off x="9951142" y="8773743"/>
            <a:ext cx="775185" cy="811712"/>
          </a:xfrm>
          <a:custGeom>
            <a:avLst/>
            <a:gdLst/>
            <a:ahLst/>
            <a:cxnLst/>
            <a:rect l="l" t="t" r="r" b="b"/>
            <a:pathLst>
              <a:path w="775185" h="811712">
                <a:moveTo>
                  <a:pt x="0" y="0"/>
                </a:moveTo>
                <a:lnTo>
                  <a:pt x="775184" y="0"/>
                </a:lnTo>
                <a:lnTo>
                  <a:pt x="775184" y="811712"/>
                </a:lnTo>
                <a:lnTo>
                  <a:pt x="0" y="811712"/>
                </a:lnTo>
                <a:lnTo>
                  <a:pt x="0" y="0"/>
                </a:lnTo>
                <a:close/>
              </a:path>
            </a:pathLst>
          </a:custGeom>
          <a:blipFill>
            <a:blip r:embed="rId50">
              <a:extLst>
                <a:ext uri="{96DAC541-7B7A-43D3-8B79-37D633B846F1}">
                  <asvg:svgBlip xmlns:asvg="http://schemas.microsoft.com/office/drawing/2016/SVG/main" r:embed="rId51"/>
                </a:ext>
              </a:extLst>
            </a:blip>
            <a:stretch>
              <a:fillRect/>
            </a:stretch>
          </a:blipFill>
        </p:spPr>
      </p:sp>
      <p:sp>
        <p:nvSpPr>
          <p:cNvPr id="30" name="Freeform 30"/>
          <p:cNvSpPr/>
          <p:nvPr/>
        </p:nvSpPr>
        <p:spPr>
          <a:xfrm>
            <a:off x="11334079" y="8728138"/>
            <a:ext cx="1299167" cy="902921"/>
          </a:xfrm>
          <a:custGeom>
            <a:avLst/>
            <a:gdLst/>
            <a:ahLst/>
            <a:cxnLst/>
            <a:rect l="l" t="t" r="r" b="b"/>
            <a:pathLst>
              <a:path w="1299167" h="902921">
                <a:moveTo>
                  <a:pt x="0" y="0"/>
                </a:moveTo>
                <a:lnTo>
                  <a:pt x="1299167" y="0"/>
                </a:lnTo>
                <a:lnTo>
                  <a:pt x="1299167" y="902921"/>
                </a:lnTo>
                <a:lnTo>
                  <a:pt x="0" y="902921"/>
                </a:lnTo>
                <a:lnTo>
                  <a:pt x="0" y="0"/>
                </a:lnTo>
                <a:close/>
              </a:path>
            </a:pathLst>
          </a:custGeom>
          <a:blipFill>
            <a:blip r:embed="rId52">
              <a:extLst>
                <a:ext uri="{96DAC541-7B7A-43D3-8B79-37D633B846F1}">
                  <asvg:svgBlip xmlns:asvg="http://schemas.microsoft.com/office/drawing/2016/SVG/main" r:embed="rId53"/>
                </a:ext>
              </a:extLst>
            </a:blip>
            <a:stretch>
              <a:fillRect/>
            </a:stretch>
          </a:blipFill>
        </p:spPr>
      </p:sp>
      <p:sp>
        <p:nvSpPr>
          <p:cNvPr id="31" name="Freeform 31"/>
          <p:cNvSpPr/>
          <p:nvPr/>
        </p:nvSpPr>
        <p:spPr>
          <a:xfrm>
            <a:off x="16827567" y="4814664"/>
            <a:ext cx="704681" cy="897801"/>
          </a:xfrm>
          <a:custGeom>
            <a:avLst/>
            <a:gdLst/>
            <a:ahLst/>
            <a:cxnLst/>
            <a:rect l="l" t="t" r="r" b="b"/>
            <a:pathLst>
              <a:path w="704681" h="897801">
                <a:moveTo>
                  <a:pt x="0" y="0"/>
                </a:moveTo>
                <a:lnTo>
                  <a:pt x="704681" y="0"/>
                </a:lnTo>
                <a:lnTo>
                  <a:pt x="704681" y="897801"/>
                </a:lnTo>
                <a:lnTo>
                  <a:pt x="0" y="897801"/>
                </a:lnTo>
                <a:lnTo>
                  <a:pt x="0" y="0"/>
                </a:lnTo>
                <a:close/>
              </a:path>
            </a:pathLst>
          </a:custGeom>
          <a:blipFill>
            <a:blip r:embed="rId54">
              <a:extLst>
                <a:ext uri="{96DAC541-7B7A-43D3-8B79-37D633B846F1}">
                  <asvg:svgBlip xmlns:asvg="http://schemas.microsoft.com/office/drawing/2016/SVG/main" r:embed="rId55"/>
                </a:ext>
              </a:extLst>
            </a:blip>
            <a:stretch>
              <a:fillRect/>
            </a:stretch>
          </a:blipFill>
        </p:spPr>
      </p:sp>
      <p:sp>
        <p:nvSpPr>
          <p:cNvPr id="32" name="Freeform 32"/>
          <p:cNvSpPr/>
          <p:nvPr/>
        </p:nvSpPr>
        <p:spPr>
          <a:xfrm>
            <a:off x="15973821" y="4874478"/>
            <a:ext cx="645884" cy="778174"/>
          </a:xfrm>
          <a:custGeom>
            <a:avLst/>
            <a:gdLst/>
            <a:ahLst/>
            <a:cxnLst/>
            <a:rect l="l" t="t" r="r" b="b"/>
            <a:pathLst>
              <a:path w="645884" h="778174">
                <a:moveTo>
                  <a:pt x="0" y="0"/>
                </a:moveTo>
                <a:lnTo>
                  <a:pt x="645884" y="0"/>
                </a:lnTo>
                <a:lnTo>
                  <a:pt x="645884" y="778174"/>
                </a:lnTo>
                <a:lnTo>
                  <a:pt x="0" y="778174"/>
                </a:lnTo>
                <a:lnTo>
                  <a:pt x="0" y="0"/>
                </a:lnTo>
                <a:close/>
              </a:path>
            </a:pathLst>
          </a:custGeom>
          <a:blipFill>
            <a:blip r:embed="rId56">
              <a:extLst>
                <a:ext uri="{96DAC541-7B7A-43D3-8B79-37D633B846F1}">
                  <asvg:svgBlip xmlns:asvg="http://schemas.microsoft.com/office/drawing/2016/SVG/main" r:embed="rId57"/>
                </a:ext>
              </a:extLst>
            </a:blip>
            <a:stretch>
              <a:fillRect/>
            </a:stretch>
          </a:blipFill>
        </p:spPr>
      </p:sp>
      <p:sp>
        <p:nvSpPr>
          <p:cNvPr id="33" name="Freeform 33"/>
          <p:cNvSpPr/>
          <p:nvPr/>
        </p:nvSpPr>
        <p:spPr>
          <a:xfrm>
            <a:off x="13855162" y="4874478"/>
            <a:ext cx="810598" cy="778174"/>
          </a:xfrm>
          <a:custGeom>
            <a:avLst/>
            <a:gdLst/>
            <a:ahLst/>
            <a:cxnLst/>
            <a:rect l="l" t="t" r="r" b="b"/>
            <a:pathLst>
              <a:path w="810598" h="778174">
                <a:moveTo>
                  <a:pt x="0" y="0"/>
                </a:moveTo>
                <a:lnTo>
                  <a:pt x="810598" y="0"/>
                </a:lnTo>
                <a:lnTo>
                  <a:pt x="810598" y="778174"/>
                </a:lnTo>
                <a:lnTo>
                  <a:pt x="0" y="778174"/>
                </a:lnTo>
                <a:lnTo>
                  <a:pt x="0" y="0"/>
                </a:lnTo>
                <a:close/>
              </a:path>
            </a:pathLst>
          </a:custGeom>
          <a:blipFill>
            <a:blip r:embed="rId58">
              <a:extLst>
                <a:ext uri="{96DAC541-7B7A-43D3-8B79-37D633B846F1}">
                  <asvg:svgBlip xmlns:asvg="http://schemas.microsoft.com/office/drawing/2016/SVG/main" r:embed="rId59"/>
                </a:ext>
              </a:extLst>
            </a:blip>
            <a:stretch>
              <a:fillRect/>
            </a:stretch>
          </a:blipFill>
        </p:spPr>
      </p:sp>
      <p:sp>
        <p:nvSpPr>
          <p:cNvPr id="34" name="Freeform 34"/>
          <p:cNvSpPr/>
          <p:nvPr/>
        </p:nvSpPr>
        <p:spPr>
          <a:xfrm>
            <a:off x="12888622" y="4884226"/>
            <a:ext cx="758678" cy="758678"/>
          </a:xfrm>
          <a:custGeom>
            <a:avLst/>
            <a:gdLst/>
            <a:ahLst/>
            <a:cxnLst/>
            <a:rect l="l" t="t" r="r" b="b"/>
            <a:pathLst>
              <a:path w="758678" h="758678">
                <a:moveTo>
                  <a:pt x="0" y="0"/>
                </a:moveTo>
                <a:lnTo>
                  <a:pt x="758678" y="0"/>
                </a:lnTo>
                <a:lnTo>
                  <a:pt x="758678" y="758678"/>
                </a:lnTo>
                <a:lnTo>
                  <a:pt x="0" y="758678"/>
                </a:lnTo>
                <a:lnTo>
                  <a:pt x="0" y="0"/>
                </a:lnTo>
                <a:close/>
              </a:path>
            </a:pathLst>
          </a:custGeom>
          <a:blipFill>
            <a:blip r:embed="rId60">
              <a:extLst>
                <a:ext uri="{96DAC541-7B7A-43D3-8B79-37D633B846F1}">
                  <asvg:svgBlip xmlns:asvg="http://schemas.microsoft.com/office/drawing/2016/SVG/main" r:embed="rId61"/>
                </a:ext>
              </a:extLst>
            </a:blip>
            <a:stretch>
              <a:fillRect/>
            </a:stretch>
          </a:blipFill>
          <a:ln cap="sq">
            <a:noFill/>
            <a:prstDash val="solid"/>
            <a:miter/>
          </a:ln>
        </p:spPr>
      </p:sp>
      <p:sp>
        <p:nvSpPr>
          <p:cNvPr id="35" name="Freeform 35"/>
          <p:cNvSpPr/>
          <p:nvPr/>
        </p:nvSpPr>
        <p:spPr>
          <a:xfrm>
            <a:off x="11643188" y="1027536"/>
            <a:ext cx="960829" cy="422667"/>
          </a:xfrm>
          <a:custGeom>
            <a:avLst/>
            <a:gdLst/>
            <a:ahLst/>
            <a:cxnLst/>
            <a:rect l="l" t="t" r="r" b="b"/>
            <a:pathLst>
              <a:path w="960829" h="422667">
                <a:moveTo>
                  <a:pt x="0" y="0"/>
                </a:moveTo>
                <a:lnTo>
                  <a:pt x="960829" y="0"/>
                </a:lnTo>
                <a:lnTo>
                  <a:pt x="960829" y="422666"/>
                </a:lnTo>
                <a:lnTo>
                  <a:pt x="0" y="422666"/>
                </a:lnTo>
                <a:lnTo>
                  <a:pt x="0" y="0"/>
                </a:lnTo>
                <a:close/>
              </a:path>
            </a:pathLst>
          </a:custGeom>
          <a:blipFill>
            <a:blip r:embed="rId62">
              <a:extLst>
                <a:ext uri="{96DAC541-7B7A-43D3-8B79-37D633B846F1}">
                  <asvg:svgBlip xmlns:asvg="http://schemas.microsoft.com/office/drawing/2016/SVG/main" r:embed="rId63"/>
                </a:ext>
              </a:extLst>
            </a:blip>
            <a:stretch>
              <a:fillRect/>
            </a:stretch>
          </a:blipFill>
        </p:spPr>
      </p:sp>
      <p:sp>
        <p:nvSpPr>
          <p:cNvPr id="36" name="Freeform 36"/>
          <p:cNvSpPr/>
          <p:nvPr/>
        </p:nvSpPr>
        <p:spPr>
          <a:xfrm>
            <a:off x="13754148" y="3910881"/>
            <a:ext cx="498481" cy="465853"/>
          </a:xfrm>
          <a:custGeom>
            <a:avLst/>
            <a:gdLst/>
            <a:ahLst/>
            <a:cxnLst/>
            <a:rect l="l" t="t" r="r" b="b"/>
            <a:pathLst>
              <a:path w="498481" h="465853">
                <a:moveTo>
                  <a:pt x="0" y="0"/>
                </a:moveTo>
                <a:lnTo>
                  <a:pt x="498481" y="0"/>
                </a:lnTo>
                <a:lnTo>
                  <a:pt x="498481" y="465854"/>
                </a:lnTo>
                <a:lnTo>
                  <a:pt x="0" y="465854"/>
                </a:lnTo>
                <a:lnTo>
                  <a:pt x="0" y="0"/>
                </a:lnTo>
                <a:close/>
              </a:path>
            </a:pathLst>
          </a:custGeom>
          <a:blipFill>
            <a:blip r:embed="rId64">
              <a:extLst>
                <a:ext uri="{96DAC541-7B7A-43D3-8B79-37D633B846F1}">
                  <asvg:svgBlip xmlns:asvg="http://schemas.microsoft.com/office/drawing/2016/SVG/main" r:embed="rId65"/>
                </a:ext>
              </a:extLst>
            </a:blip>
            <a:stretch>
              <a:fillRect/>
            </a:stretch>
          </a:blipFill>
          <a:ln cap="sq">
            <a:noFill/>
            <a:prstDash val="solid"/>
            <a:miter/>
          </a:ln>
        </p:spPr>
      </p:sp>
      <p:sp>
        <p:nvSpPr>
          <p:cNvPr id="37" name="Freeform 37"/>
          <p:cNvSpPr/>
          <p:nvPr/>
        </p:nvSpPr>
        <p:spPr>
          <a:xfrm rot="-5400000">
            <a:off x="16313707" y="3862169"/>
            <a:ext cx="354789" cy="563279"/>
          </a:xfrm>
          <a:custGeom>
            <a:avLst/>
            <a:gdLst/>
            <a:ahLst/>
            <a:cxnLst/>
            <a:rect l="l" t="t" r="r" b="b"/>
            <a:pathLst>
              <a:path w="354789" h="563279">
                <a:moveTo>
                  <a:pt x="0" y="0"/>
                </a:moveTo>
                <a:lnTo>
                  <a:pt x="354789" y="0"/>
                </a:lnTo>
                <a:lnTo>
                  <a:pt x="354789" y="563278"/>
                </a:lnTo>
                <a:lnTo>
                  <a:pt x="0" y="563278"/>
                </a:lnTo>
                <a:lnTo>
                  <a:pt x="0" y="0"/>
                </a:lnTo>
                <a:close/>
              </a:path>
            </a:pathLst>
          </a:custGeom>
          <a:blipFill>
            <a:blip r:embed="rId66">
              <a:extLst>
                <a:ext uri="{96DAC541-7B7A-43D3-8B79-37D633B846F1}">
                  <asvg:svgBlip xmlns:asvg="http://schemas.microsoft.com/office/drawing/2016/SVG/main" r:embed="rId67"/>
                </a:ext>
              </a:extLst>
            </a:blip>
            <a:stretch>
              <a:fillRect/>
            </a:stretch>
          </a:blipFill>
          <a:ln cap="sq">
            <a:noFill/>
            <a:prstDash val="solid"/>
            <a:miter/>
          </a:ln>
        </p:spPr>
      </p:sp>
      <p:sp>
        <p:nvSpPr>
          <p:cNvPr id="38" name="Freeform 38"/>
          <p:cNvSpPr/>
          <p:nvPr/>
        </p:nvSpPr>
        <p:spPr>
          <a:xfrm>
            <a:off x="5594058" y="5001186"/>
            <a:ext cx="860827" cy="524757"/>
          </a:xfrm>
          <a:custGeom>
            <a:avLst/>
            <a:gdLst/>
            <a:ahLst/>
            <a:cxnLst/>
            <a:rect l="l" t="t" r="r" b="b"/>
            <a:pathLst>
              <a:path w="860827" h="524757">
                <a:moveTo>
                  <a:pt x="0" y="0"/>
                </a:moveTo>
                <a:lnTo>
                  <a:pt x="860827" y="0"/>
                </a:lnTo>
                <a:lnTo>
                  <a:pt x="860827" y="524757"/>
                </a:lnTo>
                <a:lnTo>
                  <a:pt x="0" y="524757"/>
                </a:lnTo>
                <a:lnTo>
                  <a:pt x="0" y="0"/>
                </a:lnTo>
                <a:close/>
              </a:path>
            </a:pathLst>
          </a:custGeom>
          <a:blipFill>
            <a:blip r:embed="rId68">
              <a:extLst>
                <a:ext uri="{96DAC541-7B7A-43D3-8B79-37D633B846F1}">
                  <asvg:svgBlip xmlns:asvg="http://schemas.microsoft.com/office/drawing/2016/SVG/main" r:embed="rId69"/>
                </a:ext>
              </a:extLst>
            </a:blip>
            <a:stretch>
              <a:fillRect/>
            </a:stretch>
          </a:blipFill>
          <a:ln cap="sq">
            <a:noFill/>
            <a:prstDash val="solid"/>
            <a:miter/>
          </a:ln>
        </p:spPr>
      </p:sp>
      <p:sp>
        <p:nvSpPr>
          <p:cNvPr id="39" name="Freeform 39"/>
          <p:cNvSpPr/>
          <p:nvPr/>
        </p:nvSpPr>
        <p:spPr>
          <a:xfrm>
            <a:off x="16823204" y="6100157"/>
            <a:ext cx="713407" cy="938693"/>
          </a:xfrm>
          <a:custGeom>
            <a:avLst/>
            <a:gdLst/>
            <a:ahLst/>
            <a:cxnLst/>
            <a:rect l="l" t="t" r="r" b="b"/>
            <a:pathLst>
              <a:path w="713407" h="938693">
                <a:moveTo>
                  <a:pt x="0" y="0"/>
                </a:moveTo>
                <a:lnTo>
                  <a:pt x="713407" y="0"/>
                </a:lnTo>
                <a:lnTo>
                  <a:pt x="713407" y="938693"/>
                </a:lnTo>
                <a:lnTo>
                  <a:pt x="0" y="938693"/>
                </a:lnTo>
                <a:lnTo>
                  <a:pt x="0" y="0"/>
                </a:lnTo>
                <a:close/>
              </a:path>
            </a:pathLst>
          </a:custGeom>
          <a:blipFill>
            <a:blip r:embed="rId70">
              <a:extLst>
                <a:ext uri="{96DAC541-7B7A-43D3-8B79-37D633B846F1}">
                  <asvg:svgBlip xmlns:asvg="http://schemas.microsoft.com/office/drawing/2016/SVG/main" r:embed="rId71"/>
                </a:ext>
              </a:extLst>
            </a:blip>
            <a:stretch>
              <a:fillRect/>
            </a:stretch>
          </a:blipFill>
        </p:spPr>
      </p:sp>
      <p:sp>
        <p:nvSpPr>
          <p:cNvPr id="40" name="Freeform 40"/>
          <p:cNvSpPr/>
          <p:nvPr/>
        </p:nvSpPr>
        <p:spPr>
          <a:xfrm rot="5400000">
            <a:off x="15485979" y="2578281"/>
            <a:ext cx="556292" cy="1120549"/>
          </a:xfrm>
          <a:custGeom>
            <a:avLst/>
            <a:gdLst/>
            <a:ahLst/>
            <a:cxnLst/>
            <a:rect l="l" t="t" r="r" b="b"/>
            <a:pathLst>
              <a:path w="556292" h="1120549">
                <a:moveTo>
                  <a:pt x="0" y="0"/>
                </a:moveTo>
                <a:lnTo>
                  <a:pt x="556291" y="0"/>
                </a:lnTo>
                <a:lnTo>
                  <a:pt x="556291" y="1120550"/>
                </a:lnTo>
                <a:lnTo>
                  <a:pt x="0" y="1120550"/>
                </a:lnTo>
                <a:lnTo>
                  <a:pt x="0" y="0"/>
                </a:lnTo>
                <a:close/>
              </a:path>
            </a:pathLst>
          </a:custGeom>
          <a:blipFill>
            <a:blip r:embed="rId72">
              <a:extLst>
                <a:ext uri="{96DAC541-7B7A-43D3-8B79-37D633B846F1}">
                  <asvg:svgBlip xmlns:asvg="http://schemas.microsoft.com/office/drawing/2016/SVG/main" r:embed="rId73"/>
                </a:ext>
              </a:extLst>
            </a:blip>
            <a:stretch>
              <a:fillRect/>
            </a:stretch>
          </a:blipFill>
        </p:spPr>
      </p:sp>
      <p:sp>
        <p:nvSpPr>
          <p:cNvPr id="41" name="Freeform 41"/>
          <p:cNvSpPr/>
          <p:nvPr/>
        </p:nvSpPr>
        <p:spPr>
          <a:xfrm>
            <a:off x="12655415" y="3969325"/>
            <a:ext cx="979151" cy="348966"/>
          </a:xfrm>
          <a:custGeom>
            <a:avLst/>
            <a:gdLst/>
            <a:ahLst/>
            <a:cxnLst/>
            <a:rect l="l" t="t" r="r" b="b"/>
            <a:pathLst>
              <a:path w="979151" h="348966">
                <a:moveTo>
                  <a:pt x="0" y="0"/>
                </a:moveTo>
                <a:lnTo>
                  <a:pt x="979151" y="0"/>
                </a:lnTo>
                <a:lnTo>
                  <a:pt x="979151" y="348966"/>
                </a:lnTo>
                <a:lnTo>
                  <a:pt x="0" y="348966"/>
                </a:lnTo>
                <a:lnTo>
                  <a:pt x="0" y="0"/>
                </a:lnTo>
                <a:close/>
              </a:path>
            </a:pathLst>
          </a:custGeom>
          <a:blipFill>
            <a:blip r:embed="rId74">
              <a:extLst>
                <a:ext uri="{96DAC541-7B7A-43D3-8B79-37D633B846F1}">
                  <asvg:svgBlip xmlns:asvg="http://schemas.microsoft.com/office/drawing/2016/SVG/main" r:embed="rId75"/>
                </a:ext>
              </a:extLst>
            </a:blip>
            <a:stretch>
              <a:fillRect/>
            </a:stretch>
          </a:blipFill>
          <a:ln cap="sq">
            <a:noFill/>
            <a:prstDash val="solid"/>
            <a:miter/>
          </a:ln>
        </p:spPr>
      </p:sp>
      <p:sp>
        <p:nvSpPr>
          <p:cNvPr id="42" name="Freeform 42"/>
          <p:cNvSpPr/>
          <p:nvPr/>
        </p:nvSpPr>
        <p:spPr>
          <a:xfrm>
            <a:off x="15655021" y="6300873"/>
            <a:ext cx="734718" cy="537262"/>
          </a:xfrm>
          <a:custGeom>
            <a:avLst/>
            <a:gdLst/>
            <a:ahLst/>
            <a:cxnLst/>
            <a:rect l="l" t="t" r="r" b="b"/>
            <a:pathLst>
              <a:path w="734718" h="537262">
                <a:moveTo>
                  <a:pt x="0" y="0"/>
                </a:moveTo>
                <a:lnTo>
                  <a:pt x="734717" y="0"/>
                </a:lnTo>
                <a:lnTo>
                  <a:pt x="734717" y="537262"/>
                </a:lnTo>
                <a:lnTo>
                  <a:pt x="0" y="537262"/>
                </a:lnTo>
                <a:lnTo>
                  <a:pt x="0" y="0"/>
                </a:lnTo>
                <a:close/>
              </a:path>
            </a:pathLst>
          </a:custGeom>
          <a:blipFill>
            <a:blip r:embed="rId76">
              <a:extLst>
                <a:ext uri="{96DAC541-7B7A-43D3-8B79-37D633B846F1}">
                  <asvg:svgBlip xmlns:asvg="http://schemas.microsoft.com/office/drawing/2016/SVG/main" r:embed="rId77"/>
                </a:ext>
              </a:extLst>
            </a:blip>
            <a:stretch>
              <a:fillRect/>
            </a:stretch>
          </a:blipFill>
        </p:spPr>
      </p:sp>
      <p:sp>
        <p:nvSpPr>
          <p:cNvPr id="43" name="Freeform 43"/>
          <p:cNvSpPr/>
          <p:nvPr/>
        </p:nvSpPr>
        <p:spPr>
          <a:xfrm>
            <a:off x="7983892" y="1825743"/>
            <a:ext cx="470256" cy="843597"/>
          </a:xfrm>
          <a:custGeom>
            <a:avLst/>
            <a:gdLst/>
            <a:ahLst/>
            <a:cxnLst/>
            <a:rect l="l" t="t" r="r" b="b"/>
            <a:pathLst>
              <a:path w="470256" h="843597">
                <a:moveTo>
                  <a:pt x="0" y="0"/>
                </a:moveTo>
                <a:lnTo>
                  <a:pt x="470256" y="0"/>
                </a:lnTo>
                <a:lnTo>
                  <a:pt x="470256" y="843598"/>
                </a:lnTo>
                <a:lnTo>
                  <a:pt x="0" y="843598"/>
                </a:lnTo>
                <a:lnTo>
                  <a:pt x="0" y="0"/>
                </a:lnTo>
                <a:close/>
              </a:path>
            </a:pathLst>
          </a:custGeom>
          <a:blipFill>
            <a:blip r:embed="rId78">
              <a:extLst>
                <a:ext uri="{96DAC541-7B7A-43D3-8B79-37D633B846F1}">
                  <asvg:svgBlip xmlns:asvg="http://schemas.microsoft.com/office/drawing/2016/SVG/main" r:embed="rId79"/>
                </a:ext>
              </a:extLst>
            </a:blip>
            <a:stretch>
              <a:fillRect/>
            </a:stretch>
          </a:blipFill>
        </p:spPr>
      </p:sp>
      <p:sp>
        <p:nvSpPr>
          <p:cNvPr id="44" name="Freeform 44"/>
          <p:cNvSpPr/>
          <p:nvPr/>
        </p:nvSpPr>
        <p:spPr>
          <a:xfrm>
            <a:off x="11664141" y="3912615"/>
            <a:ext cx="871692" cy="462386"/>
          </a:xfrm>
          <a:custGeom>
            <a:avLst/>
            <a:gdLst/>
            <a:ahLst/>
            <a:cxnLst/>
            <a:rect l="l" t="t" r="r" b="b"/>
            <a:pathLst>
              <a:path w="871692" h="462386">
                <a:moveTo>
                  <a:pt x="0" y="0"/>
                </a:moveTo>
                <a:lnTo>
                  <a:pt x="871692" y="0"/>
                </a:lnTo>
                <a:lnTo>
                  <a:pt x="871692" y="462386"/>
                </a:lnTo>
                <a:lnTo>
                  <a:pt x="0" y="462386"/>
                </a:lnTo>
                <a:lnTo>
                  <a:pt x="0" y="0"/>
                </a:lnTo>
                <a:close/>
              </a:path>
            </a:pathLst>
          </a:custGeom>
          <a:blipFill>
            <a:blip r:embed="rId80">
              <a:extLst>
                <a:ext uri="{96DAC541-7B7A-43D3-8B79-37D633B846F1}">
                  <asvg:svgBlip xmlns:asvg="http://schemas.microsoft.com/office/drawing/2016/SVG/main" r:embed="rId81"/>
                </a:ext>
              </a:extLst>
            </a:blip>
            <a:stretch>
              <a:fillRect/>
            </a:stretch>
          </a:blipFill>
          <a:ln cap="sq">
            <a:noFill/>
            <a:prstDash val="solid"/>
            <a:miter/>
          </a:ln>
        </p:spPr>
      </p:sp>
      <p:sp>
        <p:nvSpPr>
          <p:cNvPr id="45" name="Freeform 45"/>
          <p:cNvSpPr/>
          <p:nvPr/>
        </p:nvSpPr>
        <p:spPr>
          <a:xfrm>
            <a:off x="9863261" y="3901263"/>
            <a:ext cx="609641" cy="485091"/>
          </a:xfrm>
          <a:custGeom>
            <a:avLst/>
            <a:gdLst/>
            <a:ahLst/>
            <a:cxnLst/>
            <a:rect l="l" t="t" r="r" b="b"/>
            <a:pathLst>
              <a:path w="609641" h="485091">
                <a:moveTo>
                  <a:pt x="0" y="0"/>
                </a:moveTo>
                <a:lnTo>
                  <a:pt x="609641" y="0"/>
                </a:lnTo>
                <a:lnTo>
                  <a:pt x="609641" y="485091"/>
                </a:lnTo>
                <a:lnTo>
                  <a:pt x="0" y="485091"/>
                </a:lnTo>
                <a:lnTo>
                  <a:pt x="0" y="0"/>
                </a:lnTo>
                <a:close/>
              </a:path>
            </a:pathLst>
          </a:custGeom>
          <a:blipFill>
            <a:blip r:embed="rId82">
              <a:extLst>
                <a:ext uri="{96DAC541-7B7A-43D3-8B79-37D633B846F1}">
                  <asvg:svgBlip xmlns:asvg="http://schemas.microsoft.com/office/drawing/2016/SVG/main" r:embed="rId83"/>
                </a:ext>
              </a:extLst>
            </a:blip>
            <a:stretch>
              <a:fillRect/>
            </a:stretch>
          </a:blipFill>
          <a:ln cap="sq">
            <a:noFill/>
            <a:prstDash val="solid"/>
            <a:miter/>
          </a:ln>
        </p:spPr>
      </p:sp>
      <p:sp>
        <p:nvSpPr>
          <p:cNvPr id="46" name="Freeform 46"/>
          <p:cNvSpPr/>
          <p:nvPr/>
        </p:nvSpPr>
        <p:spPr>
          <a:xfrm>
            <a:off x="9480272" y="3711204"/>
            <a:ext cx="263408" cy="865208"/>
          </a:xfrm>
          <a:custGeom>
            <a:avLst/>
            <a:gdLst/>
            <a:ahLst/>
            <a:cxnLst/>
            <a:rect l="l" t="t" r="r" b="b"/>
            <a:pathLst>
              <a:path w="263408" h="865208">
                <a:moveTo>
                  <a:pt x="0" y="0"/>
                </a:moveTo>
                <a:lnTo>
                  <a:pt x="263407" y="0"/>
                </a:lnTo>
                <a:lnTo>
                  <a:pt x="263407" y="865208"/>
                </a:lnTo>
                <a:lnTo>
                  <a:pt x="0" y="865208"/>
                </a:lnTo>
                <a:lnTo>
                  <a:pt x="0" y="0"/>
                </a:lnTo>
                <a:close/>
              </a:path>
            </a:pathLst>
          </a:custGeom>
          <a:blipFill>
            <a:blip r:embed="rId84">
              <a:extLst>
                <a:ext uri="{96DAC541-7B7A-43D3-8B79-37D633B846F1}">
                  <asvg:svgBlip xmlns:asvg="http://schemas.microsoft.com/office/drawing/2016/SVG/main" r:embed="rId85"/>
                </a:ext>
              </a:extLst>
            </a:blip>
            <a:stretch>
              <a:fillRect/>
            </a:stretch>
          </a:blipFill>
          <a:ln cap="sq">
            <a:noFill/>
            <a:prstDash val="solid"/>
            <a:miter/>
          </a:ln>
        </p:spPr>
      </p:sp>
      <p:sp>
        <p:nvSpPr>
          <p:cNvPr id="47" name="Freeform 47"/>
          <p:cNvSpPr/>
          <p:nvPr/>
        </p:nvSpPr>
        <p:spPr>
          <a:xfrm>
            <a:off x="8024861" y="6201496"/>
            <a:ext cx="721295" cy="736015"/>
          </a:xfrm>
          <a:custGeom>
            <a:avLst/>
            <a:gdLst/>
            <a:ahLst/>
            <a:cxnLst/>
            <a:rect l="l" t="t" r="r" b="b"/>
            <a:pathLst>
              <a:path w="721295" h="736015">
                <a:moveTo>
                  <a:pt x="0" y="0"/>
                </a:moveTo>
                <a:lnTo>
                  <a:pt x="721294" y="0"/>
                </a:lnTo>
                <a:lnTo>
                  <a:pt x="721294" y="736015"/>
                </a:lnTo>
                <a:lnTo>
                  <a:pt x="0" y="736015"/>
                </a:lnTo>
                <a:lnTo>
                  <a:pt x="0" y="0"/>
                </a:lnTo>
                <a:close/>
              </a:path>
            </a:pathLst>
          </a:custGeom>
          <a:blipFill>
            <a:blip r:embed="rId86">
              <a:extLst>
                <a:ext uri="{96DAC541-7B7A-43D3-8B79-37D633B846F1}">
                  <asvg:svgBlip xmlns:asvg="http://schemas.microsoft.com/office/drawing/2016/SVG/main" r:embed="rId87"/>
                </a:ext>
              </a:extLst>
            </a:blip>
            <a:stretch>
              <a:fillRect/>
            </a:stretch>
          </a:blipFill>
        </p:spPr>
      </p:sp>
      <p:sp>
        <p:nvSpPr>
          <p:cNvPr id="48" name="Freeform 48"/>
          <p:cNvSpPr/>
          <p:nvPr/>
        </p:nvSpPr>
        <p:spPr>
          <a:xfrm>
            <a:off x="14372211" y="3976454"/>
            <a:ext cx="1022008" cy="334708"/>
          </a:xfrm>
          <a:custGeom>
            <a:avLst/>
            <a:gdLst/>
            <a:ahLst/>
            <a:cxnLst/>
            <a:rect l="l" t="t" r="r" b="b"/>
            <a:pathLst>
              <a:path w="1022008" h="334708">
                <a:moveTo>
                  <a:pt x="0" y="0"/>
                </a:moveTo>
                <a:lnTo>
                  <a:pt x="1022008" y="0"/>
                </a:lnTo>
                <a:lnTo>
                  <a:pt x="1022008" y="334708"/>
                </a:lnTo>
                <a:lnTo>
                  <a:pt x="0" y="334708"/>
                </a:lnTo>
                <a:lnTo>
                  <a:pt x="0" y="0"/>
                </a:lnTo>
                <a:close/>
              </a:path>
            </a:pathLst>
          </a:custGeom>
          <a:blipFill>
            <a:blip r:embed="rId88">
              <a:extLst>
                <a:ext uri="{96DAC541-7B7A-43D3-8B79-37D633B846F1}">
                  <asvg:svgBlip xmlns:asvg="http://schemas.microsoft.com/office/drawing/2016/SVG/main" r:embed="rId89"/>
                </a:ext>
              </a:extLst>
            </a:blip>
            <a:stretch>
              <a:fillRect/>
            </a:stretch>
          </a:blipFill>
        </p:spPr>
      </p:sp>
      <p:sp>
        <p:nvSpPr>
          <p:cNvPr id="49" name="Freeform 49"/>
          <p:cNvSpPr/>
          <p:nvPr/>
        </p:nvSpPr>
        <p:spPr>
          <a:xfrm>
            <a:off x="10599553" y="4963900"/>
            <a:ext cx="960829" cy="599329"/>
          </a:xfrm>
          <a:custGeom>
            <a:avLst/>
            <a:gdLst/>
            <a:ahLst/>
            <a:cxnLst/>
            <a:rect l="l" t="t" r="r" b="b"/>
            <a:pathLst>
              <a:path w="960829" h="599329">
                <a:moveTo>
                  <a:pt x="0" y="0"/>
                </a:moveTo>
                <a:lnTo>
                  <a:pt x="960829" y="0"/>
                </a:lnTo>
                <a:lnTo>
                  <a:pt x="960829" y="599329"/>
                </a:lnTo>
                <a:lnTo>
                  <a:pt x="0" y="599329"/>
                </a:lnTo>
                <a:lnTo>
                  <a:pt x="0" y="0"/>
                </a:lnTo>
                <a:close/>
              </a:path>
            </a:pathLst>
          </a:custGeom>
          <a:blipFill>
            <a:blip r:embed="rId90">
              <a:extLst>
                <a:ext uri="{96DAC541-7B7A-43D3-8B79-37D633B846F1}">
                  <asvg:svgBlip xmlns:asvg="http://schemas.microsoft.com/office/drawing/2016/SVG/main" r:embed="rId91"/>
                </a:ext>
              </a:extLst>
            </a:blip>
            <a:stretch>
              <a:fillRect/>
            </a:stretch>
          </a:blipFill>
        </p:spPr>
      </p:sp>
      <p:sp>
        <p:nvSpPr>
          <p:cNvPr id="50" name="Freeform 50"/>
          <p:cNvSpPr/>
          <p:nvPr/>
        </p:nvSpPr>
        <p:spPr>
          <a:xfrm>
            <a:off x="10255814" y="2764953"/>
            <a:ext cx="793493" cy="747206"/>
          </a:xfrm>
          <a:custGeom>
            <a:avLst/>
            <a:gdLst/>
            <a:ahLst/>
            <a:cxnLst/>
            <a:rect l="l" t="t" r="r" b="b"/>
            <a:pathLst>
              <a:path w="793493" h="747206">
                <a:moveTo>
                  <a:pt x="0" y="0"/>
                </a:moveTo>
                <a:lnTo>
                  <a:pt x="793494" y="0"/>
                </a:lnTo>
                <a:lnTo>
                  <a:pt x="793494" y="747206"/>
                </a:lnTo>
                <a:lnTo>
                  <a:pt x="0" y="747206"/>
                </a:lnTo>
                <a:lnTo>
                  <a:pt x="0" y="0"/>
                </a:lnTo>
                <a:close/>
              </a:path>
            </a:pathLst>
          </a:custGeom>
          <a:blipFill>
            <a:blip r:embed="rId92">
              <a:extLst>
                <a:ext uri="{96DAC541-7B7A-43D3-8B79-37D633B846F1}">
                  <asvg:svgBlip xmlns:asvg="http://schemas.microsoft.com/office/drawing/2016/SVG/main" r:embed="rId93"/>
                </a:ext>
              </a:extLst>
            </a:blip>
            <a:stretch>
              <a:fillRect/>
            </a:stretch>
          </a:blipFill>
          <a:ln cap="sq">
            <a:noFill/>
            <a:prstDash val="solid"/>
            <a:miter/>
          </a:ln>
        </p:spPr>
      </p:sp>
      <p:sp>
        <p:nvSpPr>
          <p:cNvPr id="51" name="Freeform 51"/>
          <p:cNvSpPr/>
          <p:nvPr/>
        </p:nvSpPr>
        <p:spPr>
          <a:xfrm>
            <a:off x="10543816" y="968428"/>
            <a:ext cx="746765" cy="540881"/>
          </a:xfrm>
          <a:custGeom>
            <a:avLst/>
            <a:gdLst/>
            <a:ahLst/>
            <a:cxnLst/>
            <a:rect l="l" t="t" r="r" b="b"/>
            <a:pathLst>
              <a:path w="746765" h="540881">
                <a:moveTo>
                  <a:pt x="0" y="0"/>
                </a:moveTo>
                <a:lnTo>
                  <a:pt x="746765" y="0"/>
                </a:lnTo>
                <a:lnTo>
                  <a:pt x="746765" y="540881"/>
                </a:lnTo>
                <a:lnTo>
                  <a:pt x="0" y="540881"/>
                </a:lnTo>
                <a:lnTo>
                  <a:pt x="0" y="0"/>
                </a:lnTo>
                <a:close/>
              </a:path>
            </a:pathLst>
          </a:custGeom>
          <a:blipFill>
            <a:blip r:embed="rId94">
              <a:extLst>
                <a:ext uri="{96DAC541-7B7A-43D3-8B79-37D633B846F1}">
                  <asvg:svgBlip xmlns:asvg="http://schemas.microsoft.com/office/drawing/2016/SVG/main" r:embed="rId95"/>
                </a:ext>
              </a:extLst>
            </a:blip>
            <a:stretch>
              <a:fillRect/>
            </a:stretch>
          </a:blipFill>
        </p:spPr>
      </p:sp>
      <p:sp>
        <p:nvSpPr>
          <p:cNvPr id="52" name="Freeform 52"/>
          <p:cNvSpPr/>
          <p:nvPr/>
        </p:nvSpPr>
        <p:spPr>
          <a:xfrm>
            <a:off x="5678760" y="6234596"/>
            <a:ext cx="691423" cy="669816"/>
          </a:xfrm>
          <a:custGeom>
            <a:avLst/>
            <a:gdLst/>
            <a:ahLst/>
            <a:cxnLst/>
            <a:rect l="l" t="t" r="r" b="b"/>
            <a:pathLst>
              <a:path w="691423" h="669816">
                <a:moveTo>
                  <a:pt x="0" y="0"/>
                </a:moveTo>
                <a:lnTo>
                  <a:pt x="691423" y="0"/>
                </a:lnTo>
                <a:lnTo>
                  <a:pt x="691423" y="669816"/>
                </a:lnTo>
                <a:lnTo>
                  <a:pt x="0" y="669816"/>
                </a:lnTo>
                <a:lnTo>
                  <a:pt x="0" y="0"/>
                </a:lnTo>
                <a:close/>
              </a:path>
            </a:pathLst>
          </a:custGeom>
          <a:blipFill>
            <a:blip r:embed="rId96">
              <a:extLst>
                <a:ext uri="{96DAC541-7B7A-43D3-8B79-37D633B846F1}">
                  <asvg:svgBlip xmlns:asvg="http://schemas.microsoft.com/office/drawing/2016/SVG/main" r:embed="rId97"/>
                </a:ext>
              </a:extLst>
            </a:blip>
            <a:stretch>
              <a:fillRect/>
            </a:stretch>
          </a:blipFill>
        </p:spPr>
      </p:sp>
      <p:sp>
        <p:nvSpPr>
          <p:cNvPr id="53" name="Freeform 53"/>
          <p:cNvSpPr/>
          <p:nvPr/>
        </p:nvSpPr>
        <p:spPr>
          <a:xfrm>
            <a:off x="9179621" y="6159579"/>
            <a:ext cx="524704" cy="819850"/>
          </a:xfrm>
          <a:custGeom>
            <a:avLst/>
            <a:gdLst/>
            <a:ahLst/>
            <a:cxnLst/>
            <a:rect l="l" t="t" r="r" b="b"/>
            <a:pathLst>
              <a:path w="524704" h="819850">
                <a:moveTo>
                  <a:pt x="0" y="0"/>
                </a:moveTo>
                <a:lnTo>
                  <a:pt x="524704" y="0"/>
                </a:lnTo>
                <a:lnTo>
                  <a:pt x="524704" y="819849"/>
                </a:lnTo>
                <a:lnTo>
                  <a:pt x="0" y="819849"/>
                </a:lnTo>
                <a:lnTo>
                  <a:pt x="0" y="0"/>
                </a:lnTo>
                <a:close/>
              </a:path>
            </a:pathLst>
          </a:custGeom>
          <a:blipFill>
            <a:blip r:embed="rId98">
              <a:extLst>
                <a:ext uri="{96DAC541-7B7A-43D3-8B79-37D633B846F1}">
                  <asvg:svgBlip xmlns:asvg="http://schemas.microsoft.com/office/drawing/2016/SVG/main" r:embed="rId99"/>
                </a:ext>
              </a:extLst>
            </a:blip>
            <a:stretch>
              <a:fillRect/>
            </a:stretch>
          </a:blipFill>
        </p:spPr>
      </p:sp>
      <p:sp>
        <p:nvSpPr>
          <p:cNvPr id="54" name="Freeform 54"/>
          <p:cNvSpPr/>
          <p:nvPr/>
        </p:nvSpPr>
        <p:spPr>
          <a:xfrm>
            <a:off x="15513801" y="3871479"/>
            <a:ext cx="576080" cy="544657"/>
          </a:xfrm>
          <a:custGeom>
            <a:avLst/>
            <a:gdLst/>
            <a:ahLst/>
            <a:cxnLst/>
            <a:rect l="l" t="t" r="r" b="b"/>
            <a:pathLst>
              <a:path w="576080" h="544657">
                <a:moveTo>
                  <a:pt x="0" y="0"/>
                </a:moveTo>
                <a:lnTo>
                  <a:pt x="576080" y="0"/>
                </a:lnTo>
                <a:lnTo>
                  <a:pt x="576080" y="544658"/>
                </a:lnTo>
                <a:lnTo>
                  <a:pt x="0" y="544658"/>
                </a:lnTo>
                <a:lnTo>
                  <a:pt x="0" y="0"/>
                </a:lnTo>
                <a:close/>
              </a:path>
            </a:pathLst>
          </a:custGeom>
          <a:blipFill>
            <a:blip r:embed="rId100">
              <a:extLst>
                <a:ext uri="{96DAC541-7B7A-43D3-8B79-37D633B846F1}">
                  <asvg:svgBlip xmlns:asvg="http://schemas.microsoft.com/office/drawing/2016/SVG/main" r:embed="rId101"/>
                </a:ext>
              </a:extLst>
            </a:blip>
            <a:stretch>
              <a:fillRect/>
            </a:stretch>
          </a:blipFill>
          <a:ln cap="sq">
            <a:noFill/>
            <a:prstDash val="solid"/>
            <a:miter/>
          </a:ln>
        </p:spPr>
      </p:sp>
      <p:sp>
        <p:nvSpPr>
          <p:cNvPr id="55" name="Freeform 55"/>
          <p:cNvSpPr/>
          <p:nvPr/>
        </p:nvSpPr>
        <p:spPr>
          <a:xfrm>
            <a:off x="16892323" y="3859883"/>
            <a:ext cx="575170" cy="567849"/>
          </a:xfrm>
          <a:custGeom>
            <a:avLst/>
            <a:gdLst/>
            <a:ahLst/>
            <a:cxnLst/>
            <a:rect l="l" t="t" r="r" b="b"/>
            <a:pathLst>
              <a:path w="575170" h="567849">
                <a:moveTo>
                  <a:pt x="0" y="0"/>
                </a:moveTo>
                <a:lnTo>
                  <a:pt x="575170" y="0"/>
                </a:lnTo>
                <a:lnTo>
                  <a:pt x="575170" y="567850"/>
                </a:lnTo>
                <a:lnTo>
                  <a:pt x="0" y="567850"/>
                </a:lnTo>
                <a:lnTo>
                  <a:pt x="0" y="0"/>
                </a:lnTo>
                <a:close/>
              </a:path>
            </a:pathLst>
          </a:custGeom>
          <a:blipFill>
            <a:blip r:embed="rId102">
              <a:extLst>
                <a:ext uri="{96DAC541-7B7A-43D3-8B79-37D633B846F1}">
                  <asvg:svgBlip xmlns:asvg="http://schemas.microsoft.com/office/drawing/2016/SVG/main" r:embed="rId103"/>
                </a:ext>
              </a:extLst>
            </a:blip>
            <a:stretch>
              <a:fillRect/>
            </a:stretch>
          </a:blipFill>
        </p:spPr>
      </p:sp>
      <p:sp>
        <p:nvSpPr>
          <p:cNvPr id="56" name="Freeform 56"/>
          <p:cNvSpPr/>
          <p:nvPr/>
        </p:nvSpPr>
        <p:spPr>
          <a:xfrm>
            <a:off x="16812878" y="2022626"/>
            <a:ext cx="734059" cy="449831"/>
          </a:xfrm>
          <a:custGeom>
            <a:avLst/>
            <a:gdLst/>
            <a:ahLst/>
            <a:cxnLst/>
            <a:rect l="l" t="t" r="r" b="b"/>
            <a:pathLst>
              <a:path w="734059" h="449831">
                <a:moveTo>
                  <a:pt x="0" y="0"/>
                </a:moveTo>
                <a:lnTo>
                  <a:pt x="734059" y="0"/>
                </a:lnTo>
                <a:lnTo>
                  <a:pt x="734059" y="449832"/>
                </a:lnTo>
                <a:lnTo>
                  <a:pt x="0" y="449832"/>
                </a:lnTo>
                <a:lnTo>
                  <a:pt x="0" y="0"/>
                </a:lnTo>
                <a:close/>
              </a:path>
            </a:pathLst>
          </a:custGeom>
          <a:blipFill>
            <a:blip r:embed="rId104">
              <a:extLst>
                <a:ext uri="{96DAC541-7B7A-43D3-8B79-37D633B846F1}">
                  <asvg:svgBlip xmlns:asvg="http://schemas.microsoft.com/office/drawing/2016/SVG/main" r:embed="rId105"/>
                </a:ext>
              </a:extLst>
            </a:blip>
            <a:stretch>
              <a:fillRect/>
            </a:stretch>
          </a:blipFill>
          <a:ln cap="sq">
            <a:noFill/>
            <a:prstDash val="solid"/>
            <a:miter/>
          </a:ln>
        </p:spPr>
      </p:sp>
      <p:sp>
        <p:nvSpPr>
          <p:cNvPr id="57" name="Freeform 57"/>
          <p:cNvSpPr/>
          <p:nvPr/>
        </p:nvSpPr>
        <p:spPr>
          <a:xfrm rot="727463">
            <a:off x="16110167" y="2006265"/>
            <a:ext cx="268713" cy="482554"/>
          </a:xfrm>
          <a:custGeom>
            <a:avLst/>
            <a:gdLst/>
            <a:ahLst/>
            <a:cxnLst/>
            <a:rect l="l" t="t" r="r" b="b"/>
            <a:pathLst>
              <a:path w="268713" h="482554">
                <a:moveTo>
                  <a:pt x="0" y="0"/>
                </a:moveTo>
                <a:lnTo>
                  <a:pt x="268714" y="0"/>
                </a:lnTo>
                <a:lnTo>
                  <a:pt x="268714" y="482554"/>
                </a:lnTo>
                <a:lnTo>
                  <a:pt x="0" y="482554"/>
                </a:lnTo>
                <a:lnTo>
                  <a:pt x="0" y="0"/>
                </a:lnTo>
                <a:close/>
              </a:path>
            </a:pathLst>
          </a:custGeom>
          <a:blipFill>
            <a:blip r:embed="rId106">
              <a:extLst>
                <a:ext uri="{96DAC541-7B7A-43D3-8B79-37D633B846F1}">
                  <asvg:svgBlip xmlns:asvg="http://schemas.microsoft.com/office/drawing/2016/SVG/main" r:embed="rId107"/>
                </a:ext>
              </a:extLst>
            </a:blip>
            <a:stretch>
              <a:fillRect/>
            </a:stretch>
          </a:blipFill>
          <a:ln cap="sq">
            <a:noFill/>
            <a:prstDash val="solid"/>
            <a:miter/>
          </a:ln>
        </p:spPr>
      </p:sp>
      <p:sp>
        <p:nvSpPr>
          <p:cNvPr id="58" name="Freeform 58"/>
          <p:cNvSpPr/>
          <p:nvPr/>
        </p:nvSpPr>
        <p:spPr>
          <a:xfrm rot="-436351">
            <a:off x="15152528" y="8713655"/>
            <a:ext cx="715225" cy="931889"/>
          </a:xfrm>
          <a:custGeom>
            <a:avLst/>
            <a:gdLst/>
            <a:ahLst/>
            <a:cxnLst/>
            <a:rect l="l" t="t" r="r" b="b"/>
            <a:pathLst>
              <a:path w="715225" h="931889">
                <a:moveTo>
                  <a:pt x="0" y="0"/>
                </a:moveTo>
                <a:lnTo>
                  <a:pt x="715224" y="0"/>
                </a:lnTo>
                <a:lnTo>
                  <a:pt x="715224" y="931888"/>
                </a:lnTo>
                <a:lnTo>
                  <a:pt x="0" y="931888"/>
                </a:lnTo>
                <a:lnTo>
                  <a:pt x="0" y="0"/>
                </a:lnTo>
                <a:close/>
              </a:path>
            </a:pathLst>
          </a:custGeom>
          <a:blipFill>
            <a:blip r:embed="rId108">
              <a:extLst>
                <a:ext uri="{96DAC541-7B7A-43D3-8B79-37D633B846F1}">
                  <asvg:svgBlip xmlns:asvg="http://schemas.microsoft.com/office/drawing/2016/SVG/main" r:embed="rId109"/>
                </a:ext>
              </a:extLst>
            </a:blip>
            <a:stretch>
              <a:fillRect/>
            </a:stretch>
          </a:blipFill>
        </p:spPr>
      </p:sp>
      <p:sp>
        <p:nvSpPr>
          <p:cNvPr id="59" name="Freeform 59"/>
          <p:cNvSpPr/>
          <p:nvPr/>
        </p:nvSpPr>
        <p:spPr>
          <a:xfrm>
            <a:off x="9712768" y="2022027"/>
            <a:ext cx="439191" cy="451031"/>
          </a:xfrm>
          <a:custGeom>
            <a:avLst/>
            <a:gdLst/>
            <a:ahLst/>
            <a:cxnLst/>
            <a:rect l="l" t="t" r="r" b="b"/>
            <a:pathLst>
              <a:path w="439191" h="451031">
                <a:moveTo>
                  <a:pt x="0" y="0"/>
                </a:moveTo>
                <a:lnTo>
                  <a:pt x="439191" y="0"/>
                </a:lnTo>
                <a:lnTo>
                  <a:pt x="439191" y="451030"/>
                </a:lnTo>
                <a:lnTo>
                  <a:pt x="0" y="451030"/>
                </a:lnTo>
                <a:lnTo>
                  <a:pt x="0" y="0"/>
                </a:lnTo>
                <a:close/>
              </a:path>
            </a:pathLst>
          </a:custGeom>
          <a:blipFill>
            <a:blip r:embed="rId110">
              <a:extLst>
                <a:ext uri="{96DAC541-7B7A-43D3-8B79-37D633B846F1}">
                  <asvg:svgBlip xmlns:asvg="http://schemas.microsoft.com/office/drawing/2016/SVG/main" r:embed="rId111"/>
                </a:ext>
              </a:extLst>
            </a:blip>
            <a:stretch>
              <a:fillRect/>
            </a:stretch>
          </a:blipFill>
          <a:ln cap="sq">
            <a:noFill/>
            <a:prstDash val="solid"/>
            <a:miter/>
          </a:ln>
        </p:spPr>
      </p:sp>
      <p:sp>
        <p:nvSpPr>
          <p:cNvPr id="60" name="Freeform 60"/>
          <p:cNvSpPr/>
          <p:nvPr/>
        </p:nvSpPr>
        <p:spPr>
          <a:xfrm>
            <a:off x="8462425" y="4921157"/>
            <a:ext cx="892603" cy="684817"/>
          </a:xfrm>
          <a:custGeom>
            <a:avLst/>
            <a:gdLst/>
            <a:ahLst/>
            <a:cxnLst/>
            <a:rect l="l" t="t" r="r" b="b"/>
            <a:pathLst>
              <a:path w="892603" h="684817">
                <a:moveTo>
                  <a:pt x="0" y="0"/>
                </a:moveTo>
                <a:lnTo>
                  <a:pt x="892603" y="0"/>
                </a:lnTo>
                <a:lnTo>
                  <a:pt x="892603" y="684816"/>
                </a:lnTo>
                <a:lnTo>
                  <a:pt x="0" y="684816"/>
                </a:lnTo>
                <a:lnTo>
                  <a:pt x="0" y="0"/>
                </a:lnTo>
                <a:close/>
              </a:path>
            </a:pathLst>
          </a:custGeom>
          <a:blipFill>
            <a:blip r:embed="rId112">
              <a:extLst>
                <a:ext uri="{96DAC541-7B7A-43D3-8B79-37D633B846F1}">
                  <asvg:svgBlip xmlns:asvg="http://schemas.microsoft.com/office/drawing/2016/SVG/main" r:embed="rId113"/>
                </a:ext>
              </a:extLst>
            </a:blip>
            <a:stretch>
              <a:fillRect/>
            </a:stretch>
          </a:blipFill>
          <a:ln cap="sq">
            <a:noFill/>
            <a:prstDash val="solid"/>
            <a:miter/>
          </a:ln>
        </p:spPr>
      </p:sp>
      <p:sp>
        <p:nvSpPr>
          <p:cNvPr id="61" name="Freeform 61"/>
          <p:cNvSpPr/>
          <p:nvPr/>
        </p:nvSpPr>
        <p:spPr>
          <a:xfrm>
            <a:off x="11558275" y="2859095"/>
            <a:ext cx="732457" cy="558921"/>
          </a:xfrm>
          <a:custGeom>
            <a:avLst/>
            <a:gdLst/>
            <a:ahLst/>
            <a:cxnLst/>
            <a:rect l="l" t="t" r="r" b="b"/>
            <a:pathLst>
              <a:path w="732457" h="558921">
                <a:moveTo>
                  <a:pt x="0" y="0"/>
                </a:moveTo>
                <a:lnTo>
                  <a:pt x="732457" y="0"/>
                </a:lnTo>
                <a:lnTo>
                  <a:pt x="732457" y="558921"/>
                </a:lnTo>
                <a:lnTo>
                  <a:pt x="0" y="558921"/>
                </a:lnTo>
                <a:lnTo>
                  <a:pt x="0" y="0"/>
                </a:lnTo>
                <a:close/>
              </a:path>
            </a:pathLst>
          </a:custGeom>
          <a:blipFill>
            <a:blip r:embed="rId114">
              <a:extLst>
                <a:ext uri="{96DAC541-7B7A-43D3-8B79-37D633B846F1}">
                  <asvg:svgBlip xmlns:asvg="http://schemas.microsoft.com/office/drawing/2016/SVG/main" r:embed="rId115"/>
                </a:ext>
              </a:extLst>
            </a:blip>
            <a:stretch>
              <a:fillRect/>
            </a:stretch>
          </a:blipFill>
          <a:ln cap="sq">
            <a:noFill/>
            <a:prstDash val="solid"/>
            <a:miter/>
          </a:ln>
        </p:spPr>
      </p:sp>
      <p:sp>
        <p:nvSpPr>
          <p:cNvPr id="62" name="Freeform 62"/>
          <p:cNvSpPr/>
          <p:nvPr/>
        </p:nvSpPr>
        <p:spPr>
          <a:xfrm>
            <a:off x="13284982" y="6219875"/>
            <a:ext cx="804297" cy="699256"/>
          </a:xfrm>
          <a:custGeom>
            <a:avLst/>
            <a:gdLst/>
            <a:ahLst/>
            <a:cxnLst/>
            <a:rect l="l" t="t" r="r" b="b"/>
            <a:pathLst>
              <a:path w="804297" h="699256">
                <a:moveTo>
                  <a:pt x="0" y="0"/>
                </a:moveTo>
                <a:lnTo>
                  <a:pt x="804297" y="0"/>
                </a:lnTo>
                <a:lnTo>
                  <a:pt x="804297" y="699257"/>
                </a:lnTo>
                <a:lnTo>
                  <a:pt x="0" y="699257"/>
                </a:lnTo>
                <a:lnTo>
                  <a:pt x="0" y="0"/>
                </a:lnTo>
                <a:close/>
              </a:path>
            </a:pathLst>
          </a:custGeom>
          <a:blipFill>
            <a:blip r:embed="rId116">
              <a:extLst>
                <a:ext uri="{96DAC541-7B7A-43D3-8B79-37D633B846F1}">
                  <asvg:svgBlip xmlns:asvg="http://schemas.microsoft.com/office/drawing/2016/SVG/main" r:embed="rId117"/>
                </a:ext>
              </a:extLst>
            </a:blip>
            <a:stretch>
              <a:fillRect/>
            </a:stretch>
          </a:blipFill>
        </p:spPr>
      </p:sp>
      <p:sp>
        <p:nvSpPr>
          <p:cNvPr id="63" name="Freeform 63"/>
          <p:cNvSpPr/>
          <p:nvPr/>
        </p:nvSpPr>
        <p:spPr>
          <a:xfrm>
            <a:off x="11657205" y="1960634"/>
            <a:ext cx="273202" cy="573816"/>
          </a:xfrm>
          <a:custGeom>
            <a:avLst/>
            <a:gdLst/>
            <a:ahLst/>
            <a:cxnLst/>
            <a:rect l="l" t="t" r="r" b="b"/>
            <a:pathLst>
              <a:path w="273202" h="573816">
                <a:moveTo>
                  <a:pt x="0" y="0"/>
                </a:moveTo>
                <a:lnTo>
                  <a:pt x="273202" y="0"/>
                </a:lnTo>
                <a:lnTo>
                  <a:pt x="273202" y="573816"/>
                </a:lnTo>
                <a:lnTo>
                  <a:pt x="0" y="573816"/>
                </a:lnTo>
                <a:lnTo>
                  <a:pt x="0" y="0"/>
                </a:lnTo>
                <a:close/>
              </a:path>
            </a:pathLst>
          </a:custGeom>
          <a:blipFill>
            <a:blip r:embed="rId118">
              <a:extLst>
                <a:ext uri="{96DAC541-7B7A-43D3-8B79-37D633B846F1}">
                  <asvg:svgBlip xmlns:asvg="http://schemas.microsoft.com/office/drawing/2016/SVG/main" r:embed="rId119"/>
                </a:ext>
              </a:extLst>
            </a:blip>
            <a:stretch>
              <a:fillRect/>
            </a:stretch>
          </a:blipFill>
        </p:spPr>
      </p:sp>
      <p:sp>
        <p:nvSpPr>
          <p:cNvPr id="64" name="Freeform 64"/>
          <p:cNvSpPr/>
          <p:nvPr/>
        </p:nvSpPr>
        <p:spPr>
          <a:xfrm>
            <a:off x="16848602" y="7544761"/>
            <a:ext cx="662612" cy="799531"/>
          </a:xfrm>
          <a:custGeom>
            <a:avLst/>
            <a:gdLst/>
            <a:ahLst/>
            <a:cxnLst/>
            <a:rect l="l" t="t" r="r" b="b"/>
            <a:pathLst>
              <a:path w="662612" h="799531">
                <a:moveTo>
                  <a:pt x="0" y="0"/>
                </a:moveTo>
                <a:lnTo>
                  <a:pt x="662611" y="0"/>
                </a:lnTo>
                <a:lnTo>
                  <a:pt x="662611" y="799532"/>
                </a:lnTo>
                <a:lnTo>
                  <a:pt x="0" y="799532"/>
                </a:lnTo>
                <a:lnTo>
                  <a:pt x="0" y="0"/>
                </a:lnTo>
                <a:close/>
              </a:path>
            </a:pathLst>
          </a:custGeom>
          <a:blipFill>
            <a:blip r:embed="rId120">
              <a:extLst>
                <a:ext uri="{96DAC541-7B7A-43D3-8B79-37D633B846F1}">
                  <asvg:svgBlip xmlns:asvg="http://schemas.microsoft.com/office/drawing/2016/SVG/main" r:embed="rId121"/>
                </a:ext>
              </a:extLst>
            </a:blip>
            <a:stretch>
              <a:fillRect/>
            </a:stretch>
          </a:blipFill>
        </p:spPr>
      </p:sp>
      <p:sp>
        <p:nvSpPr>
          <p:cNvPr id="65" name="Freeform 65"/>
          <p:cNvSpPr/>
          <p:nvPr/>
        </p:nvSpPr>
        <p:spPr>
          <a:xfrm>
            <a:off x="10592484" y="3958130"/>
            <a:ext cx="952076" cy="371355"/>
          </a:xfrm>
          <a:custGeom>
            <a:avLst/>
            <a:gdLst/>
            <a:ahLst/>
            <a:cxnLst/>
            <a:rect l="l" t="t" r="r" b="b"/>
            <a:pathLst>
              <a:path w="952076" h="371355">
                <a:moveTo>
                  <a:pt x="0" y="0"/>
                </a:moveTo>
                <a:lnTo>
                  <a:pt x="952075" y="0"/>
                </a:lnTo>
                <a:lnTo>
                  <a:pt x="952075" y="371356"/>
                </a:lnTo>
                <a:lnTo>
                  <a:pt x="0" y="371356"/>
                </a:lnTo>
                <a:lnTo>
                  <a:pt x="0" y="0"/>
                </a:lnTo>
                <a:close/>
              </a:path>
            </a:pathLst>
          </a:custGeom>
          <a:blipFill>
            <a:blip r:embed="rId122">
              <a:extLst>
                <a:ext uri="{96DAC541-7B7A-43D3-8B79-37D633B846F1}">
                  <asvg:svgBlip xmlns:asvg="http://schemas.microsoft.com/office/drawing/2016/SVG/main" r:embed="rId123"/>
                </a:ext>
              </a:extLst>
            </a:blip>
            <a:stretch>
              <a:fillRect/>
            </a:stretch>
          </a:blipFill>
          <a:ln cap="sq">
            <a:noFill/>
            <a:prstDash val="solid"/>
            <a:miter/>
          </a:ln>
        </p:spPr>
      </p:sp>
      <p:sp>
        <p:nvSpPr>
          <p:cNvPr id="66" name="Freeform 66"/>
          <p:cNvSpPr/>
          <p:nvPr/>
        </p:nvSpPr>
        <p:spPr>
          <a:xfrm>
            <a:off x="6662747" y="4931652"/>
            <a:ext cx="647147" cy="663826"/>
          </a:xfrm>
          <a:custGeom>
            <a:avLst/>
            <a:gdLst/>
            <a:ahLst/>
            <a:cxnLst/>
            <a:rect l="l" t="t" r="r" b="b"/>
            <a:pathLst>
              <a:path w="647147" h="663826">
                <a:moveTo>
                  <a:pt x="0" y="0"/>
                </a:moveTo>
                <a:lnTo>
                  <a:pt x="647147" y="0"/>
                </a:lnTo>
                <a:lnTo>
                  <a:pt x="647147" y="663826"/>
                </a:lnTo>
                <a:lnTo>
                  <a:pt x="0" y="663826"/>
                </a:lnTo>
                <a:lnTo>
                  <a:pt x="0" y="0"/>
                </a:lnTo>
                <a:close/>
              </a:path>
            </a:pathLst>
          </a:custGeom>
          <a:blipFill>
            <a:blip r:embed="rId124">
              <a:extLst>
                <a:ext uri="{96DAC541-7B7A-43D3-8B79-37D633B846F1}">
                  <asvg:svgBlip xmlns:asvg="http://schemas.microsoft.com/office/drawing/2016/SVG/main" r:embed="rId125"/>
                </a:ext>
              </a:extLst>
            </a:blip>
            <a:stretch>
              <a:fillRect/>
            </a:stretch>
          </a:blipFill>
          <a:ln cap="sq">
            <a:noFill/>
            <a:prstDash val="solid"/>
            <a:miter/>
          </a:ln>
        </p:spPr>
      </p:sp>
      <p:sp>
        <p:nvSpPr>
          <p:cNvPr id="67" name="Freeform 67"/>
          <p:cNvSpPr/>
          <p:nvPr/>
        </p:nvSpPr>
        <p:spPr>
          <a:xfrm>
            <a:off x="6972169" y="7549606"/>
            <a:ext cx="783251" cy="789842"/>
          </a:xfrm>
          <a:custGeom>
            <a:avLst/>
            <a:gdLst/>
            <a:ahLst/>
            <a:cxnLst/>
            <a:rect l="l" t="t" r="r" b="b"/>
            <a:pathLst>
              <a:path w="783251" h="789842">
                <a:moveTo>
                  <a:pt x="0" y="0"/>
                </a:moveTo>
                <a:lnTo>
                  <a:pt x="783251" y="0"/>
                </a:lnTo>
                <a:lnTo>
                  <a:pt x="783251" y="789842"/>
                </a:lnTo>
                <a:lnTo>
                  <a:pt x="0" y="789842"/>
                </a:lnTo>
                <a:lnTo>
                  <a:pt x="0" y="0"/>
                </a:lnTo>
                <a:close/>
              </a:path>
            </a:pathLst>
          </a:custGeom>
          <a:blipFill>
            <a:blip r:embed="rId126">
              <a:extLst>
                <a:ext uri="{96DAC541-7B7A-43D3-8B79-37D633B846F1}">
                  <asvg:svgBlip xmlns:asvg="http://schemas.microsoft.com/office/drawing/2016/SVG/main" r:embed="rId127"/>
                </a:ext>
              </a:extLst>
            </a:blip>
            <a:stretch>
              <a:fillRect/>
            </a:stretch>
          </a:blipFill>
        </p:spPr>
      </p:sp>
      <p:sp>
        <p:nvSpPr>
          <p:cNvPr id="68" name="Freeform 68"/>
          <p:cNvSpPr/>
          <p:nvPr/>
        </p:nvSpPr>
        <p:spPr>
          <a:xfrm>
            <a:off x="7741503" y="912176"/>
            <a:ext cx="653385" cy="653385"/>
          </a:xfrm>
          <a:custGeom>
            <a:avLst/>
            <a:gdLst/>
            <a:ahLst/>
            <a:cxnLst/>
            <a:rect l="l" t="t" r="r" b="b"/>
            <a:pathLst>
              <a:path w="653385" h="653385">
                <a:moveTo>
                  <a:pt x="0" y="0"/>
                </a:moveTo>
                <a:lnTo>
                  <a:pt x="653384" y="0"/>
                </a:lnTo>
                <a:lnTo>
                  <a:pt x="653384" y="653385"/>
                </a:lnTo>
                <a:lnTo>
                  <a:pt x="0" y="653385"/>
                </a:lnTo>
                <a:lnTo>
                  <a:pt x="0" y="0"/>
                </a:lnTo>
                <a:close/>
              </a:path>
            </a:pathLst>
          </a:custGeom>
          <a:blipFill>
            <a:blip r:embed="rId128">
              <a:extLst>
                <a:ext uri="{96DAC541-7B7A-43D3-8B79-37D633B846F1}">
                  <asvg:svgBlip xmlns:asvg="http://schemas.microsoft.com/office/drawing/2016/SVG/main" r:embed="rId129"/>
                </a:ext>
              </a:extLst>
            </a:blip>
            <a:stretch>
              <a:fillRect/>
            </a:stretch>
          </a:blipFill>
        </p:spPr>
      </p:sp>
      <p:sp>
        <p:nvSpPr>
          <p:cNvPr id="69" name="Freeform 69"/>
          <p:cNvSpPr/>
          <p:nvPr/>
        </p:nvSpPr>
        <p:spPr>
          <a:xfrm>
            <a:off x="6768149" y="914296"/>
            <a:ext cx="620746" cy="649146"/>
          </a:xfrm>
          <a:custGeom>
            <a:avLst/>
            <a:gdLst/>
            <a:ahLst/>
            <a:cxnLst/>
            <a:rect l="l" t="t" r="r" b="b"/>
            <a:pathLst>
              <a:path w="620746" h="649146">
                <a:moveTo>
                  <a:pt x="0" y="0"/>
                </a:moveTo>
                <a:lnTo>
                  <a:pt x="620746" y="0"/>
                </a:lnTo>
                <a:lnTo>
                  <a:pt x="620746" y="649146"/>
                </a:lnTo>
                <a:lnTo>
                  <a:pt x="0" y="649146"/>
                </a:lnTo>
                <a:lnTo>
                  <a:pt x="0" y="0"/>
                </a:lnTo>
                <a:close/>
              </a:path>
            </a:pathLst>
          </a:custGeom>
          <a:blipFill>
            <a:blip r:embed="rId130">
              <a:extLst>
                <a:ext uri="{96DAC541-7B7A-43D3-8B79-37D633B846F1}">
                  <asvg:svgBlip xmlns:asvg="http://schemas.microsoft.com/office/drawing/2016/SVG/main" r:embed="rId131"/>
                </a:ext>
              </a:extLst>
            </a:blip>
            <a:stretch>
              <a:fillRect/>
            </a:stretch>
          </a:blipFill>
          <a:ln cap="sq">
            <a:noFill/>
            <a:prstDash val="solid"/>
            <a:miter/>
          </a:ln>
        </p:spPr>
      </p:sp>
      <p:sp>
        <p:nvSpPr>
          <p:cNvPr id="70" name="Freeform 70"/>
          <p:cNvSpPr/>
          <p:nvPr/>
        </p:nvSpPr>
        <p:spPr>
          <a:xfrm>
            <a:off x="5633402" y="869308"/>
            <a:ext cx="782140" cy="739122"/>
          </a:xfrm>
          <a:custGeom>
            <a:avLst/>
            <a:gdLst/>
            <a:ahLst/>
            <a:cxnLst/>
            <a:rect l="l" t="t" r="r" b="b"/>
            <a:pathLst>
              <a:path w="782140" h="739122">
                <a:moveTo>
                  <a:pt x="0" y="0"/>
                </a:moveTo>
                <a:lnTo>
                  <a:pt x="782139" y="0"/>
                </a:lnTo>
                <a:lnTo>
                  <a:pt x="782139" y="739122"/>
                </a:lnTo>
                <a:lnTo>
                  <a:pt x="0" y="739122"/>
                </a:lnTo>
                <a:lnTo>
                  <a:pt x="0" y="0"/>
                </a:lnTo>
                <a:close/>
              </a:path>
            </a:pathLst>
          </a:custGeom>
          <a:blipFill>
            <a:blip r:embed="rId132">
              <a:extLst>
                <a:ext uri="{96DAC541-7B7A-43D3-8B79-37D633B846F1}">
                  <asvg:svgBlip xmlns:asvg="http://schemas.microsoft.com/office/drawing/2016/SVG/main" r:embed="rId133"/>
                </a:ext>
              </a:extLst>
            </a:blip>
            <a:stretch>
              <a:fillRect/>
            </a:stretch>
          </a:blipFill>
          <a:ln cap="sq">
            <a:noFill/>
            <a:prstDash val="solid"/>
            <a:miter/>
          </a:ln>
        </p:spPr>
      </p:sp>
      <p:sp>
        <p:nvSpPr>
          <p:cNvPr id="71" name="Freeform 71"/>
          <p:cNvSpPr/>
          <p:nvPr/>
        </p:nvSpPr>
        <p:spPr>
          <a:xfrm>
            <a:off x="8840466" y="1958027"/>
            <a:ext cx="485984" cy="579031"/>
          </a:xfrm>
          <a:custGeom>
            <a:avLst/>
            <a:gdLst/>
            <a:ahLst/>
            <a:cxnLst/>
            <a:rect l="l" t="t" r="r" b="b"/>
            <a:pathLst>
              <a:path w="485984" h="579031">
                <a:moveTo>
                  <a:pt x="0" y="0"/>
                </a:moveTo>
                <a:lnTo>
                  <a:pt x="485984" y="0"/>
                </a:lnTo>
                <a:lnTo>
                  <a:pt x="485984" y="579030"/>
                </a:lnTo>
                <a:lnTo>
                  <a:pt x="0" y="579030"/>
                </a:lnTo>
                <a:lnTo>
                  <a:pt x="0" y="0"/>
                </a:lnTo>
                <a:close/>
              </a:path>
            </a:pathLst>
          </a:custGeom>
          <a:blipFill>
            <a:blip r:embed="rId134">
              <a:extLst>
                <a:ext uri="{96DAC541-7B7A-43D3-8B79-37D633B846F1}">
                  <asvg:svgBlip xmlns:asvg="http://schemas.microsoft.com/office/drawing/2016/SVG/main" r:embed="rId135"/>
                </a:ext>
              </a:extLst>
            </a:blip>
            <a:stretch>
              <a:fillRect/>
            </a:stretch>
          </a:blipFill>
        </p:spPr>
      </p:sp>
      <p:sp>
        <p:nvSpPr>
          <p:cNvPr id="72" name="Freeform 72"/>
          <p:cNvSpPr/>
          <p:nvPr/>
        </p:nvSpPr>
        <p:spPr>
          <a:xfrm>
            <a:off x="5638731" y="1917878"/>
            <a:ext cx="771481" cy="659327"/>
          </a:xfrm>
          <a:custGeom>
            <a:avLst/>
            <a:gdLst/>
            <a:ahLst/>
            <a:cxnLst/>
            <a:rect l="l" t="t" r="r" b="b"/>
            <a:pathLst>
              <a:path w="771481" h="659327">
                <a:moveTo>
                  <a:pt x="0" y="0"/>
                </a:moveTo>
                <a:lnTo>
                  <a:pt x="771481" y="0"/>
                </a:lnTo>
                <a:lnTo>
                  <a:pt x="771481" y="659328"/>
                </a:lnTo>
                <a:lnTo>
                  <a:pt x="0" y="659328"/>
                </a:lnTo>
                <a:lnTo>
                  <a:pt x="0" y="0"/>
                </a:lnTo>
                <a:close/>
              </a:path>
            </a:pathLst>
          </a:custGeom>
          <a:blipFill>
            <a:blip r:embed="rId136">
              <a:extLst>
                <a:ext uri="{96DAC541-7B7A-43D3-8B79-37D633B846F1}">
                  <asvg:svgBlip xmlns:asvg="http://schemas.microsoft.com/office/drawing/2016/SVG/main" r:embed="rId137"/>
                </a:ext>
              </a:extLst>
            </a:blip>
            <a:stretch>
              <a:fillRect/>
            </a:stretch>
          </a:blipFill>
        </p:spPr>
      </p:sp>
      <p:sp>
        <p:nvSpPr>
          <p:cNvPr id="73" name="Freeform 73"/>
          <p:cNvSpPr/>
          <p:nvPr/>
        </p:nvSpPr>
        <p:spPr>
          <a:xfrm>
            <a:off x="7282138" y="3817280"/>
            <a:ext cx="905450" cy="653056"/>
          </a:xfrm>
          <a:custGeom>
            <a:avLst/>
            <a:gdLst/>
            <a:ahLst/>
            <a:cxnLst/>
            <a:rect l="l" t="t" r="r" b="b"/>
            <a:pathLst>
              <a:path w="905450" h="653056">
                <a:moveTo>
                  <a:pt x="0" y="0"/>
                </a:moveTo>
                <a:lnTo>
                  <a:pt x="905450" y="0"/>
                </a:lnTo>
                <a:lnTo>
                  <a:pt x="905450" y="653056"/>
                </a:lnTo>
                <a:lnTo>
                  <a:pt x="0" y="653056"/>
                </a:lnTo>
                <a:lnTo>
                  <a:pt x="0" y="0"/>
                </a:lnTo>
                <a:close/>
              </a:path>
            </a:pathLst>
          </a:custGeom>
          <a:blipFill>
            <a:blip r:embed="rId138">
              <a:extLst>
                <a:ext uri="{96DAC541-7B7A-43D3-8B79-37D633B846F1}">
                  <asvg:svgBlip xmlns:asvg="http://schemas.microsoft.com/office/drawing/2016/SVG/main" r:embed="rId139"/>
                </a:ext>
              </a:extLst>
            </a:blip>
            <a:stretch>
              <a:fillRect/>
            </a:stretch>
          </a:blipFill>
        </p:spPr>
      </p:sp>
      <p:sp>
        <p:nvSpPr>
          <p:cNvPr id="74" name="Freeform 74"/>
          <p:cNvSpPr/>
          <p:nvPr/>
        </p:nvSpPr>
        <p:spPr>
          <a:xfrm flipH="1">
            <a:off x="15775286" y="7542882"/>
            <a:ext cx="744047" cy="803289"/>
          </a:xfrm>
          <a:custGeom>
            <a:avLst/>
            <a:gdLst/>
            <a:ahLst/>
            <a:cxnLst/>
            <a:rect l="l" t="t" r="r" b="b"/>
            <a:pathLst>
              <a:path w="744047" h="803289">
                <a:moveTo>
                  <a:pt x="744047" y="0"/>
                </a:moveTo>
                <a:lnTo>
                  <a:pt x="0" y="0"/>
                </a:lnTo>
                <a:lnTo>
                  <a:pt x="0" y="803290"/>
                </a:lnTo>
                <a:lnTo>
                  <a:pt x="744047" y="803290"/>
                </a:lnTo>
                <a:lnTo>
                  <a:pt x="744047" y="0"/>
                </a:lnTo>
                <a:close/>
              </a:path>
            </a:pathLst>
          </a:custGeom>
          <a:blipFill>
            <a:blip r:embed="rId140">
              <a:extLst>
                <a:ext uri="{96DAC541-7B7A-43D3-8B79-37D633B846F1}">
                  <asvg:svgBlip xmlns:asvg="http://schemas.microsoft.com/office/drawing/2016/SVG/main" r:embed="rId141"/>
                </a:ext>
              </a:extLst>
            </a:blip>
            <a:stretch>
              <a:fillRect/>
            </a:stretch>
          </a:blipFill>
        </p:spPr>
      </p:sp>
      <p:sp>
        <p:nvSpPr>
          <p:cNvPr id="75" name="Freeform 75"/>
          <p:cNvSpPr/>
          <p:nvPr/>
        </p:nvSpPr>
        <p:spPr>
          <a:xfrm>
            <a:off x="12035814" y="7558757"/>
            <a:ext cx="691785" cy="771540"/>
          </a:xfrm>
          <a:custGeom>
            <a:avLst/>
            <a:gdLst/>
            <a:ahLst/>
            <a:cxnLst/>
            <a:rect l="l" t="t" r="r" b="b"/>
            <a:pathLst>
              <a:path w="691785" h="771540">
                <a:moveTo>
                  <a:pt x="0" y="0"/>
                </a:moveTo>
                <a:lnTo>
                  <a:pt x="691785" y="0"/>
                </a:lnTo>
                <a:lnTo>
                  <a:pt x="691785" y="771540"/>
                </a:lnTo>
                <a:lnTo>
                  <a:pt x="0" y="771540"/>
                </a:lnTo>
                <a:lnTo>
                  <a:pt x="0" y="0"/>
                </a:lnTo>
                <a:close/>
              </a:path>
            </a:pathLst>
          </a:custGeom>
          <a:blipFill>
            <a:blip r:embed="rId142">
              <a:extLst>
                <a:ext uri="{96DAC541-7B7A-43D3-8B79-37D633B846F1}">
                  <asvg:svgBlip xmlns:asvg="http://schemas.microsoft.com/office/drawing/2016/SVG/main" r:embed="rId143"/>
                </a:ext>
              </a:extLst>
            </a:blip>
            <a:stretch>
              <a:fillRect/>
            </a:stretch>
          </a:blipFill>
        </p:spPr>
      </p:sp>
      <p:sp>
        <p:nvSpPr>
          <p:cNvPr id="76" name="Freeform 76"/>
          <p:cNvSpPr/>
          <p:nvPr/>
        </p:nvSpPr>
        <p:spPr>
          <a:xfrm>
            <a:off x="8307170" y="3999655"/>
            <a:ext cx="1053520" cy="288307"/>
          </a:xfrm>
          <a:custGeom>
            <a:avLst/>
            <a:gdLst/>
            <a:ahLst/>
            <a:cxnLst/>
            <a:rect l="l" t="t" r="r" b="b"/>
            <a:pathLst>
              <a:path w="1053520" h="288307">
                <a:moveTo>
                  <a:pt x="0" y="0"/>
                </a:moveTo>
                <a:lnTo>
                  <a:pt x="1053520" y="0"/>
                </a:lnTo>
                <a:lnTo>
                  <a:pt x="1053520" y="288306"/>
                </a:lnTo>
                <a:lnTo>
                  <a:pt x="0" y="288306"/>
                </a:lnTo>
                <a:lnTo>
                  <a:pt x="0" y="0"/>
                </a:lnTo>
                <a:close/>
              </a:path>
            </a:pathLst>
          </a:custGeom>
          <a:blipFill>
            <a:blip r:embed="rId144">
              <a:extLst>
                <a:ext uri="{96DAC541-7B7A-43D3-8B79-37D633B846F1}">
                  <asvg:svgBlip xmlns:asvg="http://schemas.microsoft.com/office/drawing/2016/SVG/main" r:embed="rId145"/>
                </a:ext>
              </a:extLst>
            </a:blip>
            <a:stretch>
              <a:fillRect/>
            </a:stretch>
          </a:blipFill>
          <a:ln cap="sq">
            <a:noFill/>
            <a:prstDash val="solid"/>
            <a:miter/>
          </a:ln>
        </p:spPr>
      </p:sp>
      <p:sp>
        <p:nvSpPr>
          <p:cNvPr id="77" name="Freeform 77"/>
          <p:cNvSpPr/>
          <p:nvPr/>
        </p:nvSpPr>
        <p:spPr>
          <a:xfrm>
            <a:off x="5677640" y="3763198"/>
            <a:ext cx="693663" cy="761221"/>
          </a:xfrm>
          <a:custGeom>
            <a:avLst/>
            <a:gdLst/>
            <a:ahLst/>
            <a:cxnLst/>
            <a:rect l="l" t="t" r="r" b="b"/>
            <a:pathLst>
              <a:path w="693663" h="761221">
                <a:moveTo>
                  <a:pt x="0" y="0"/>
                </a:moveTo>
                <a:lnTo>
                  <a:pt x="693663" y="0"/>
                </a:lnTo>
                <a:lnTo>
                  <a:pt x="693663" y="761221"/>
                </a:lnTo>
                <a:lnTo>
                  <a:pt x="0" y="761221"/>
                </a:lnTo>
                <a:lnTo>
                  <a:pt x="0" y="0"/>
                </a:lnTo>
                <a:close/>
              </a:path>
            </a:pathLst>
          </a:custGeom>
          <a:blipFill>
            <a:blip r:embed="rId146">
              <a:extLst>
                <a:ext uri="{96DAC541-7B7A-43D3-8B79-37D633B846F1}">
                  <asvg:svgBlip xmlns:asvg="http://schemas.microsoft.com/office/drawing/2016/SVG/main" r:embed="rId147"/>
                </a:ext>
              </a:extLst>
            </a:blip>
            <a:stretch>
              <a:fillRect/>
            </a:stretch>
          </a:blipFill>
          <a:ln cap="sq">
            <a:noFill/>
            <a:prstDash val="solid"/>
            <a:miter/>
          </a:ln>
        </p:spPr>
      </p:sp>
      <p:sp>
        <p:nvSpPr>
          <p:cNvPr id="78" name="Freeform 78"/>
          <p:cNvSpPr/>
          <p:nvPr/>
        </p:nvSpPr>
        <p:spPr>
          <a:xfrm>
            <a:off x="7130349" y="8713045"/>
            <a:ext cx="974525" cy="933108"/>
          </a:xfrm>
          <a:custGeom>
            <a:avLst/>
            <a:gdLst/>
            <a:ahLst/>
            <a:cxnLst/>
            <a:rect l="l" t="t" r="r" b="b"/>
            <a:pathLst>
              <a:path w="974525" h="933108">
                <a:moveTo>
                  <a:pt x="0" y="0"/>
                </a:moveTo>
                <a:lnTo>
                  <a:pt x="974525" y="0"/>
                </a:lnTo>
                <a:lnTo>
                  <a:pt x="974525" y="933108"/>
                </a:lnTo>
                <a:lnTo>
                  <a:pt x="0" y="933108"/>
                </a:lnTo>
                <a:lnTo>
                  <a:pt x="0" y="0"/>
                </a:lnTo>
                <a:close/>
              </a:path>
            </a:pathLst>
          </a:custGeom>
          <a:blipFill>
            <a:blip r:embed="rId148">
              <a:extLst>
                <a:ext uri="{96DAC541-7B7A-43D3-8B79-37D633B846F1}">
                  <asvg:svgBlip xmlns:asvg="http://schemas.microsoft.com/office/drawing/2016/SVG/main" r:embed="rId149"/>
                </a:ext>
              </a:extLst>
            </a:blip>
            <a:stretch>
              <a:fillRect/>
            </a:stretch>
          </a:blipFill>
        </p:spPr>
      </p:sp>
      <p:sp>
        <p:nvSpPr>
          <p:cNvPr id="79" name="Freeform 79"/>
          <p:cNvSpPr/>
          <p:nvPr/>
        </p:nvSpPr>
        <p:spPr>
          <a:xfrm>
            <a:off x="9440603" y="7560131"/>
            <a:ext cx="734196" cy="768791"/>
          </a:xfrm>
          <a:custGeom>
            <a:avLst/>
            <a:gdLst/>
            <a:ahLst/>
            <a:cxnLst/>
            <a:rect l="l" t="t" r="r" b="b"/>
            <a:pathLst>
              <a:path w="734196" h="768791">
                <a:moveTo>
                  <a:pt x="0" y="0"/>
                </a:moveTo>
                <a:lnTo>
                  <a:pt x="734195" y="0"/>
                </a:lnTo>
                <a:lnTo>
                  <a:pt x="734195" y="768792"/>
                </a:lnTo>
                <a:lnTo>
                  <a:pt x="0" y="768792"/>
                </a:lnTo>
                <a:lnTo>
                  <a:pt x="0" y="0"/>
                </a:lnTo>
                <a:close/>
              </a:path>
            </a:pathLst>
          </a:custGeom>
          <a:blipFill>
            <a:blip r:embed="rId150">
              <a:extLst>
                <a:ext uri="{96DAC541-7B7A-43D3-8B79-37D633B846F1}">
                  <asvg:svgBlip xmlns:asvg="http://schemas.microsoft.com/office/drawing/2016/SVG/main" r:embed="rId151"/>
                </a:ext>
              </a:extLst>
            </a:blip>
            <a:stretch>
              <a:fillRect/>
            </a:stretch>
          </a:blipFill>
        </p:spPr>
      </p:sp>
      <p:sp>
        <p:nvSpPr>
          <p:cNvPr id="80" name="Freeform 80"/>
          <p:cNvSpPr/>
          <p:nvPr/>
        </p:nvSpPr>
        <p:spPr>
          <a:xfrm>
            <a:off x="16003065" y="910358"/>
            <a:ext cx="564218" cy="657023"/>
          </a:xfrm>
          <a:custGeom>
            <a:avLst/>
            <a:gdLst/>
            <a:ahLst/>
            <a:cxnLst/>
            <a:rect l="l" t="t" r="r" b="b"/>
            <a:pathLst>
              <a:path w="564218" h="657023">
                <a:moveTo>
                  <a:pt x="0" y="0"/>
                </a:moveTo>
                <a:lnTo>
                  <a:pt x="564218" y="0"/>
                </a:lnTo>
                <a:lnTo>
                  <a:pt x="564218" y="657022"/>
                </a:lnTo>
                <a:lnTo>
                  <a:pt x="0" y="657022"/>
                </a:lnTo>
                <a:lnTo>
                  <a:pt x="0" y="0"/>
                </a:lnTo>
                <a:close/>
              </a:path>
            </a:pathLst>
          </a:custGeom>
          <a:blipFill>
            <a:blip r:embed="rId152">
              <a:extLst>
                <a:ext uri="{96DAC541-7B7A-43D3-8B79-37D633B846F1}">
                  <asvg:svgBlip xmlns:asvg="http://schemas.microsoft.com/office/drawing/2016/SVG/main" r:embed="rId153"/>
                </a:ext>
              </a:extLst>
            </a:blip>
            <a:stretch>
              <a:fillRect/>
            </a:stretch>
          </a:blipFill>
        </p:spPr>
      </p:sp>
      <p:sp>
        <p:nvSpPr>
          <p:cNvPr id="81" name="Freeform 81"/>
          <p:cNvSpPr/>
          <p:nvPr/>
        </p:nvSpPr>
        <p:spPr>
          <a:xfrm>
            <a:off x="6490885" y="3905925"/>
            <a:ext cx="671671" cy="475767"/>
          </a:xfrm>
          <a:custGeom>
            <a:avLst/>
            <a:gdLst/>
            <a:ahLst/>
            <a:cxnLst/>
            <a:rect l="l" t="t" r="r" b="b"/>
            <a:pathLst>
              <a:path w="671671" h="475767">
                <a:moveTo>
                  <a:pt x="0" y="0"/>
                </a:moveTo>
                <a:lnTo>
                  <a:pt x="671671" y="0"/>
                </a:lnTo>
                <a:lnTo>
                  <a:pt x="671671" y="475767"/>
                </a:lnTo>
                <a:lnTo>
                  <a:pt x="0" y="475767"/>
                </a:lnTo>
                <a:lnTo>
                  <a:pt x="0" y="0"/>
                </a:lnTo>
                <a:close/>
              </a:path>
            </a:pathLst>
          </a:custGeom>
          <a:blipFill>
            <a:blip r:embed="rId154">
              <a:extLst>
                <a:ext uri="{96DAC541-7B7A-43D3-8B79-37D633B846F1}">
                  <asvg:svgBlip xmlns:asvg="http://schemas.microsoft.com/office/drawing/2016/SVG/main" r:embed="rId155"/>
                </a:ext>
              </a:extLst>
            </a:blip>
            <a:stretch>
              <a:fillRect/>
            </a:stretch>
          </a:blipFill>
        </p:spPr>
      </p:sp>
      <p:sp>
        <p:nvSpPr>
          <p:cNvPr id="82" name="Freeform 82"/>
          <p:cNvSpPr/>
          <p:nvPr/>
        </p:nvSpPr>
        <p:spPr>
          <a:xfrm>
            <a:off x="13056868" y="7518729"/>
            <a:ext cx="1304674" cy="851596"/>
          </a:xfrm>
          <a:custGeom>
            <a:avLst/>
            <a:gdLst/>
            <a:ahLst/>
            <a:cxnLst/>
            <a:rect l="l" t="t" r="r" b="b"/>
            <a:pathLst>
              <a:path w="1304674" h="851596">
                <a:moveTo>
                  <a:pt x="0" y="0"/>
                </a:moveTo>
                <a:lnTo>
                  <a:pt x="1304673" y="0"/>
                </a:lnTo>
                <a:lnTo>
                  <a:pt x="1304673" y="851596"/>
                </a:lnTo>
                <a:lnTo>
                  <a:pt x="0" y="851596"/>
                </a:lnTo>
                <a:lnTo>
                  <a:pt x="0" y="0"/>
                </a:lnTo>
                <a:close/>
              </a:path>
            </a:pathLst>
          </a:custGeom>
          <a:blipFill>
            <a:blip r:embed="rId156">
              <a:extLst>
                <a:ext uri="{96DAC541-7B7A-43D3-8B79-37D633B846F1}">
                  <asvg:svgBlip xmlns:asvg="http://schemas.microsoft.com/office/drawing/2016/SVG/main" r:embed="rId157"/>
                </a:ext>
              </a:extLst>
            </a:blip>
            <a:stretch>
              <a:fillRect/>
            </a:stretch>
          </a:blipFill>
        </p:spPr>
      </p:sp>
      <p:sp>
        <p:nvSpPr>
          <p:cNvPr id="83" name="Freeform 83"/>
          <p:cNvSpPr/>
          <p:nvPr/>
        </p:nvSpPr>
        <p:spPr>
          <a:xfrm>
            <a:off x="14522745" y="6220099"/>
            <a:ext cx="698810" cy="698810"/>
          </a:xfrm>
          <a:custGeom>
            <a:avLst/>
            <a:gdLst/>
            <a:ahLst/>
            <a:cxnLst/>
            <a:rect l="l" t="t" r="r" b="b"/>
            <a:pathLst>
              <a:path w="698810" h="698810">
                <a:moveTo>
                  <a:pt x="0" y="0"/>
                </a:moveTo>
                <a:lnTo>
                  <a:pt x="698809" y="0"/>
                </a:lnTo>
                <a:lnTo>
                  <a:pt x="698809" y="698810"/>
                </a:lnTo>
                <a:lnTo>
                  <a:pt x="0" y="698810"/>
                </a:lnTo>
                <a:lnTo>
                  <a:pt x="0" y="0"/>
                </a:lnTo>
                <a:close/>
              </a:path>
            </a:pathLst>
          </a:custGeom>
          <a:blipFill>
            <a:blip r:embed="rId158">
              <a:extLst>
                <a:ext uri="{96DAC541-7B7A-43D3-8B79-37D633B846F1}">
                  <asvg:svgBlip xmlns:asvg="http://schemas.microsoft.com/office/drawing/2016/SVG/main" r:embed="rId159"/>
                </a:ext>
              </a:extLst>
            </a:blip>
            <a:stretch>
              <a:fillRect/>
            </a:stretch>
          </a:blipFill>
        </p:spPr>
      </p:sp>
      <p:sp>
        <p:nvSpPr>
          <p:cNvPr id="84" name="Freeform 84"/>
          <p:cNvSpPr/>
          <p:nvPr/>
        </p:nvSpPr>
        <p:spPr>
          <a:xfrm>
            <a:off x="12799700" y="2802103"/>
            <a:ext cx="673846" cy="672905"/>
          </a:xfrm>
          <a:custGeom>
            <a:avLst/>
            <a:gdLst/>
            <a:ahLst/>
            <a:cxnLst/>
            <a:rect l="l" t="t" r="r" b="b"/>
            <a:pathLst>
              <a:path w="673846" h="672905">
                <a:moveTo>
                  <a:pt x="0" y="0"/>
                </a:moveTo>
                <a:lnTo>
                  <a:pt x="673846" y="0"/>
                </a:lnTo>
                <a:lnTo>
                  <a:pt x="673846" y="672906"/>
                </a:lnTo>
                <a:lnTo>
                  <a:pt x="0" y="672906"/>
                </a:lnTo>
                <a:lnTo>
                  <a:pt x="0" y="0"/>
                </a:lnTo>
                <a:close/>
              </a:path>
            </a:pathLst>
          </a:custGeom>
          <a:blipFill>
            <a:blip r:embed="rId160">
              <a:extLst>
                <a:ext uri="{96DAC541-7B7A-43D3-8B79-37D633B846F1}">
                  <asvg:svgBlip xmlns:asvg="http://schemas.microsoft.com/office/drawing/2016/SVG/main" r:embed="rId161"/>
                </a:ext>
              </a:extLst>
            </a:blip>
            <a:stretch>
              <a:fillRect/>
            </a:stretch>
          </a:blipFill>
          <a:ln cap="sq">
            <a:noFill/>
            <a:prstDash val="solid"/>
            <a:miter/>
          </a:ln>
        </p:spPr>
      </p:sp>
      <p:sp>
        <p:nvSpPr>
          <p:cNvPr id="85" name="Freeform 85"/>
          <p:cNvSpPr/>
          <p:nvPr/>
        </p:nvSpPr>
        <p:spPr>
          <a:xfrm>
            <a:off x="8822598" y="2960870"/>
            <a:ext cx="924248" cy="355372"/>
          </a:xfrm>
          <a:custGeom>
            <a:avLst/>
            <a:gdLst/>
            <a:ahLst/>
            <a:cxnLst/>
            <a:rect l="l" t="t" r="r" b="b"/>
            <a:pathLst>
              <a:path w="924248" h="355372">
                <a:moveTo>
                  <a:pt x="0" y="0"/>
                </a:moveTo>
                <a:lnTo>
                  <a:pt x="924249" y="0"/>
                </a:lnTo>
                <a:lnTo>
                  <a:pt x="924249" y="355372"/>
                </a:lnTo>
                <a:lnTo>
                  <a:pt x="0" y="355372"/>
                </a:lnTo>
                <a:lnTo>
                  <a:pt x="0" y="0"/>
                </a:lnTo>
                <a:close/>
              </a:path>
            </a:pathLst>
          </a:custGeom>
          <a:blipFill>
            <a:blip r:embed="rId162">
              <a:extLst>
                <a:ext uri="{96DAC541-7B7A-43D3-8B79-37D633B846F1}">
                  <asvg:svgBlip xmlns:asvg="http://schemas.microsoft.com/office/drawing/2016/SVG/main" r:embed="rId163"/>
                </a:ext>
              </a:extLst>
            </a:blip>
            <a:stretch>
              <a:fillRect/>
            </a:stretch>
          </a:blipFill>
          <a:ln cap="sq">
            <a:noFill/>
            <a:prstDash val="solid"/>
            <a:miter/>
          </a:ln>
        </p:spPr>
      </p:sp>
      <p:sp>
        <p:nvSpPr>
          <p:cNvPr id="86" name="Freeform 86"/>
          <p:cNvSpPr/>
          <p:nvPr/>
        </p:nvSpPr>
        <p:spPr>
          <a:xfrm>
            <a:off x="9562890" y="4911894"/>
            <a:ext cx="828802" cy="703341"/>
          </a:xfrm>
          <a:custGeom>
            <a:avLst/>
            <a:gdLst/>
            <a:ahLst/>
            <a:cxnLst/>
            <a:rect l="l" t="t" r="r" b="b"/>
            <a:pathLst>
              <a:path w="828802" h="703341">
                <a:moveTo>
                  <a:pt x="0" y="0"/>
                </a:moveTo>
                <a:lnTo>
                  <a:pt x="828801" y="0"/>
                </a:lnTo>
                <a:lnTo>
                  <a:pt x="828801" y="703341"/>
                </a:lnTo>
                <a:lnTo>
                  <a:pt x="0" y="703341"/>
                </a:lnTo>
                <a:lnTo>
                  <a:pt x="0" y="0"/>
                </a:lnTo>
                <a:close/>
              </a:path>
            </a:pathLst>
          </a:custGeom>
          <a:blipFill>
            <a:blip r:embed="rId164">
              <a:extLst>
                <a:ext uri="{96DAC541-7B7A-43D3-8B79-37D633B846F1}">
                  <asvg:svgBlip xmlns:asvg="http://schemas.microsoft.com/office/drawing/2016/SVG/main" r:embed="rId165"/>
                </a:ext>
              </a:extLst>
            </a:blip>
            <a:stretch>
              <a:fillRect/>
            </a:stretch>
          </a:blipFill>
          <a:ln cap="sq">
            <a:noFill/>
            <a:prstDash val="solid"/>
            <a:miter/>
          </a:ln>
        </p:spPr>
      </p:sp>
      <p:sp>
        <p:nvSpPr>
          <p:cNvPr id="87" name="Freeform 87"/>
          <p:cNvSpPr/>
          <p:nvPr/>
        </p:nvSpPr>
        <p:spPr>
          <a:xfrm>
            <a:off x="16919890" y="925595"/>
            <a:ext cx="520034" cy="626548"/>
          </a:xfrm>
          <a:custGeom>
            <a:avLst/>
            <a:gdLst/>
            <a:ahLst/>
            <a:cxnLst/>
            <a:rect l="l" t="t" r="r" b="b"/>
            <a:pathLst>
              <a:path w="520034" h="626548">
                <a:moveTo>
                  <a:pt x="0" y="0"/>
                </a:moveTo>
                <a:lnTo>
                  <a:pt x="520035" y="0"/>
                </a:lnTo>
                <a:lnTo>
                  <a:pt x="520035" y="626548"/>
                </a:lnTo>
                <a:lnTo>
                  <a:pt x="0" y="626548"/>
                </a:lnTo>
                <a:lnTo>
                  <a:pt x="0" y="0"/>
                </a:lnTo>
                <a:close/>
              </a:path>
            </a:pathLst>
          </a:custGeom>
          <a:blipFill>
            <a:blip r:embed="rId166">
              <a:extLst>
                <a:ext uri="{96DAC541-7B7A-43D3-8B79-37D633B846F1}">
                  <asvg:svgBlip xmlns:asvg="http://schemas.microsoft.com/office/drawing/2016/SVG/main" r:embed="rId167"/>
                </a:ext>
              </a:extLst>
            </a:blip>
            <a:stretch>
              <a:fillRect/>
            </a:stretch>
          </a:blipFill>
          <a:ln cap="sq">
            <a:noFill/>
            <a:prstDash val="solid"/>
            <a:miter/>
          </a:ln>
        </p:spPr>
      </p:sp>
      <p:sp>
        <p:nvSpPr>
          <p:cNvPr id="88" name="Freeform 88"/>
          <p:cNvSpPr/>
          <p:nvPr/>
        </p:nvSpPr>
        <p:spPr>
          <a:xfrm>
            <a:off x="14690810" y="7493044"/>
            <a:ext cx="755208" cy="902966"/>
          </a:xfrm>
          <a:custGeom>
            <a:avLst/>
            <a:gdLst/>
            <a:ahLst/>
            <a:cxnLst/>
            <a:rect l="l" t="t" r="r" b="b"/>
            <a:pathLst>
              <a:path w="755208" h="902966">
                <a:moveTo>
                  <a:pt x="0" y="0"/>
                </a:moveTo>
                <a:lnTo>
                  <a:pt x="755208" y="0"/>
                </a:lnTo>
                <a:lnTo>
                  <a:pt x="755208" y="902966"/>
                </a:lnTo>
                <a:lnTo>
                  <a:pt x="0" y="902966"/>
                </a:lnTo>
                <a:lnTo>
                  <a:pt x="0" y="0"/>
                </a:lnTo>
                <a:close/>
              </a:path>
            </a:pathLst>
          </a:custGeom>
          <a:blipFill>
            <a:blip r:embed="rId168">
              <a:extLst>
                <a:ext uri="{96DAC541-7B7A-43D3-8B79-37D633B846F1}">
                  <asvg:svgBlip xmlns:asvg="http://schemas.microsoft.com/office/drawing/2016/SVG/main" r:embed="rId169"/>
                </a:ext>
              </a:extLst>
            </a:blip>
            <a:stretch>
              <a:fillRect/>
            </a:stretch>
          </a:blipFill>
        </p:spPr>
      </p:sp>
      <p:sp>
        <p:nvSpPr>
          <p:cNvPr id="89" name="Freeform 89"/>
          <p:cNvSpPr/>
          <p:nvPr/>
        </p:nvSpPr>
        <p:spPr>
          <a:xfrm>
            <a:off x="13240999" y="8686202"/>
            <a:ext cx="1247670" cy="986793"/>
          </a:xfrm>
          <a:custGeom>
            <a:avLst/>
            <a:gdLst/>
            <a:ahLst/>
            <a:cxnLst/>
            <a:rect l="l" t="t" r="r" b="b"/>
            <a:pathLst>
              <a:path w="1247670" h="986793">
                <a:moveTo>
                  <a:pt x="0" y="0"/>
                </a:moveTo>
                <a:lnTo>
                  <a:pt x="1247669" y="0"/>
                </a:lnTo>
                <a:lnTo>
                  <a:pt x="1247669" y="986794"/>
                </a:lnTo>
                <a:lnTo>
                  <a:pt x="0" y="986794"/>
                </a:lnTo>
                <a:lnTo>
                  <a:pt x="0" y="0"/>
                </a:lnTo>
                <a:close/>
              </a:path>
            </a:pathLst>
          </a:custGeom>
          <a:blipFill>
            <a:blip r:embed="rId170">
              <a:extLst>
                <a:ext uri="{96DAC541-7B7A-43D3-8B79-37D633B846F1}">
                  <asvg:svgBlip xmlns:asvg="http://schemas.microsoft.com/office/drawing/2016/SVG/main" r:embed="rId171"/>
                </a:ext>
              </a:extLst>
            </a:blip>
            <a:stretch>
              <a:fillRect/>
            </a:stretch>
          </a:blipFill>
        </p:spPr>
      </p:sp>
      <p:sp>
        <p:nvSpPr>
          <p:cNvPr id="90" name="Freeform 90"/>
          <p:cNvSpPr/>
          <p:nvPr/>
        </p:nvSpPr>
        <p:spPr>
          <a:xfrm>
            <a:off x="8712626" y="8856583"/>
            <a:ext cx="630762" cy="646032"/>
          </a:xfrm>
          <a:custGeom>
            <a:avLst/>
            <a:gdLst/>
            <a:ahLst/>
            <a:cxnLst/>
            <a:rect l="l" t="t" r="r" b="b"/>
            <a:pathLst>
              <a:path w="630762" h="646032">
                <a:moveTo>
                  <a:pt x="0" y="0"/>
                </a:moveTo>
                <a:lnTo>
                  <a:pt x="630763" y="0"/>
                </a:lnTo>
                <a:lnTo>
                  <a:pt x="630763" y="646032"/>
                </a:lnTo>
                <a:lnTo>
                  <a:pt x="0" y="646032"/>
                </a:lnTo>
                <a:lnTo>
                  <a:pt x="0" y="0"/>
                </a:lnTo>
                <a:close/>
              </a:path>
            </a:pathLst>
          </a:custGeom>
          <a:blipFill>
            <a:blip r:embed="rId172">
              <a:extLst>
                <a:ext uri="{96DAC541-7B7A-43D3-8B79-37D633B846F1}">
                  <asvg:svgBlip xmlns:asvg="http://schemas.microsoft.com/office/drawing/2016/SVG/main" r:embed="rId173"/>
                </a:ext>
              </a:extLst>
            </a:blip>
            <a:stretch>
              <a:fillRect/>
            </a:stretch>
          </a:blipFill>
        </p:spPr>
      </p:sp>
      <p:sp>
        <p:nvSpPr>
          <p:cNvPr id="91" name="Freeform 91"/>
          <p:cNvSpPr/>
          <p:nvPr/>
        </p:nvSpPr>
        <p:spPr>
          <a:xfrm>
            <a:off x="8084688" y="7417366"/>
            <a:ext cx="1026646" cy="1054322"/>
          </a:xfrm>
          <a:custGeom>
            <a:avLst/>
            <a:gdLst/>
            <a:ahLst/>
            <a:cxnLst/>
            <a:rect l="l" t="t" r="r" b="b"/>
            <a:pathLst>
              <a:path w="1026646" h="1054322">
                <a:moveTo>
                  <a:pt x="0" y="0"/>
                </a:moveTo>
                <a:lnTo>
                  <a:pt x="1026646" y="0"/>
                </a:lnTo>
                <a:lnTo>
                  <a:pt x="1026646" y="1054322"/>
                </a:lnTo>
                <a:lnTo>
                  <a:pt x="0" y="1054322"/>
                </a:lnTo>
                <a:lnTo>
                  <a:pt x="0" y="0"/>
                </a:lnTo>
                <a:close/>
              </a:path>
            </a:pathLst>
          </a:custGeom>
          <a:blipFill>
            <a:blip r:embed="rId174">
              <a:extLst>
                <a:ext uri="{96DAC541-7B7A-43D3-8B79-37D633B846F1}">
                  <asvg:svgBlip xmlns:asvg="http://schemas.microsoft.com/office/drawing/2016/SVG/main" r:embed="rId175"/>
                </a:ext>
              </a:extLst>
            </a:blip>
            <a:stretch>
              <a:fillRect/>
            </a:stretch>
          </a:blipFill>
        </p:spPr>
      </p:sp>
      <p:sp>
        <p:nvSpPr>
          <p:cNvPr id="92" name="Freeform 92"/>
          <p:cNvSpPr/>
          <p:nvPr/>
        </p:nvSpPr>
        <p:spPr>
          <a:xfrm>
            <a:off x="5406044" y="7454282"/>
            <a:ext cx="1236856" cy="980490"/>
          </a:xfrm>
          <a:custGeom>
            <a:avLst/>
            <a:gdLst/>
            <a:ahLst/>
            <a:cxnLst/>
            <a:rect l="l" t="t" r="r" b="b"/>
            <a:pathLst>
              <a:path w="1236856" h="980490">
                <a:moveTo>
                  <a:pt x="0" y="0"/>
                </a:moveTo>
                <a:lnTo>
                  <a:pt x="1236856" y="0"/>
                </a:lnTo>
                <a:lnTo>
                  <a:pt x="1236856" y="980490"/>
                </a:lnTo>
                <a:lnTo>
                  <a:pt x="0" y="980490"/>
                </a:lnTo>
                <a:lnTo>
                  <a:pt x="0" y="0"/>
                </a:lnTo>
                <a:close/>
              </a:path>
            </a:pathLst>
          </a:custGeom>
          <a:blipFill>
            <a:blip r:embed="rId176">
              <a:extLst>
                <a:ext uri="{96DAC541-7B7A-43D3-8B79-37D633B846F1}">
                  <asvg:svgBlip xmlns:asvg="http://schemas.microsoft.com/office/drawing/2016/SVG/main" r:embed="rId177"/>
                </a:ext>
              </a:extLst>
            </a:blip>
            <a:stretch>
              <a:fillRect/>
            </a:stretch>
          </a:blipFill>
          <a:ln cap="sq">
            <a:noFill/>
            <a:prstDash val="solid"/>
            <a:miter/>
          </a:ln>
        </p:spPr>
      </p:sp>
      <p:sp>
        <p:nvSpPr>
          <p:cNvPr id="93" name="Freeform 93"/>
          <p:cNvSpPr/>
          <p:nvPr/>
        </p:nvSpPr>
        <p:spPr>
          <a:xfrm>
            <a:off x="10504067" y="7482324"/>
            <a:ext cx="1202478" cy="924405"/>
          </a:xfrm>
          <a:custGeom>
            <a:avLst/>
            <a:gdLst/>
            <a:ahLst/>
            <a:cxnLst/>
            <a:rect l="l" t="t" r="r" b="b"/>
            <a:pathLst>
              <a:path w="1202478" h="924405">
                <a:moveTo>
                  <a:pt x="0" y="0"/>
                </a:moveTo>
                <a:lnTo>
                  <a:pt x="1202478" y="0"/>
                </a:lnTo>
                <a:lnTo>
                  <a:pt x="1202478" y="924406"/>
                </a:lnTo>
                <a:lnTo>
                  <a:pt x="0" y="924406"/>
                </a:lnTo>
                <a:lnTo>
                  <a:pt x="0" y="0"/>
                </a:lnTo>
                <a:close/>
              </a:path>
            </a:pathLst>
          </a:custGeom>
          <a:blipFill>
            <a:blip r:embed="rId178">
              <a:extLst>
                <a:ext uri="{96DAC541-7B7A-43D3-8B79-37D633B846F1}">
                  <asvg:svgBlip xmlns:asvg="http://schemas.microsoft.com/office/drawing/2016/SVG/main" r:embed="rId179"/>
                </a:ext>
              </a:extLst>
            </a:blip>
            <a:stretch>
              <a:fillRect/>
            </a:stretch>
          </a:blipFill>
        </p:spPr>
      </p:sp>
      <p:sp>
        <p:nvSpPr>
          <p:cNvPr id="94" name="Freeform 94"/>
          <p:cNvSpPr/>
          <p:nvPr/>
        </p:nvSpPr>
        <p:spPr>
          <a:xfrm>
            <a:off x="5526347" y="8700154"/>
            <a:ext cx="996249" cy="958889"/>
          </a:xfrm>
          <a:custGeom>
            <a:avLst/>
            <a:gdLst/>
            <a:ahLst/>
            <a:cxnLst/>
            <a:rect l="l" t="t" r="r" b="b"/>
            <a:pathLst>
              <a:path w="996249" h="958889">
                <a:moveTo>
                  <a:pt x="0" y="0"/>
                </a:moveTo>
                <a:lnTo>
                  <a:pt x="996249" y="0"/>
                </a:lnTo>
                <a:lnTo>
                  <a:pt x="996249" y="958890"/>
                </a:lnTo>
                <a:lnTo>
                  <a:pt x="0" y="958890"/>
                </a:lnTo>
                <a:lnTo>
                  <a:pt x="0" y="0"/>
                </a:lnTo>
                <a:close/>
              </a:path>
            </a:pathLst>
          </a:custGeom>
          <a:blipFill>
            <a:blip r:embed="rId180">
              <a:extLst>
                <a:ext uri="{96DAC541-7B7A-43D3-8B79-37D633B846F1}">
                  <asvg:svgBlip xmlns:asvg="http://schemas.microsoft.com/office/drawing/2016/SVG/main" r:embed="rId181"/>
                </a:ext>
              </a:extLst>
            </a:blip>
            <a:stretch>
              <a:fillRect/>
            </a:stretch>
          </a:blipFill>
        </p:spPr>
      </p:sp>
      <p:sp>
        <p:nvSpPr>
          <p:cNvPr id="95" name="Freeform 95"/>
          <p:cNvSpPr/>
          <p:nvPr/>
        </p:nvSpPr>
        <p:spPr>
          <a:xfrm>
            <a:off x="16531611" y="8718498"/>
            <a:ext cx="1296593" cy="922202"/>
          </a:xfrm>
          <a:custGeom>
            <a:avLst/>
            <a:gdLst/>
            <a:ahLst/>
            <a:cxnLst/>
            <a:rect l="l" t="t" r="r" b="b"/>
            <a:pathLst>
              <a:path w="1296593" h="922202">
                <a:moveTo>
                  <a:pt x="0" y="0"/>
                </a:moveTo>
                <a:lnTo>
                  <a:pt x="1296593" y="0"/>
                </a:lnTo>
                <a:lnTo>
                  <a:pt x="1296593" y="922202"/>
                </a:lnTo>
                <a:lnTo>
                  <a:pt x="0" y="922202"/>
                </a:lnTo>
                <a:lnTo>
                  <a:pt x="0" y="0"/>
                </a:lnTo>
                <a:close/>
              </a:path>
            </a:pathLst>
          </a:custGeom>
          <a:blipFill>
            <a:blip r:embed="rId182">
              <a:extLst>
                <a:ext uri="{96DAC541-7B7A-43D3-8B79-37D633B846F1}">
                  <asvg:svgBlip xmlns:asvg="http://schemas.microsoft.com/office/drawing/2016/SVG/main" r:embed="rId183"/>
                </a:ext>
              </a:extLst>
            </a:blip>
            <a:stretch>
              <a:fillRect/>
            </a:stretch>
          </a:blipFill>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3579692" y="891072"/>
            <a:ext cx="2462371" cy="1692321"/>
          </a:xfrm>
          <a:custGeom>
            <a:avLst/>
            <a:gdLst/>
            <a:ahLst/>
            <a:cxnLst/>
            <a:rect l="l" t="t" r="r" b="b"/>
            <a:pathLst>
              <a:path w="2462371" h="1692321">
                <a:moveTo>
                  <a:pt x="0" y="0"/>
                </a:moveTo>
                <a:lnTo>
                  <a:pt x="2462371" y="0"/>
                </a:lnTo>
                <a:lnTo>
                  <a:pt x="2462371" y="1692320"/>
                </a:lnTo>
                <a:lnTo>
                  <a:pt x="0" y="169232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619223" y="6958755"/>
            <a:ext cx="1441529" cy="2493211"/>
          </a:xfrm>
          <a:custGeom>
            <a:avLst/>
            <a:gdLst/>
            <a:ahLst/>
            <a:cxnLst/>
            <a:rect l="l" t="t" r="r" b="b"/>
            <a:pathLst>
              <a:path w="1441529" h="2493211">
                <a:moveTo>
                  <a:pt x="0" y="0"/>
                </a:moveTo>
                <a:lnTo>
                  <a:pt x="1441529" y="0"/>
                </a:lnTo>
                <a:lnTo>
                  <a:pt x="1441529" y="2493211"/>
                </a:lnTo>
                <a:lnTo>
                  <a:pt x="0" y="2493211"/>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rot="-5400000" flipH="1">
            <a:off x="13551993" y="490476"/>
            <a:ext cx="1804396" cy="2493512"/>
          </a:xfrm>
          <a:custGeom>
            <a:avLst/>
            <a:gdLst/>
            <a:ahLst/>
            <a:cxnLst/>
            <a:rect l="l" t="t" r="r" b="b"/>
            <a:pathLst>
              <a:path w="1804396" h="2493512">
                <a:moveTo>
                  <a:pt x="1804396" y="0"/>
                </a:moveTo>
                <a:lnTo>
                  <a:pt x="0" y="0"/>
                </a:lnTo>
                <a:lnTo>
                  <a:pt x="0" y="2493512"/>
                </a:lnTo>
                <a:lnTo>
                  <a:pt x="1804396" y="2493512"/>
                </a:lnTo>
                <a:lnTo>
                  <a:pt x="1804396"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6" name="Freeform 6"/>
          <p:cNvSpPr/>
          <p:nvPr/>
        </p:nvSpPr>
        <p:spPr>
          <a:xfrm flipH="1">
            <a:off x="16461051" y="890129"/>
            <a:ext cx="1327642" cy="1694207"/>
          </a:xfrm>
          <a:custGeom>
            <a:avLst/>
            <a:gdLst/>
            <a:ahLst/>
            <a:cxnLst/>
            <a:rect l="l" t="t" r="r" b="b"/>
            <a:pathLst>
              <a:path w="1327642" h="1694207">
                <a:moveTo>
                  <a:pt x="1327643" y="0"/>
                </a:moveTo>
                <a:lnTo>
                  <a:pt x="0" y="0"/>
                </a:lnTo>
                <a:lnTo>
                  <a:pt x="0" y="1694207"/>
                </a:lnTo>
                <a:lnTo>
                  <a:pt x="1327643" y="1694207"/>
                </a:lnTo>
                <a:lnTo>
                  <a:pt x="1327643"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7" name="Freeform 7"/>
          <p:cNvSpPr/>
          <p:nvPr/>
        </p:nvSpPr>
        <p:spPr>
          <a:xfrm>
            <a:off x="3572168" y="3173084"/>
            <a:ext cx="2501810" cy="1632999"/>
          </a:xfrm>
          <a:custGeom>
            <a:avLst/>
            <a:gdLst/>
            <a:ahLst/>
            <a:cxnLst/>
            <a:rect l="l" t="t" r="r" b="b"/>
            <a:pathLst>
              <a:path w="2501810" h="1632999">
                <a:moveTo>
                  <a:pt x="0" y="0"/>
                </a:moveTo>
                <a:lnTo>
                  <a:pt x="2501810" y="0"/>
                </a:lnTo>
                <a:lnTo>
                  <a:pt x="2501810" y="1632999"/>
                </a:lnTo>
                <a:lnTo>
                  <a:pt x="0" y="1632999"/>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8" name="Freeform 8"/>
          <p:cNvSpPr/>
          <p:nvPr/>
        </p:nvSpPr>
        <p:spPr>
          <a:xfrm>
            <a:off x="503520" y="3191132"/>
            <a:ext cx="2744678" cy="1596904"/>
          </a:xfrm>
          <a:custGeom>
            <a:avLst/>
            <a:gdLst/>
            <a:ahLst/>
            <a:cxnLst/>
            <a:rect l="l" t="t" r="r" b="b"/>
            <a:pathLst>
              <a:path w="2744678" h="1596904">
                <a:moveTo>
                  <a:pt x="0" y="0"/>
                </a:moveTo>
                <a:lnTo>
                  <a:pt x="2744678" y="0"/>
                </a:lnTo>
                <a:lnTo>
                  <a:pt x="2744678" y="1596903"/>
                </a:lnTo>
                <a:lnTo>
                  <a:pt x="0" y="1596903"/>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9" name="Freeform 9"/>
          <p:cNvSpPr/>
          <p:nvPr/>
        </p:nvSpPr>
        <p:spPr>
          <a:xfrm>
            <a:off x="11508215" y="3442806"/>
            <a:ext cx="2758967" cy="1093554"/>
          </a:xfrm>
          <a:custGeom>
            <a:avLst/>
            <a:gdLst/>
            <a:ahLst/>
            <a:cxnLst/>
            <a:rect l="l" t="t" r="r" b="b"/>
            <a:pathLst>
              <a:path w="2758967" h="1093554">
                <a:moveTo>
                  <a:pt x="0" y="0"/>
                </a:moveTo>
                <a:lnTo>
                  <a:pt x="2758967" y="0"/>
                </a:lnTo>
                <a:lnTo>
                  <a:pt x="2758967" y="1093555"/>
                </a:lnTo>
                <a:lnTo>
                  <a:pt x="0" y="1093555"/>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10" name="Freeform 10"/>
          <p:cNvSpPr/>
          <p:nvPr/>
        </p:nvSpPr>
        <p:spPr>
          <a:xfrm rot="5400000">
            <a:off x="14772234" y="3152653"/>
            <a:ext cx="1311698" cy="1673861"/>
          </a:xfrm>
          <a:custGeom>
            <a:avLst/>
            <a:gdLst/>
            <a:ahLst/>
            <a:cxnLst/>
            <a:rect l="l" t="t" r="r" b="b"/>
            <a:pathLst>
              <a:path w="1311698" h="1673861">
                <a:moveTo>
                  <a:pt x="0" y="0"/>
                </a:moveTo>
                <a:lnTo>
                  <a:pt x="1311698" y="0"/>
                </a:lnTo>
                <a:lnTo>
                  <a:pt x="1311698" y="1673861"/>
                </a:lnTo>
                <a:lnTo>
                  <a:pt x="0" y="1673861"/>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sp>
        <p:nvSpPr>
          <p:cNvPr id="11" name="Freeform 11"/>
          <p:cNvSpPr/>
          <p:nvPr/>
        </p:nvSpPr>
        <p:spPr>
          <a:xfrm>
            <a:off x="2975309" y="7048747"/>
            <a:ext cx="1345878" cy="2313227"/>
          </a:xfrm>
          <a:custGeom>
            <a:avLst/>
            <a:gdLst/>
            <a:ahLst/>
            <a:cxnLst/>
            <a:rect l="l" t="t" r="r" b="b"/>
            <a:pathLst>
              <a:path w="1345878" h="2313227">
                <a:moveTo>
                  <a:pt x="0" y="0"/>
                </a:moveTo>
                <a:lnTo>
                  <a:pt x="1345878" y="0"/>
                </a:lnTo>
                <a:lnTo>
                  <a:pt x="1345878" y="2313227"/>
                </a:lnTo>
                <a:lnTo>
                  <a:pt x="0" y="2313227"/>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sp>
      <p:sp>
        <p:nvSpPr>
          <p:cNvPr id="12" name="Freeform 12"/>
          <p:cNvSpPr/>
          <p:nvPr/>
        </p:nvSpPr>
        <p:spPr>
          <a:xfrm>
            <a:off x="11708734" y="7123223"/>
            <a:ext cx="1538603" cy="2164275"/>
          </a:xfrm>
          <a:custGeom>
            <a:avLst/>
            <a:gdLst/>
            <a:ahLst/>
            <a:cxnLst/>
            <a:rect l="l" t="t" r="r" b="b"/>
            <a:pathLst>
              <a:path w="1538603" h="2164275">
                <a:moveTo>
                  <a:pt x="0" y="0"/>
                </a:moveTo>
                <a:lnTo>
                  <a:pt x="1538602" y="0"/>
                </a:lnTo>
                <a:lnTo>
                  <a:pt x="1538602" y="2164275"/>
                </a:lnTo>
                <a:lnTo>
                  <a:pt x="0" y="2164275"/>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sp>
      <p:sp>
        <p:nvSpPr>
          <p:cNvPr id="13" name="Freeform 13"/>
          <p:cNvSpPr/>
          <p:nvPr/>
        </p:nvSpPr>
        <p:spPr>
          <a:xfrm>
            <a:off x="6397948" y="3119451"/>
            <a:ext cx="2666144" cy="1740265"/>
          </a:xfrm>
          <a:custGeom>
            <a:avLst/>
            <a:gdLst/>
            <a:ahLst/>
            <a:cxnLst/>
            <a:rect l="l" t="t" r="r" b="b"/>
            <a:pathLst>
              <a:path w="2666144" h="1740265">
                <a:moveTo>
                  <a:pt x="0" y="0"/>
                </a:moveTo>
                <a:lnTo>
                  <a:pt x="2666144" y="0"/>
                </a:lnTo>
                <a:lnTo>
                  <a:pt x="2666144" y="1740265"/>
                </a:lnTo>
                <a:lnTo>
                  <a:pt x="0" y="1740265"/>
                </a:lnTo>
                <a:lnTo>
                  <a:pt x="0" y="0"/>
                </a:lnTo>
                <a:close/>
              </a:path>
            </a:pathLst>
          </a:custGeom>
          <a:blipFill>
            <a:blip r:embed="rId24">
              <a:extLst>
                <a:ext uri="{96DAC541-7B7A-43D3-8B79-37D633B846F1}">
                  <asvg:svgBlip xmlns:asvg="http://schemas.microsoft.com/office/drawing/2016/SVG/main" r:embed="rId25"/>
                </a:ext>
              </a:extLst>
            </a:blip>
            <a:stretch>
              <a:fillRect/>
            </a:stretch>
          </a:blipFill>
        </p:spPr>
      </p:sp>
      <p:sp>
        <p:nvSpPr>
          <p:cNvPr id="14" name="Freeform 14"/>
          <p:cNvSpPr/>
          <p:nvPr/>
        </p:nvSpPr>
        <p:spPr>
          <a:xfrm>
            <a:off x="10229338" y="975049"/>
            <a:ext cx="2217992" cy="1524366"/>
          </a:xfrm>
          <a:custGeom>
            <a:avLst/>
            <a:gdLst/>
            <a:ahLst/>
            <a:cxnLst/>
            <a:rect l="l" t="t" r="r" b="b"/>
            <a:pathLst>
              <a:path w="2217992" h="1524366">
                <a:moveTo>
                  <a:pt x="0" y="0"/>
                </a:moveTo>
                <a:lnTo>
                  <a:pt x="2217992" y="0"/>
                </a:lnTo>
                <a:lnTo>
                  <a:pt x="2217992" y="1524366"/>
                </a:lnTo>
                <a:lnTo>
                  <a:pt x="0" y="1524366"/>
                </a:lnTo>
                <a:lnTo>
                  <a:pt x="0" y="0"/>
                </a:lnTo>
                <a:close/>
              </a:path>
            </a:pathLst>
          </a:custGeom>
          <a:blipFill>
            <a:blip r:embed="rId26">
              <a:extLst>
                <a:ext uri="{96DAC541-7B7A-43D3-8B79-37D633B846F1}">
                  <asvg:svgBlip xmlns:asvg="http://schemas.microsoft.com/office/drawing/2016/SVG/main" r:embed="rId27"/>
                </a:ext>
              </a:extLst>
            </a:blip>
            <a:stretch>
              <a:fillRect/>
            </a:stretch>
          </a:blipFill>
        </p:spPr>
      </p:sp>
      <p:sp>
        <p:nvSpPr>
          <p:cNvPr id="15" name="Freeform 15"/>
          <p:cNvSpPr/>
          <p:nvPr/>
        </p:nvSpPr>
        <p:spPr>
          <a:xfrm>
            <a:off x="16588983" y="3387470"/>
            <a:ext cx="1199711" cy="1204227"/>
          </a:xfrm>
          <a:custGeom>
            <a:avLst/>
            <a:gdLst/>
            <a:ahLst/>
            <a:cxnLst/>
            <a:rect l="l" t="t" r="r" b="b"/>
            <a:pathLst>
              <a:path w="1199711" h="1204227">
                <a:moveTo>
                  <a:pt x="0" y="0"/>
                </a:moveTo>
                <a:lnTo>
                  <a:pt x="1199711" y="0"/>
                </a:lnTo>
                <a:lnTo>
                  <a:pt x="1199711" y="1204227"/>
                </a:lnTo>
                <a:lnTo>
                  <a:pt x="0" y="1204227"/>
                </a:lnTo>
                <a:lnTo>
                  <a:pt x="0" y="0"/>
                </a:lnTo>
                <a:close/>
              </a:path>
            </a:pathLst>
          </a:custGeom>
          <a:blipFill>
            <a:blip r:embed="rId28">
              <a:extLst>
                <a:ext uri="{96DAC541-7B7A-43D3-8B79-37D633B846F1}">
                  <asvg:svgBlip xmlns:asvg="http://schemas.microsoft.com/office/drawing/2016/SVG/main" r:embed="rId29"/>
                </a:ext>
              </a:extLst>
            </a:blip>
            <a:stretch>
              <a:fillRect/>
            </a:stretch>
          </a:blipFill>
        </p:spPr>
      </p:sp>
      <p:sp>
        <p:nvSpPr>
          <p:cNvPr id="16" name="Freeform 16"/>
          <p:cNvSpPr/>
          <p:nvPr/>
        </p:nvSpPr>
        <p:spPr>
          <a:xfrm>
            <a:off x="463670" y="968346"/>
            <a:ext cx="2355918" cy="1537772"/>
          </a:xfrm>
          <a:custGeom>
            <a:avLst/>
            <a:gdLst/>
            <a:ahLst/>
            <a:cxnLst/>
            <a:rect l="l" t="t" r="r" b="b"/>
            <a:pathLst>
              <a:path w="2355918" h="1537772">
                <a:moveTo>
                  <a:pt x="0" y="0"/>
                </a:moveTo>
                <a:lnTo>
                  <a:pt x="2355917" y="0"/>
                </a:lnTo>
                <a:lnTo>
                  <a:pt x="2355917" y="1537772"/>
                </a:lnTo>
                <a:lnTo>
                  <a:pt x="0" y="1537772"/>
                </a:lnTo>
                <a:lnTo>
                  <a:pt x="0" y="0"/>
                </a:lnTo>
                <a:close/>
              </a:path>
            </a:pathLst>
          </a:custGeom>
          <a:blipFill>
            <a:blip r:embed="rId30">
              <a:extLst>
                <a:ext uri="{96DAC541-7B7A-43D3-8B79-37D633B846F1}">
                  <asvg:svgBlip xmlns:asvg="http://schemas.microsoft.com/office/drawing/2016/SVG/main" r:embed="rId31"/>
                </a:ext>
              </a:extLst>
            </a:blip>
            <a:stretch>
              <a:fillRect/>
            </a:stretch>
          </a:blipFill>
        </p:spPr>
      </p:sp>
      <p:sp>
        <p:nvSpPr>
          <p:cNvPr id="17" name="Freeform 17"/>
          <p:cNvSpPr/>
          <p:nvPr/>
        </p:nvSpPr>
        <p:spPr>
          <a:xfrm>
            <a:off x="6802167" y="1014700"/>
            <a:ext cx="2667066" cy="1445065"/>
          </a:xfrm>
          <a:custGeom>
            <a:avLst/>
            <a:gdLst/>
            <a:ahLst/>
            <a:cxnLst/>
            <a:rect l="l" t="t" r="r" b="b"/>
            <a:pathLst>
              <a:path w="2667066" h="1445065">
                <a:moveTo>
                  <a:pt x="0" y="0"/>
                </a:moveTo>
                <a:lnTo>
                  <a:pt x="2667066" y="0"/>
                </a:lnTo>
                <a:lnTo>
                  <a:pt x="2667066" y="1445065"/>
                </a:lnTo>
                <a:lnTo>
                  <a:pt x="0" y="1445065"/>
                </a:lnTo>
                <a:lnTo>
                  <a:pt x="0" y="0"/>
                </a:lnTo>
                <a:close/>
              </a:path>
            </a:pathLst>
          </a:custGeom>
          <a:blipFill>
            <a:blip r:embed="rId32">
              <a:extLst>
                <a:ext uri="{96DAC541-7B7A-43D3-8B79-37D633B846F1}">
                  <asvg:svgBlip xmlns:asvg="http://schemas.microsoft.com/office/drawing/2016/SVG/main" r:embed="rId33"/>
                </a:ext>
              </a:extLst>
            </a:blip>
            <a:stretch>
              <a:fillRect/>
            </a:stretch>
          </a:blipFill>
        </p:spPr>
      </p:sp>
      <p:sp>
        <p:nvSpPr>
          <p:cNvPr id="18" name="Freeform 18"/>
          <p:cNvSpPr/>
          <p:nvPr/>
        </p:nvSpPr>
        <p:spPr>
          <a:xfrm rot="-5400000">
            <a:off x="9652591" y="3091492"/>
            <a:ext cx="1267126" cy="1796184"/>
          </a:xfrm>
          <a:custGeom>
            <a:avLst/>
            <a:gdLst/>
            <a:ahLst/>
            <a:cxnLst/>
            <a:rect l="l" t="t" r="r" b="b"/>
            <a:pathLst>
              <a:path w="1267126" h="1796184">
                <a:moveTo>
                  <a:pt x="0" y="0"/>
                </a:moveTo>
                <a:lnTo>
                  <a:pt x="1267126" y="0"/>
                </a:lnTo>
                <a:lnTo>
                  <a:pt x="1267126" y="1796183"/>
                </a:lnTo>
                <a:lnTo>
                  <a:pt x="0" y="179618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9" name="Freeform 19"/>
          <p:cNvSpPr/>
          <p:nvPr/>
        </p:nvSpPr>
        <p:spPr>
          <a:xfrm>
            <a:off x="9396912" y="7161209"/>
            <a:ext cx="1397265" cy="2088303"/>
          </a:xfrm>
          <a:custGeom>
            <a:avLst/>
            <a:gdLst/>
            <a:ahLst/>
            <a:cxnLst/>
            <a:rect l="l" t="t" r="r" b="b"/>
            <a:pathLst>
              <a:path w="1397265" h="2088303">
                <a:moveTo>
                  <a:pt x="0" y="0"/>
                </a:moveTo>
                <a:lnTo>
                  <a:pt x="1397265" y="0"/>
                </a:lnTo>
                <a:lnTo>
                  <a:pt x="1397265" y="2088303"/>
                </a:lnTo>
                <a:lnTo>
                  <a:pt x="0" y="2088303"/>
                </a:lnTo>
                <a:lnTo>
                  <a:pt x="0" y="0"/>
                </a:lnTo>
                <a:close/>
              </a:path>
            </a:pathLst>
          </a:custGeom>
          <a:blipFill>
            <a:blip r:embed="rId34">
              <a:extLst>
                <a:ext uri="{96DAC541-7B7A-43D3-8B79-37D633B846F1}">
                  <asvg:svgBlip xmlns:asvg="http://schemas.microsoft.com/office/drawing/2016/SVG/main" r:embed="rId35"/>
                </a:ext>
              </a:extLst>
            </a:blip>
            <a:stretch>
              <a:fillRect/>
            </a:stretch>
          </a:blipFill>
        </p:spPr>
      </p:sp>
      <p:sp>
        <p:nvSpPr>
          <p:cNvPr id="20" name="Freeform 20"/>
          <p:cNvSpPr/>
          <p:nvPr/>
        </p:nvSpPr>
        <p:spPr>
          <a:xfrm>
            <a:off x="14161893" y="7112462"/>
            <a:ext cx="1220073" cy="2185798"/>
          </a:xfrm>
          <a:custGeom>
            <a:avLst/>
            <a:gdLst/>
            <a:ahLst/>
            <a:cxnLst/>
            <a:rect l="l" t="t" r="r" b="b"/>
            <a:pathLst>
              <a:path w="1220073" h="2185798">
                <a:moveTo>
                  <a:pt x="0" y="0"/>
                </a:moveTo>
                <a:lnTo>
                  <a:pt x="1220073" y="0"/>
                </a:lnTo>
                <a:lnTo>
                  <a:pt x="1220073" y="2185797"/>
                </a:lnTo>
                <a:lnTo>
                  <a:pt x="0" y="2185797"/>
                </a:lnTo>
                <a:lnTo>
                  <a:pt x="0" y="0"/>
                </a:lnTo>
                <a:close/>
              </a:path>
            </a:pathLst>
          </a:custGeom>
          <a:blipFill>
            <a:blip r:embed="rId36">
              <a:extLst>
                <a:ext uri="{96DAC541-7B7A-43D3-8B79-37D633B846F1}">
                  <asvg:svgBlip xmlns:asvg="http://schemas.microsoft.com/office/drawing/2016/SVG/main" r:embed="rId37"/>
                </a:ext>
              </a:extLst>
            </a:blip>
            <a:stretch>
              <a:fillRect/>
            </a:stretch>
          </a:blipFill>
        </p:spPr>
      </p:sp>
      <p:sp>
        <p:nvSpPr>
          <p:cNvPr id="21" name="Freeform 21"/>
          <p:cNvSpPr/>
          <p:nvPr/>
        </p:nvSpPr>
        <p:spPr>
          <a:xfrm>
            <a:off x="5235744" y="7137660"/>
            <a:ext cx="1133704" cy="2135402"/>
          </a:xfrm>
          <a:custGeom>
            <a:avLst/>
            <a:gdLst/>
            <a:ahLst/>
            <a:cxnLst/>
            <a:rect l="l" t="t" r="r" b="b"/>
            <a:pathLst>
              <a:path w="1133704" h="2135402">
                <a:moveTo>
                  <a:pt x="0" y="0"/>
                </a:moveTo>
                <a:lnTo>
                  <a:pt x="1133704" y="0"/>
                </a:lnTo>
                <a:lnTo>
                  <a:pt x="1133704" y="2135401"/>
                </a:lnTo>
                <a:lnTo>
                  <a:pt x="0" y="2135401"/>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22" name="Freeform 22"/>
          <p:cNvSpPr/>
          <p:nvPr/>
        </p:nvSpPr>
        <p:spPr>
          <a:xfrm>
            <a:off x="7284005" y="7244760"/>
            <a:ext cx="1198350" cy="1921202"/>
          </a:xfrm>
          <a:custGeom>
            <a:avLst/>
            <a:gdLst/>
            <a:ahLst/>
            <a:cxnLst/>
            <a:rect l="l" t="t" r="r" b="b"/>
            <a:pathLst>
              <a:path w="1198350" h="1921202">
                <a:moveTo>
                  <a:pt x="0" y="0"/>
                </a:moveTo>
                <a:lnTo>
                  <a:pt x="1198350" y="0"/>
                </a:lnTo>
                <a:lnTo>
                  <a:pt x="1198350" y="1921201"/>
                </a:lnTo>
                <a:lnTo>
                  <a:pt x="0" y="1921201"/>
                </a:lnTo>
                <a:lnTo>
                  <a:pt x="0" y="0"/>
                </a:lnTo>
                <a:close/>
              </a:path>
            </a:pathLst>
          </a:custGeom>
          <a:blipFill>
            <a:blip r:embed="rId40"/>
            <a:stretch>
              <a:fillRect/>
            </a:stretch>
          </a:blipFill>
        </p:spPr>
      </p:sp>
      <p:sp>
        <p:nvSpPr>
          <p:cNvPr id="23" name="Freeform 23"/>
          <p:cNvSpPr/>
          <p:nvPr/>
        </p:nvSpPr>
        <p:spPr>
          <a:xfrm>
            <a:off x="16296523" y="7290301"/>
            <a:ext cx="1434147" cy="1830118"/>
          </a:xfrm>
          <a:custGeom>
            <a:avLst/>
            <a:gdLst/>
            <a:ahLst/>
            <a:cxnLst/>
            <a:rect l="l" t="t" r="r" b="b"/>
            <a:pathLst>
              <a:path w="1434147" h="1830118">
                <a:moveTo>
                  <a:pt x="0" y="0"/>
                </a:moveTo>
                <a:lnTo>
                  <a:pt x="1434147" y="0"/>
                </a:lnTo>
                <a:lnTo>
                  <a:pt x="1434147" y="1830119"/>
                </a:lnTo>
                <a:lnTo>
                  <a:pt x="0" y="1830119"/>
                </a:lnTo>
                <a:lnTo>
                  <a:pt x="0" y="0"/>
                </a:lnTo>
                <a:close/>
              </a:path>
            </a:pathLst>
          </a:custGeom>
          <a:blipFill>
            <a:blip r:embed="rId41">
              <a:extLst>
                <a:ext uri="{96DAC541-7B7A-43D3-8B79-37D633B846F1}">
                  <asvg:svgBlip xmlns:asvg="http://schemas.microsoft.com/office/drawing/2016/SVG/main" r:embed="rId42"/>
                </a:ext>
              </a:extLst>
            </a:blip>
            <a:stretch>
              <a:fillRect/>
            </a:stretch>
          </a:blipFill>
        </p:spPr>
      </p:sp>
      <p:sp>
        <p:nvSpPr>
          <p:cNvPr id="24" name="Freeform 24"/>
          <p:cNvSpPr/>
          <p:nvPr/>
        </p:nvSpPr>
        <p:spPr>
          <a:xfrm>
            <a:off x="7359064" y="5848653"/>
            <a:ext cx="1433472" cy="482005"/>
          </a:xfrm>
          <a:custGeom>
            <a:avLst/>
            <a:gdLst/>
            <a:ahLst/>
            <a:cxnLst/>
            <a:rect l="l" t="t" r="r" b="b"/>
            <a:pathLst>
              <a:path w="1433472" h="482005">
                <a:moveTo>
                  <a:pt x="0" y="0"/>
                </a:moveTo>
                <a:lnTo>
                  <a:pt x="1433472" y="0"/>
                </a:lnTo>
                <a:lnTo>
                  <a:pt x="1433472" y="482005"/>
                </a:lnTo>
                <a:lnTo>
                  <a:pt x="0" y="482005"/>
                </a:lnTo>
                <a:lnTo>
                  <a:pt x="0" y="0"/>
                </a:lnTo>
                <a:close/>
              </a:path>
            </a:pathLst>
          </a:custGeom>
          <a:blipFill>
            <a:blip r:embed="rId43">
              <a:extLst>
                <a:ext uri="{96DAC541-7B7A-43D3-8B79-37D633B846F1}">
                  <asvg:svgBlip xmlns:asvg="http://schemas.microsoft.com/office/drawing/2016/SVG/main" r:embed="rId44"/>
                </a:ext>
              </a:extLst>
            </a:blip>
            <a:stretch>
              <a:fillRect/>
            </a:stretch>
          </a:blipFill>
        </p:spPr>
      </p:sp>
      <p:sp>
        <p:nvSpPr>
          <p:cNvPr id="25" name="Freeform 25"/>
          <p:cNvSpPr/>
          <p:nvPr/>
        </p:nvSpPr>
        <p:spPr>
          <a:xfrm>
            <a:off x="13259701" y="5866488"/>
            <a:ext cx="1327390" cy="446335"/>
          </a:xfrm>
          <a:custGeom>
            <a:avLst/>
            <a:gdLst/>
            <a:ahLst/>
            <a:cxnLst/>
            <a:rect l="l" t="t" r="r" b="b"/>
            <a:pathLst>
              <a:path w="1327390" h="446335">
                <a:moveTo>
                  <a:pt x="0" y="0"/>
                </a:moveTo>
                <a:lnTo>
                  <a:pt x="1327390" y="0"/>
                </a:lnTo>
                <a:lnTo>
                  <a:pt x="1327390" y="446335"/>
                </a:lnTo>
                <a:lnTo>
                  <a:pt x="0" y="446335"/>
                </a:lnTo>
                <a:lnTo>
                  <a:pt x="0" y="0"/>
                </a:lnTo>
                <a:close/>
              </a:path>
            </a:pathLst>
          </a:custGeom>
          <a:blipFill>
            <a:blip r:embed="rId45">
              <a:extLst>
                <a:ext uri="{96DAC541-7B7A-43D3-8B79-37D633B846F1}">
                  <asvg:svgBlip xmlns:asvg="http://schemas.microsoft.com/office/drawing/2016/SVG/main" r:embed="rId46"/>
                </a:ext>
              </a:extLst>
            </a:blip>
            <a:stretch>
              <a:fillRect/>
            </a:stretch>
          </a:blipFill>
        </p:spPr>
      </p:sp>
      <p:sp>
        <p:nvSpPr>
          <p:cNvPr id="26" name="Freeform 26"/>
          <p:cNvSpPr/>
          <p:nvPr/>
        </p:nvSpPr>
        <p:spPr>
          <a:xfrm>
            <a:off x="10389257" y="5782804"/>
            <a:ext cx="1273723" cy="613703"/>
          </a:xfrm>
          <a:custGeom>
            <a:avLst/>
            <a:gdLst/>
            <a:ahLst/>
            <a:cxnLst/>
            <a:rect l="l" t="t" r="r" b="b"/>
            <a:pathLst>
              <a:path w="1273723" h="613703">
                <a:moveTo>
                  <a:pt x="0" y="0"/>
                </a:moveTo>
                <a:lnTo>
                  <a:pt x="1273723" y="0"/>
                </a:lnTo>
                <a:lnTo>
                  <a:pt x="1273723" y="613703"/>
                </a:lnTo>
                <a:lnTo>
                  <a:pt x="0" y="613703"/>
                </a:lnTo>
                <a:lnTo>
                  <a:pt x="0" y="0"/>
                </a:lnTo>
                <a:close/>
              </a:path>
            </a:pathLst>
          </a:custGeom>
          <a:blipFill>
            <a:blip r:embed="rId47">
              <a:extLst>
                <a:ext uri="{96DAC541-7B7A-43D3-8B79-37D633B846F1}">
                  <asvg:svgBlip xmlns:asvg="http://schemas.microsoft.com/office/drawing/2016/SVG/main" r:embed="rId48"/>
                </a:ext>
              </a:extLst>
            </a:blip>
            <a:stretch>
              <a:fillRect/>
            </a:stretch>
          </a:blipFill>
        </p:spPr>
      </p:sp>
      <p:sp>
        <p:nvSpPr>
          <p:cNvPr id="27" name="Freeform 27"/>
          <p:cNvSpPr/>
          <p:nvPr/>
        </p:nvSpPr>
        <p:spPr>
          <a:xfrm>
            <a:off x="4277346" y="5877513"/>
            <a:ext cx="1484997" cy="424285"/>
          </a:xfrm>
          <a:custGeom>
            <a:avLst/>
            <a:gdLst/>
            <a:ahLst/>
            <a:cxnLst/>
            <a:rect l="l" t="t" r="r" b="b"/>
            <a:pathLst>
              <a:path w="1484997" h="424285">
                <a:moveTo>
                  <a:pt x="0" y="0"/>
                </a:moveTo>
                <a:lnTo>
                  <a:pt x="1484997" y="0"/>
                </a:lnTo>
                <a:lnTo>
                  <a:pt x="1484997" y="424285"/>
                </a:lnTo>
                <a:lnTo>
                  <a:pt x="0" y="424285"/>
                </a:lnTo>
                <a:lnTo>
                  <a:pt x="0" y="0"/>
                </a:lnTo>
                <a:close/>
              </a:path>
            </a:pathLst>
          </a:custGeom>
          <a:blipFill>
            <a:blip r:embed="rId49">
              <a:extLst>
                <a:ext uri="{96DAC541-7B7A-43D3-8B79-37D633B846F1}">
                  <asvg:svgBlip xmlns:asvg="http://schemas.microsoft.com/office/drawing/2016/SVG/main" r:embed="rId50"/>
                </a:ext>
              </a:extLst>
            </a:blip>
            <a:stretch>
              <a:fillRect/>
            </a:stretch>
          </a:blipFill>
        </p:spPr>
      </p:sp>
      <p:sp>
        <p:nvSpPr>
          <p:cNvPr id="28" name="Freeform 28"/>
          <p:cNvSpPr/>
          <p:nvPr/>
        </p:nvSpPr>
        <p:spPr>
          <a:xfrm>
            <a:off x="682925" y="5751335"/>
            <a:ext cx="1997700" cy="676640"/>
          </a:xfrm>
          <a:custGeom>
            <a:avLst/>
            <a:gdLst/>
            <a:ahLst/>
            <a:cxnLst/>
            <a:rect l="l" t="t" r="r" b="b"/>
            <a:pathLst>
              <a:path w="1997700" h="676640">
                <a:moveTo>
                  <a:pt x="0" y="0"/>
                </a:moveTo>
                <a:lnTo>
                  <a:pt x="1997700" y="0"/>
                </a:lnTo>
                <a:lnTo>
                  <a:pt x="1997700" y="676641"/>
                </a:lnTo>
                <a:lnTo>
                  <a:pt x="0" y="676641"/>
                </a:lnTo>
                <a:lnTo>
                  <a:pt x="0" y="0"/>
                </a:lnTo>
                <a:close/>
              </a:path>
            </a:pathLst>
          </a:custGeom>
          <a:blipFill>
            <a:blip r:embed="rId51">
              <a:extLst>
                <a:ext uri="{96DAC541-7B7A-43D3-8B79-37D633B846F1}">
                  <asvg:svgBlip xmlns:asvg="http://schemas.microsoft.com/office/drawing/2016/SVG/main" r:embed="rId52"/>
                </a:ext>
              </a:extLst>
            </a:blip>
            <a:stretch>
              <a:fillRect/>
            </a:stretch>
          </a:blipFill>
        </p:spPr>
      </p:sp>
      <p:sp>
        <p:nvSpPr>
          <p:cNvPr id="29" name="Freeform 29"/>
          <p:cNvSpPr/>
          <p:nvPr/>
        </p:nvSpPr>
        <p:spPr>
          <a:xfrm rot="95458">
            <a:off x="16192162" y="5777511"/>
            <a:ext cx="1642868" cy="624290"/>
          </a:xfrm>
          <a:custGeom>
            <a:avLst/>
            <a:gdLst/>
            <a:ahLst/>
            <a:cxnLst/>
            <a:rect l="l" t="t" r="r" b="b"/>
            <a:pathLst>
              <a:path w="1642868" h="624290">
                <a:moveTo>
                  <a:pt x="0" y="0"/>
                </a:moveTo>
                <a:lnTo>
                  <a:pt x="1642869" y="0"/>
                </a:lnTo>
                <a:lnTo>
                  <a:pt x="1642869" y="624290"/>
                </a:lnTo>
                <a:lnTo>
                  <a:pt x="0" y="624290"/>
                </a:lnTo>
                <a:lnTo>
                  <a:pt x="0" y="0"/>
                </a:lnTo>
                <a:close/>
              </a:path>
            </a:pathLst>
          </a:custGeom>
          <a:blipFill>
            <a:blip r:embed="rId53">
              <a:extLst>
                <a:ext uri="{96DAC541-7B7A-43D3-8B79-37D633B846F1}">
                  <asvg:svgBlip xmlns:asvg="http://schemas.microsoft.com/office/drawing/2016/SVG/main" r:embed="rId54"/>
                </a:ext>
              </a:extLst>
            </a:blip>
            <a:stretch>
              <a:fillRect/>
            </a:stretch>
          </a:blipFill>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051987" y="514350"/>
            <a:ext cx="14184025" cy="9258300"/>
          </a:xfrm>
          <a:custGeom>
            <a:avLst/>
            <a:gdLst/>
            <a:ahLst/>
            <a:cxnLst/>
            <a:rect l="l" t="t" r="r" b="b"/>
            <a:pathLst>
              <a:path w="14184025" h="9258300">
                <a:moveTo>
                  <a:pt x="0" y="0"/>
                </a:moveTo>
                <a:lnTo>
                  <a:pt x="14184026" y="0"/>
                </a:lnTo>
                <a:lnTo>
                  <a:pt x="14184026" y="9258300"/>
                </a:lnTo>
                <a:lnTo>
                  <a:pt x="0" y="92583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10436867" y="1872587"/>
            <a:ext cx="4783408" cy="2870045"/>
            <a:chOff x="0" y="0"/>
            <a:chExt cx="1094133" cy="656480"/>
          </a:xfrm>
        </p:grpSpPr>
        <p:sp>
          <p:nvSpPr>
            <p:cNvPr id="5" name="Freeform 5"/>
            <p:cNvSpPr/>
            <p:nvPr/>
          </p:nvSpPr>
          <p:spPr>
            <a:xfrm>
              <a:off x="0" y="0"/>
              <a:ext cx="1094133" cy="656480"/>
            </a:xfrm>
            <a:custGeom>
              <a:avLst/>
              <a:gdLst/>
              <a:ahLst/>
              <a:cxnLst/>
              <a:rect l="l" t="t" r="r" b="b"/>
              <a:pathLst>
                <a:path w="1094133" h="656480">
                  <a:moveTo>
                    <a:pt x="79306" y="0"/>
                  </a:moveTo>
                  <a:lnTo>
                    <a:pt x="1014826" y="0"/>
                  </a:lnTo>
                  <a:cubicBezTo>
                    <a:pt x="1058626" y="0"/>
                    <a:pt x="1094133" y="35507"/>
                    <a:pt x="1094133" y="79306"/>
                  </a:cubicBezTo>
                  <a:lnTo>
                    <a:pt x="1094133" y="577173"/>
                  </a:lnTo>
                  <a:cubicBezTo>
                    <a:pt x="1094133" y="598207"/>
                    <a:pt x="1085777" y="618378"/>
                    <a:pt x="1070904" y="633251"/>
                  </a:cubicBezTo>
                  <a:cubicBezTo>
                    <a:pt x="1056031" y="648124"/>
                    <a:pt x="1035860" y="656480"/>
                    <a:pt x="1014826" y="656480"/>
                  </a:cubicBezTo>
                  <a:lnTo>
                    <a:pt x="79306" y="656480"/>
                  </a:lnTo>
                  <a:cubicBezTo>
                    <a:pt x="35507" y="656480"/>
                    <a:pt x="0" y="620973"/>
                    <a:pt x="0" y="577173"/>
                  </a:cubicBezTo>
                  <a:lnTo>
                    <a:pt x="0" y="79306"/>
                  </a:lnTo>
                  <a:cubicBezTo>
                    <a:pt x="0" y="35507"/>
                    <a:pt x="35507" y="0"/>
                    <a:pt x="79306" y="0"/>
                  </a:cubicBezTo>
                  <a:close/>
                </a:path>
              </a:pathLst>
            </a:custGeom>
            <a:solidFill>
              <a:srgbClr val="FED7FE"/>
            </a:solidFill>
          </p:spPr>
        </p:sp>
        <p:sp>
          <p:nvSpPr>
            <p:cNvPr id="6" name="TextBox 6"/>
            <p:cNvSpPr txBox="1"/>
            <p:nvPr/>
          </p:nvSpPr>
          <p:spPr>
            <a:xfrm>
              <a:off x="0" y="-38100"/>
              <a:ext cx="1094133" cy="694580"/>
            </a:xfrm>
            <a:prstGeom prst="rect">
              <a:avLst/>
            </a:prstGeom>
          </p:spPr>
          <p:txBody>
            <a:bodyPr lIns="50800" tIns="50800" rIns="50800" bIns="50800" rtlCol="0" anchor="ctr"/>
            <a:lstStyle/>
            <a:p>
              <a:pPr algn="ctr">
                <a:lnSpc>
                  <a:spcPts val="3080"/>
                </a:lnSpc>
              </a:pPr>
              <a:endParaRPr/>
            </a:p>
          </p:txBody>
        </p:sp>
      </p:grpSp>
      <p:grpSp>
        <p:nvGrpSpPr>
          <p:cNvPr id="7" name="Group 7"/>
          <p:cNvGrpSpPr/>
          <p:nvPr/>
        </p:nvGrpSpPr>
        <p:grpSpPr>
          <a:xfrm>
            <a:off x="10436867" y="5421650"/>
            <a:ext cx="4783408" cy="2870045"/>
            <a:chOff x="0" y="0"/>
            <a:chExt cx="1094133" cy="656480"/>
          </a:xfrm>
        </p:grpSpPr>
        <p:sp>
          <p:nvSpPr>
            <p:cNvPr id="8" name="Freeform 8"/>
            <p:cNvSpPr/>
            <p:nvPr/>
          </p:nvSpPr>
          <p:spPr>
            <a:xfrm>
              <a:off x="0" y="0"/>
              <a:ext cx="1094133" cy="656480"/>
            </a:xfrm>
            <a:custGeom>
              <a:avLst/>
              <a:gdLst/>
              <a:ahLst/>
              <a:cxnLst/>
              <a:rect l="l" t="t" r="r" b="b"/>
              <a:pathLst>
                <a:path w="1094133" h="656480">
                  <a:moveTo>
                    <a:pt x="79306" y="0"/>
                  </a:moveTo>
                  <a:lnTo>
                    <a:pt x="1014826" y="0"/>
                  </a:lnTo>
                  <a:cubicBezTo>
                    <a:pt x="1058626" y="0"/>
                    <a:pt x="1094133" y="35507"/>
                    <a:pt x="1094133" y="79306"/>
                  </a:cubicBezTo>
                  <a:lnTo>
                    <a:pt x="1094133" y="577173"/>
                  </a:lnTo>
                  <a:cubicBezTo>
                    <a:pt x="1094133" y="598207"/>
                    <a:pt x="1085777" y="618378"/>
                    <a:pt x="1070904" y="633251"/>
                  </a:cubicBezTo>
                  <a:cubicBezTo>
                    <a:pt x="1056031" y="648124"/>
                    <a:pt x="1035860" y="656480"/>
                    <a:pt x="1014826" y="656480"/>
                  </a:cubicBezTo>
                  <a:lnTo>
                    <a:pt x="79306" y="656480"/>
                  </a:lnTo>
                  <a:cubicBezTo>
                    <a:pt x="35507" y="656480"/>
                    <a:pt x="0" y="620973"/>
                    <a:pt x="0" y="577173"/>
                  </a:cubicBezTo>
                  <a:lnTo>
                    <a:pt x="0" y="79306"/>
                  </a:lnTo>
                  <a:cubicBezTo>
                    <a:pt x="0" y="35507"/>
                    <a:pt x="35507" y="0"/>
                    <a:pt x="79306" y="0"/>
                  </a:cubicBezTo>
                  <a:close/>
                </a:path>
              </a:pathLst>
            </a:custGeom>
            <a:solidFill>
              <a:srgbClr val="B9E3E8"/>
            </a:solidFill>
          </p:spPr>
        </p:sp>
        <p:sp>
          <p:nvSpPr>
            <p:cNvPr id="9" name="TextBox 9"/>
            <p:cNvSpPr txBox="1"/>
            <p:nvPr/>
          </p:nvSpPr>
          <p:spPr>
            <a:xfrm>
              <a:off x="0" y="-38100"/>
              <a:ext cx="1094133" cy="694580"/>
            </a:xfrm>
            <a:prstGeom prst="rect">
              <a:avLst/>
            </a:prstGeom>
          </p:spPr>
          <p:txBody>
            <a:bodyPr lIns="50800" tIns="50800" rIns="50800" bIns="50800" rtlCol="0" anchor="ctr"/>
            <a:lstStyle/>
            <a:p>
              <a:pPr algn="ctr">
                <a:lnSpc>
                  <a:spcPts val="3080"/>
                </a:lnSpc>
              </a:pPr>
              <a:endParaRPr/>
            </a:p>
          </p:txBody>
        </p:sp>
      </p:grpSp>
      <p:grpSp>
        <p:nvGrpSpPr>
          <p:cNvPr id="10" name="Group 10"/>
          <p:cNvGrpSpPr>
            <a:grpSpLocks noChangeAspect="1"/>
          </p:cNvGrpSpPr>
          <p:nvPr/>
        </p:nvGrpSpPr>
        <p:grpSpPr>
          <a:xfrm>
            <a:off x="10436867" y="1872587"/>
            <a:ext cx="4783408" cy="2870045"/>
            <a:chOff x="0" y="0"/>
            <a:chExt cx="6350000" cy="3810000"/>
          </a:xfrm>
        </p:grpSpPr>
        <p:sp>
          <p:nvSpPr>
            <p:cNvPr id="11" name="Freeform 11"/>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6"/>
              <a:stretch>
                <a:fillRect t="-3527" b="-146472"/>
              </a:stretch>
            </a:blipFill>
          </p:spPr>
        </p:sp>
      </p:grpSp>
      <p:grpSp>
        <p:nvGrpSpPr>
          <p:cNvPr id="12" name="Group 12"/>
          <p:cNvGrpSpPr>
            <a:grpSpLocks noChangeAspect="1"/>
          </p:cNvGrpSpPr>
          <p:nvPr/>
        </p:nvGrpSpPr>
        <p:grpSpPr>
          <a:xfrm>
            <a:off x="10436867" y="5421650"/>
            <a:ext cx="4783408" cy="2870045"/>
            <a:chOff x="0" y="0"/>
            <a:chExt cx="6350000" cy="3810000"/>
          </a:xfrm>
        </p:grpSpPr>
        <p:sp>
          <p:nvSpPr>
            <p:cNvPr id="13" name="Freeform 13"/>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7"/>
              <a:stretch>
                <a:fillRect b="-11111"/>
              </a:stretch>
            </a:blipFill>
          </p:spPr>
        </p:sp>
      </p:grpSp>
      <p:grpSp>
        <p:nvGrpSpPr>
          <p:cNvPr id="14" name="Group 14"/>
          <p:cNvGrpSpPr/>
          <p:nvPr/>
        </p:nvGrpSpPr>
        <p:grpSpPr>
          <a:xfrm>
            <a:off x="3075191" y="1872587"/>
            <a:ext cx="4783408" cy="2870045"/>
            <a:chOff x="0" y="0"/>
            <a:chExt cx="1094133" cy="656480"/>
          </a:xfrm>
        </p:grpSpPr>
        <p:sp>
          <p:nvSpPr>
            <p:cNvPr id="15" name="Freeform 15"/>
            <p:cNvSpPr/>
            <p:nvPr/>
          </p:nvSpPr>
          <p:spPr>
            <a:xfrm>
              <a:off x="0" y="0"/>
              <a:ext cx="1094133" cy="656480"/>
            </a:xfrm>
            <a:custGeom>
              <a:avLst/>
              <a:gdLst/>
              <a:ahLst/>
              <a:cxnLst/>
              <a:rect l="l" t="t" r="r" b="b"/>
              <a:pathLst>
                <a:path w="1094133" h="656480">
                  <a:moveTo>
                    <a:pt x="79306" y="0"/>
                  </a:moveTo>
                  <a:lnTo>
                    <a:pt x="1014826" y="0"/>
                  </a:lnTo>
                  <a:cubicBezTo>
                    <a:pt x="1058626" y="0"/>
                    <a:pt x="1094133" y="35507"/>
                    <a:pt x="1094133" y="79306"/>
                  </a:cubicBezTo>
                  <a:lnTo>
                    <a:pt x="1094133" y="577173"/>
                  </a:lnTo>
                  <a:cubicBezTo>
                    <a:pt x="1094133" y="598207"/>
                    <a:pt x="1085777" y="618378"/>
                    <a:pt x="1070904" y="633251"/>
                  </a:cubicBezTo>
                  <a:cubicBezTo>
                    <a:pt x="1056031" y="648124"/>
                    <a:pt x="1035860" y="656480"/>
                    <a:pt x="1014826" y="656480"/>
                  </a:cubicBezTo>
                  <a:lnTo>
                    <a:pt x="79306" y="656480"/>
                  </a:lnTo>
                  <a:cubicBezTo>
                    <a:pt x="35507" y="656480"/>
                    <a:pt x="0" y="620973"/>
                    <a:pt x="0" y="577173"/>
                  </a:cubicBezTo>
                  <a:lnTo>
                    <a:pt x="0" y="79306"/>
                  </a:lnTo>
                  <a:cubicBezTo>
                    <a:pt x="0" y="35507"/>
                    <a:pt x="35507" y="0"/>
                    <a:pt x="79306" y="0"/>
                  </a:cubicBezTo>
                  <a:close/>
                </a:path>
              </a:pathLst>
            </a:custGeom>
            <a:solidFill>
              <a:srgbClr val="B9E3E8"/>
            </a:solidFill>
          </p:spPr>
        </p:sp>
        <p:sp>
          <p:nvSpPr>
            <p:cNvPr id="16" name="TextBox 16"/>
            <p:cNvSpPr txBox="1"/>
            <p:nvPr/>
          </p:nvSpPr>
          <p:spPr>
            <a:xfrm>
              <a:off x="0" y="-38100"/>
              <a:ext cx="1094133" cy="694580"/>
            </a:xfrm>
            <a:prstGeom prst="rect">
              <a:avLst/>
            </a:prstGeom>
          </p:spPr>
          <p:txBody>
            <a:bodyPr lIns="50800" tIns="50800" rIns="50800" bIns="50800" rtlCol="0" anchor="ctr"/>
            <a:lstStyle/>
            <a:p>
              <a:pPr algn="ctr">
                <a:lnSpc>
                  <a:spcPts val="3080"/>
                </a:lnSpc>
              </a:pPr>
              <a:endParaRPr/>
            </a:p>
          </p:txBody>
        </p:sp>
      </p:grpSp>
      <p:grpSp>
        <p:nvGrpSpPr>
          <p:cNvPr id="17" name="Group 17"/>
          <p:cNvGrpSpPr/>
          <p:nvPr/>
        </p:nvGrpSpPr>
        <p:grpSpPr>
          <a:xfrm>
            <a:off x="3075191" y="5421650"/>
            <a:ext cx="4783408" cy="2870045"/>
            <a:chOff x="0" y="0"/>
            <a:chExt cx="1094133" cy="656480"/>
          </a:xfrm>
        </p:grpSpPr>
        <p:sp>
          <p:nvSpPr>
            <p:cNvPr id="18" name="Freeform 18"/>
            <p:cNvSpPr/>
            <p:nvPr/>
          </p:nvSpPr>
          <p:spPr>
            <a:xfrm>
              <a:off x="0" y="0"/>
              <a:ext cx="1094133" cy="656480"/>
            </a:xfrm>
            <a:custGeom>
              <a:avLst/>
              <a:gdLst/>
              <a:ahLst/>
              <a:cxnLst/>
              <a:rect l="l" t="t" r="r" b="b"/>
              <a:pathLst>
                <a:path w="1094133" h="656480">
                  <a:moveTo>
                    <a:pt x="79306" y="0"/>
                  </a:moveTo>
                  <a:lnTo>
                    <a:pt x="1014826" y="0"/>
                  </a:lnTo>
                  <a:cubicBezTo>
                    <a:pt x="1058626" y="0"/>
                    <a:pt x="1094133" y="35507"/>
                    <a:pt x="1094133" y="79306"/>
                  </a:cubicBezTo>
                  <a:lnTo>
                    <a:pt x="1094133" y="577173"/>
                  </a:lnTo>
                  <a:cubicBezTo>
                    <a:pt x="1094133" y="598207"/>
                    <a:pt x="1085777" y="618378"/>
                    <a:pt x="1070904" y="633251"/>
                  </a:cubicBezTo>
                  <a:cubicBezTo>
                    <a:pt x="1056031" y="648124"/>
                    <a:pt x="1035860" y="656480"/>
                    <a:pt x="1014826" y="656480"/>
                  </a:cubicBezTo>
                  <a:lnTo>
                    <a:pt x="79306" y="656480"/>
                  </a:lnTo>
                  <a:cubicBezTo>
                    <a:pt x="35507" y="656480"/>
                    <a:pt x="0" y="620973"/>
                    <a:pt x="0" y="577173"/>
                  </a:cubicBezTo>
                  <a:lnTo>
                    <a:pt x="0" y="79306"/>
                  </a:lnTo>
                  <a:cubicBezTo>
                    <a:pt x="0" y="35507"/>
                    <a:pt x="35507" y="0"/>
                    <a:pt x="79306" y="0"/>
                  </a:cubicBezTo>
                  <a:close/>
                </a:path>
              </a:pathLst>
            </a:custGeom>
            <a:solidFill>
              <a:srgbClr val="FFF5AC"/>
            </a:solidFill>
          </p:spPr>
        </p:sp>
        <p:sp>
          <p:nvSpPr>
            <p:cNvPr id="19" name="TextBox 19"/>
            <p:cNvSpPr txBox="1"/>
            <p:nvPr/>
          </p:nvSpPr>
          <p:spPr>
            <a:xfrm>
              <a:off x="0" y="-38100"/>
              <a:ext cx="1094133" cy="694580"/>
            </a:xfrm>
            <a:prstGeom prst="rect">
              <a:avLst/>
            </a:prstGeom>
          </p:spPr>
          <p:txBody>
            <a:bodyPr lIns="50800" tIns="50800" rIns="50800" bIns="50800" rtlCol="0" anchor="ctr"/>
            <a:lstStyle/>
            <a:p>
              <a:pPr algn="ctr">
                <a:lnSpc>
                  <a:spcPts val="3080"/>
                </a:lnSpc>
              </a:pPr>
              <a:endParaRPr/>
            </a:p>
          </p:txBody>
        </p:sp>
      </p:grpSp>
      <p:grpSp>
        <p:nvGrpSpPr>
          <p:cNvPr id="20" name="Group 20"/>
          <p:cNvGrpSpPr>
            <a:grpSpLocks noChangeAspect="1"/>
          </p:cNvGrpSpPr>
          <p:nvPr/>
        </p:nvGrpSpPr>
        <p:grpSpPr>
          <a:xfrm>
            <a:off x="3075191" y="1872587"/>
            <a:ext cx="4783408" cy="2870045"/>
            <a:chOff x="0" y="0"/>
            <a:chExt cx="6350000" cy="3810000"/>
          </a:xfrm>
        </p:grpSpPr>
        <p:sp>
          <p:nvSpPr>
            <p:cNvPr id="21" name="Freeform 21"/>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8"/>
              <a:stretch>
                <a:fillRect l="-7027" r="-5485" b="-49939"/>
              </a:stretch>
            </a:blipFill>
          </p:spPr>
        </p:sp>
      </p:grpSp>
      <p:grpSp>
        <p:nvGrpSpPr>
          <p:cNvPr id="22" name="Group 22"/>
          <p:cNvGrpSpPr>
            <a:grpSpLocks noChangeAspect="1"/>
          </p:cNvGrpSpPr>
          <p:nvPr/>
        </p:nvGrpSpPr>
        <p:grpSpPr>
          <a:xfrm>
            <a:off x="3075191" y="5421650"/>
            <a:ext cx="4783408" cy="2870045"/>
            <a:chOff x="0" y="0"/>
            <a:chExt cx="6350000" cy="3810000"/>
          </a:xfrm>
        </p:grpSpPr>
        <p:sp>
          <p:nvSpPr>
            <p:cNvPr id="23" name="Freeform 23"/>
            <p:cNvSpPr/>
            <p:nvPr/>
          </p:nvSpPr>
          <p:spPr>
            <a:xfrm>
              <a:off x="0" y="0"/>
              <a:ext cx="6350000" cy="3810000"/>
            </a:xfrm>
            <a:custGeom>
              <a:avLst/>
              <a:gdLst/>
              <a:ahLst/>
              <a:cxnLst/>
              <a:rect l="l" t="t" r="r" b="b"/>
              <a:pathLst>
                <a:path w="6350000" h="3810000">
                  <a:moveTo>
                    <a:pt x="0" y="3175000"/>
                  </a:moveTo>
                  <a:lnTo>
                    <a:pt x="0" y="635000"/>
                  </a:lnTo>
                  <a:cubicBezTo>
                    <a:pt x="0" y="284480"/>
                    <a:pt x="284480" y="0"/>
                    <a:pt x="635000" y="0"/>
                  </a:cubicBezTo>
                  <a:lnTo>
                    <a:pt x="5715000" y="0"/>
                  </a:lnTo>
                  <a:cubicBezTo>
                    <a:pt x="6065520" y="0"/>
                    <a:pt x="6350000" y="284480"/>
                    <a:pt x="6350000" y="635000"/>
                  </a:cubicBezTo>
                  <a:lnTo>
                    <a:pt x="6350000" y="3175000"/>
                  </a:lnTo>
                  <a:cubicBezTo>
                    <a:pt x="6350000" y="3525520"/>
                    <a:pt x="6065520" y="3810000"/>
                    <a:pt x="5715000" y="3810000"/>
                  </a:cubicBezTo>
                  <a:lnTo>
                    <a:pt x="635000" y="3810000"/>
                  </a:lnTo>
                  <a:cubicBezTo>
                    <a:pt x="284480" y="3810000"/>
                    <a:pt x="0" y="3525520"/>
                    <a:pt x="0" y="3175000"/>
                  </a:cubicBezTo>
                  <a:close/>
                </a:path>
              </a:pathLst>
            </a:custGeom>
            <a:blipFill>
              <a:blip r:embed="rId9"/>
              <a:stretch>
                <a:fillRect t="-17638" b="-132361"/>
              </a:stretch>
            </a:blipFill>
          </p:spPr>
        </p:sp>
      </p:grpSp>
      <p:sp>
        <p:nvSpPr>
          <p:cNvPr id="24" name="Freeform 24"/>
          <p:cNvSpPr/>
          <p:nvPr/>
        </p:nvSpPr>
        <p:spPr>
          <a:xfrm>
            <a:off x="6538448" y="5809436"/>
            <a:ext cx="978331" cy="978331"/>
          </a:xfrm>
          <a:custGeom>
            <a:avLst/>
            <a:gdLst/>
            <a:ahLst/>
            <a:cxnLst/>
            <a:rect l="l" t="t" r="r" b="b"/>
            <a:pathLst>
              <a:path w="978331" h="978331">
                <a:moveTo>
                  <a:pt x="0" y="0"/>
                </a:moveTo>
                <a:lnTo>
                  <a:pt x="978332" y="0"/>
                </a:lnTo>
                <a:lnTo>
                  <a:pt x="978332" y="978331"/>
                </a:lnTo>
                <a:lnTo>
                  <a:pt x="0" y="978331"/>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25" name="Freeform 25"/>
          <p:cNvSpPr/>
          <p:nvPr/>
        </p:nvSpPr>
        <p:spPr>
          <a:xfrm>
            <a:off x="3334721" y="6316734"/>
            <a:ext cx="943383" cy="942065"/>
          </a:xfrm>
          <a:custGeom>
            <a:avLst/>
            <a:gdLst/>
            <a:ahLst/>
            <a:cxnLst/>
            <a:rect l="l" t="t" r="r" b="b"/>
            <a:pathLst>
              <a:path w="943383" h="942065">
                <a:moveTo>
                  <a:pt x="0" y="0"/>
                </a:moveTo>
                <a:lnTo>
                  <a:pt x="943383" y="0"/>
                </a:lnTo>
                <a:lnTo>
                  <a:pt x="943383" y="942066"/>
                </a:lnTo>
                <a:lnTo>
                  <a:pt x="0" y="942066"/>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26" name="Freeform 26"/>
          <p:cNvSpPr/>
          <p:nvPr/>
        </p:nvSpPr>
        <p:spPr>
          <a:xfrm rot="-490916">
            <a:off x="10814478" y="5717365"/>
            <a:ext cx="837331" cy="321953"/>
          </a:xfrm>
          <a:custGeom>
            <a:avLst/>
            <a:gdLst/>
            <a:ahLst/>
            <a:cxnLst/>
            <a:rect l="l" t="t" r="r" b="b"/>
            <a:pathLst>
              <a:path w="837331" h="321953">
                <a:moveTo>
                  <a:pt x="0" y="0"/>
                </a:moveTo>
                <a:lnTo>
                  <a:pt x="837331" y="0"/>
                </a:lnTo>
                <a:lnTo>
                  <a:pt x="837331" y="321952"/>
                </a:lnTo>
                <a:lnTo>
                  <a:pt x="0" y="321952"/>
                </a:lnTo>
                <a:lnTo>
                  <a:pt x="0" y="0"/>
                </a:lnTo>
                <a:close/>
              </a:path>
            </a:pathLst>
          </a:custGeom>
          <a:blipFill>
            <a:blip r:embed="rId14">
              <a:extLst>
                <a:ext uri="{96DAC541-7B7A-43D3-8B79-37D633B846F1}">
                  <asvg:svgBlip xmlns:asvg="http://schemas.microsoft.com/office/drawing/2016/SVG/main" r:embed="rId15"/>
                </a:ext>
              </a:extLst>
            </a:blip>
            <a:stretch>
              <a:fillRect/>
            </a:stretch>
          </a:blipFill>
          <a:ln cap="sq">
            <a:noFill/>
            <a:prstDash val="solid"/>
            <a:miter/>
          </a:ln>
        </p:spPr>
      </p:sp>
      <p:sp>
        <p:nvSpPr>
          <p:cNvPr id="27" name="Freeform 27"/>
          <p:cNvSpPr/>
          <p:nvPr/>
        </p:nvSpPr>
        <p:spPr>
          <a:xfrm>
            <a:off x="10795830" y="2233189"/>
            <a:ext cx="967702" cy="821215"/>
          </a:xfrm>
          <a:custGeom>
            <a:avLst/>
            <a:gdLst/>
            <a:ahLst/>
            <a:cxnLst/>
            <a:rect l="l" t="t" r="r" b="b"/>
            <a:pathLst>
              <a:path w="967702" h="821215">
                <a:moveTo>
                  <a:pt x="0" y="0"/>
                </a:moveTo>
                <a:lnTo>
                  <a:pt x="967702" y="0"/>
                </a:lnTo>
                <a:lnTo>
                  <a:pt x="967702" y="821215"/>
                </a:lnTo>
                <a:lnTo>
                  <a:pt x="0" y="821215"/>
                </a:lnTo>
                <a:lnTo>
                  <a:pt x="0" y="0"/>
                </a:lnTo>
                <a:close/>
              </a:path>
            </a:pathLst>
          </a:custGeom>
          <a:blipFill>
            <a:blip r:embed="rId16">
              <a:extLst>
                <a:ext uri="{96DAC541-7B7A-43D3-8B79-37D633B846F1}">
                  <asvg:svgBlip xmlns:asvg="http://schemas.microsoft.com/office/drawing/2016/SVG/main" r:embed="rId17"/>
                </a:ext>
              </a:extLst>
            </a:blip>
            <a:stretch>
              <a:fillRect/>
            </a:stretch>
          </a:blipFill>
          <a:ln cap="sq">
            <a:noFill/>
            <a:prstDash val="solid"/>
            <a:miter/>
          </a:ln>
        </p:spPr>
      </p:sp>
      <p:sp>
        <p:nvSpPr>
          <p:cNvPr id="28" name="Freeform 28"/>
          <p:cNvSpPr/>
          <p:nvPr/>
        </p:nvSpPr>
        <p:spPr>
          <a:xfrm>
            <a:off x="12563310" y="5659420"/>
            <a:ext cx="530521" cy="639182"/>
          </a:xfrm>
          <a:custGeom>
            <a:avLst/>
            <a:gdLst/>
            <a:ahLst/>
            <a:cxnLst/>
            <a:rect l="l" t="t" r="r" b="b"/>
            <a:pathLst>
              <a:path w="530521" h="639182">
                <a:moveTo>
                  <a:pt x="0" y="0"/>
                </a:moveTo>
                <a:lnTo>
                  <a:pt x="530521" y="0"/>
                </a:lnTo>
                <a:lnTo>
                  <a:pt x="530521" y="639181"/>
                </a:lnTo>
                <a:lnTo>
                  <a:pt x="0" y="639181"/>
                </a:lnTo>
                <a:lnTo>
                  <a:pt x="0" y="0"/>
                </a:lnTo>
                <a:close/>
              </a:path>
            </a:pathLst>
          </a:custGeom>
          <a:blipFill>
            <a:blip r:embed="rId18">
              <a:extLst>
                <a:ext uri="{96DAC541-7B7A-43D3-8B79-37D633B846F1}">
                  <asvg:svgBlip xmlns:asvg="http://schemas.microsoft.com/office/drawing/2016/SVG/main" r:embed="rId19"/>
                </a:ext>
              </a:extLst>
            </a:blip>
            <a:stretch>
              <a:fillRect/>
            </a:stretch>
          </a:blipFill>
          <a:ln cap="sq">
            <a:noFill/>
            <a:prstDash val="solid"/>
            <a:miter/>
          </a:ln>
        </p:spPr>
      </p:sp>
      <p:sp>
        <p:nvSpPr>
          <p:cNvPr id="29" name="Freeform 29"/>
          <p:cNvSpPr/>
          <p:nvPr/>
        </p:nvSpPr>
        <p:spPr>
          <a:xfrm rot="329024">
            <a:off x="15090364" y="6975970"/>
            <a:ext cx="2648385" cy="3166547"/>
          </a:xfrm>
          <a:custGeom>
            <a:avLst/>
            <a:gdLst/>
            <a:ahLst/>
            <a:cxnLst/>
            <a:rect l="l" t="t" r="r" b="b"/>
            <a:pathLst>
              <a:path w="2648385" h="3166547">
                <a:moveTo>
                  <a:pt x="0" y="0"/>
                </a:moveTo>
                <a:lnTo>
                  <a:pt x="2648385" y="0"/>
                </a:lnTo>
                <a:lnTo>
                  <a:pt x="2648385" y="3166547"/>
                </a:lnTo>
                <a:lnTo>
                  <a:pt x="0" y="3166547"/>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sp>
      <p:sp>
        <p:nvSpPr>
          <p:cNvPr id="30" name="Freeform 30"/>
          <p:cNvSpPr/>
          <p:nvPr/>
        </p:nvSpPr>
        <p:spPr>
          <a:xfrm rot="491786">
            <a:off x="13530882" y="1741284"/>
            <a:ext cx="1856395" cy="530399"/>
          </a:xfrm>
          <a:custGeom>
            <a:avLst/>
            <a:gdLst/>
            <a:ahLst/>
            <a:cxnLst/>
            <a:rect l="l" t="t" r="r" b="b"/>
            <a:pathLst>
              <a:path w="1856395" h="530399">
                <a:moveTo>
                  <a:pt x="0" y="0"/>
                </a:moveTo>
                <a:lnTo>
                  <a:pt x="1856395" y="0"/>
                </a:lnTo>
                <a:lnTo>
                  <a:pt x="1856395" y="530398"/>
                </a:lnTo>
                <a:lnTo>
                  <a:pt x="0" y="530398"/>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sp>
      <p:sp>
        <p:nvSpPr>
          <p:cNvPr id="31" name="Freeform 31"/>
          <p:cNvSpPr/>
          <p:nvPr/>
        </p:nvSpPr>
        <p:spPr>
          <a:xfrm>
            <a:off x="4977563" y="1445818"/>
            <a:ext cx="1417772" cy="1121329"/>
          </a:xfrm>
          <a:custGeom>
            <a:avLst/>
            <a:gdLst/>
            <a:ahLst/>
            <a:cxnLst/>
            <a:rect l="l" t="t" r="r" b="b"/>
            <a:pathLst>
              <a:path w="1417772" h="1121329">
                <a:moveTo>
                  <a:pt x="0" y="0"/>
                </a:moveTo>
                <a:lnTo>
                  <a:pt x="1417772" y="0"/>
                </a:lnTo>
                <a:lnTo>
                  <a:pt x="1417772" y="1121329"/>
                </a:lnTo>
                <a:lnTo>
                  <a:pt x="0" y="1121329"/>
                </a:lnTo>
                <a:lnTo>
                  <a:pt x="0" y="0"/>
                </a:lnTo>
                <a:close/>
              </a:path>
            </a:pathLst>
          </a:custGeom>
          <a:blipFill>
            <a:blip r:embed="rId24">
              <a:extLst>
                <a:ext uri="{96DAC541-7B7A-43D3-8B79-37D633B846F1}">
                  <asvg:svgBlip xmlns:asvg="http://schemas.microsoft.com/office/drawing/2016/SVG/main" r:embed="rId25"/>
                </a:ext>
              </a:extLst>
            </a:blip>
            <a:stretch>
              <a:fillRect/>
            </a:stretch>
          </a:blipFill>
        </p:spPr>
      </p:sp>
      <p:sp>
        <p:nvSpPr>
          <p:cNvPr id="32" name="Freeform 32"/>
          <p:cNvSpPr/>
          <p:nvPr/>
        </p:nvSpPr>
        <p:spPr>
          <a:xfrm rot="783751">
            <a:off x="13786837" y="2731678"/>
            <a:ext cx="880972" cy="902299"/>
          </a:xfrm>
          <a:custGeom>
            <a:avLst/>
            <a:gdLst/>
            <a:ahLst/>
            <a:cxnLst/>
            <a:rect l="l" t="t" r="r" b="b"/>
            <a:pathLst>
              <a:path w="880972" h="902299">
                <a:moveTo>
                  <a:pt x="0" y="0"/>
                </a:moveTo>
                <a:lnTo>
                  <a:pt x="880972" y="0"/>
                </a:lnTo>
                <a:lnTo>
                  <a:pt x="880972" y="902299"/>
                </a:lnTo>
                <a:lnTo>
                  <a:pt x="0" y="902299"/>
                </a:lnTo>
                <a:lnTo>
                  <a:pt x="0" y="0"/>
                </a:lnTo>
                <a:close/>
              </a:path>
            </a:pathLst>
          </a:custGeom>
          <a:blipFill>
            <a:blip r:embed="rId26">
              <a:extLst>
                <a:ext uri="{96DAC541-7B7A-43D3-8B79-37D633B846F1}">
                  <asvg:svgBlip xmlns:asvg="http://schemas.microsoft.com/office/drawing/2016/SVG/main" r:embed="rId27"/>
                </a:ext>
              </a:extLst>
            </a:blip>
            <a:stretch>
              <a:fillRect/>
            </a:stretch>
          </a:blipFill>
        </p:spPr>
      </p:sp>
      <p:sp>
        <p:nvSpPr>
          <p:cNvPr id="33" name="Freeform 33"/>
          <p:cNvSpPr/>
          <p:nvPr/>
        </p:nvSpPr>
        <p:spPr>
          <a:xfrm rot="-128636" flipH="1">
            <a:off x="-2432617" y="-1557624"/>
            <a:ext cx="4865234" cy="4865234"/>
          </a:xfrm>
          <a:custGeom>
            <a:avLst/>
            <a:gdLst/>
            <a:ahLst/>
            <a:cxnLst/>
            <a:rect l="l" t="t" r="r" b="b"/>
            <a:pathLst>
              <a:path w="4865234" h="4865234">
                <a:moveTo>
                  <a:pt x="4865234" y="0"/>
                </a:moveTo>
                <a:lnTo>
                  <a:pt x="0" y="0"/>
                </a:lnTo>
                <a:lnTo>
                  <a:pt x="0" y="4865234"/>
                </a:lnTo>
                <a:lnTo>
                  <a:pt x="4865234" y="4865234"/>
                </a:lnTo>
                <a:lnTo>
                  <a:pt x="4865234" y="0"/>
                </a:lnTo>
                <a:close/>
              </a:path>
            </a:pathLst>
          </a:custGeom>
          <a:blipFill>
            <a:blip r:embed="rId28">
              <a:extLst>
                <a:ext uri="{96DAC541-7B7A-43D3-8B79-37D633B846F1}">
                  <asvg:svgBlip xmlns:asvg="http://schemas.microsoft.com/office/drawing/2016/SVG/main" r:embed="rId29"/>
                </a:ext>
              </a:extLst>
            </a:blip>
            <a:stretch>
              <a:fillRect/>
            </a:stretch>
          </a:blipFill>
        </p:spPr>
      </p:sp>
      <p:sp>
        <p:nvSpPr>
          <p:cNvPr id="34" name="TextBox 34"/>
          <p:cNvSpPr txBox="1"/>
          <p:nvPr/>
        </p:nvSpPr>
        <p:spPr>
          <a:xfrm>
            <a:off x="3312467" y="4890689"/>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
        <p:nvSpPr>
          <p:cNvPr id="35" name="TextBox 35"/>
          <p:cNvSpPr txBox="1"/>
          <p:nvPr/>
        </p:nvSpPr>
        <p:spPr>
          <a:xfrm>
            <a:off x="10674142" y="4890689"/>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
        <p:nvSpPr>
          <p:cNvPr id="36" name="TextBox 36"/>
          <p:cNvSpPr txBox="1"/>
          <p:nvPr/>
        </p:nvSpPr>
        <p:spPr>
          <a:xfrm>
            <a:off x="3312467" y="8415417"/>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
        <p:nvSpPr>
          <p:cNvPr id="37" name="TextBox 37"/>
          <p:cNvSpPr txBox="1"/>
          <p:nvPr/>
        </p:nvSpPr>
        <p:spPr>
          <a:xfrm>
            <a:off x="10674142" y="8415417"/>
            <a:ext cx="4308857"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Lorem ipsum dolor sit amet.</a:t>
            </a:r>
          </a:p>
        </p:txBody>
      </p:sp>
    </p:spTree>
    <p:extLst>
      <p:ext uri="{BB962C8B-B14F-4D97-AF65-F5344CB8AC3E}">
        <p14:creationId xmlns:p14="http://schemas.microsoft.com/office/powerpoint/2010/main" val="29585633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10415551" y="0"/>
            <a:ext cx="7872449" cy="10287000"/>
            <a:chOff x="0" y="0"/>
            <a:chExt cx="10496599" cy="13716000"/>
          </a:xfrm>
        </p:grpSpPr>
        <p:pic>
          <p:nvPicPr>
            <p:cNvPr id="4" name="Picture 4"/>
            <p:cNvPicPr>
              <a:picLocks noChangeAspect="1"/>
            </p:cNvPicPr>
            <p:nvPr/>
          </p:nvPicPr>
          <p:blipFill>
            <a:blip r:embed="rId4"/>
            <a:srcRect l="2169" r="2169"/>
            <a:stretch>
              <a:fillRect/>
            </a:stretch>
          </p:blipFill>
          <p:spPr>
            <a:xfrm>
              <a:off x="0" y="0"/>
              <a:ext cx="10496599" cy="13716000"/>
            </a:xfrm>
            <a:prstGeom prst="rect">
              <a:avLst/>
            </a:prstGeom>
          </p:spPr>
        </p:pic>
      </p:grpSp>
      <p:sp>
        <p:nvSpPr>
          <p:cNvPr id="5" name="Freeform 5"/>
          <p:cNvSpPr/>
          <p:nvPr/>
        </p:nvSpPr>
        <p:spPr>
          <a:xfrm>
            <a:off x="7050668" y="2740753"/>
            <a:ext cx="2196103" cy="2255305"/>
          </a:xfrm>
          <a:custGeom>
            <a:avLst/>
            <a:gdLst/>
            <a:ahLst/>
            <a:cxnLst/>
            <a:rect l="l" t="t" r="r" b="b"/>
            <a:pathLst>
              <a:path w="2196103" h="2255305">
                <a:moveTo>
                  <a:pt x="0" y="0"/>
                </a:moveTo>
                <a:lnTo>
                  <a:pt x="2196103" y="0"/>
                </a:lnTo>
                <a:lnTo>
                  <a:pt x="2196103" y="2255305"/>
                </a:lnTo>
                <a:lnTo>
                  <a:pt x="0" y="225530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6" name="Freeform 6"/>
          <p:cNvSpPr/>
          <p:nvPr/>
        </p:nvSpPr>
        <p:spPr>
          <a:xfrm>
            <a:off x="1434697" y="6776701"/>
            <a:ext cx="2645766" cy="2097371"/>
          </a:xfrm>
          <a:custGeom>
            <a:avLst/>
            <a:gdLst/>
            <a:ahLst/>
            <a:cxnLst/>
            <a:rect l="l" t="t" r="r" b="b"/>
            <a:pathLst>
              <a:path w="2645766" h="2097371">
                <a:moveTo>
                  <a:pt x="0" y="0"/>
                </a:moveTo>
                <a:lnTo>
                  <a:pt x="2645766" y="0"/>
                </a:lnTo>
                <a:lnTo>
                  <a:pt x="2645766" y="2097371"/>
                </a:lnTo>
                <a:lnTo>
                  <a:pt x="0" y="2097371"/>
                </a:lnTo>
                <a:lnTo>
                  <a:pt x="0" y="0"/>
                </a:lnTo>
                <a:close/>
              </a:path>
            </a:pathLst>
          </a:custGeom>
          <a:blipFill>
            <a:blip r:embed="rId7">
              <a:extLst>
                <a:ext uri="{96DAC541-7B7A-43D3-8B79-37D633B846F1}">
                  <asvg:svgBlip xmlns:asvg="http://schemas.microsoft.com/office/drawing/2016/SVG/main" r:embed="rId8"/>
                </a:ext>
              </a:extLst>
            </a:blip>
            <a:stretch>
              <a:fillRect/>
            </a:stretch>
          </a:blipFill>
          <a:ln cap="sq">
            <a:noFill/>
            <a:prstDash val="solid"/>
            <a:miter/>
          </a:ln>
        </p:spPr>
      </p:sp>
      <p:sp>
        <p:nvSpPr>
          <p:cNvPr id="7" name="Freeform 7"/>
          <p:cNvSpPr/>
          <p:nvPr/>
        </p:nvSpPr>
        <p:spPr>
          <a:xfrm>
            <a:off x="6320486" y="6836686"/>
            <a:ext cx="2572227" cy="1977400"/>
          </a:xfrm>
          <a:custGeom>
            <a:avLst/>
            <a:gdLst/>
            <a:ahLst/>
            <a:cxnLst/>
            <a:rect l="l" t="t" r="r" b="b"/>
            <a:pathLst>
              <a:path w="2572227" h="1977400">
                <a:moveTo>
                  <a:pt x="0" y="0"/>
                </a:moveTo>
                <a:lnTo>
                  <a:pt x="2572227" y="0"/>
                </a:lnTo>
                <a:lnTo>
                  <a:pt x="2572227" y="1977400"/>
                </a:lnTo>
                <a:lnTo>
                  <a:pt x="0" y="1977400"/>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8" name="Freeform 8"/>
          <p:cNvSpPr/>
          <p:nvPr/>
        </p:nvSpPr>
        <p:spPr>
          <a:xfrm>
            <a:off x="1491771" y="3069698"/>
            <a:ext cx="2099102" cy="2020386"/>
          </a:xfrm>
          <a:custGeom>
            <a:avLst/>
            <a:gdLst/>
            <a:ahLst/>
            <a:cxnLst/>
            <a:rect l="l" t="t" r="r" b="b"/>
            <a:pathLst>
              <a:path w="2099102" h="2020386">
                <a:moveTo>
                  <a:pt x="0" y="0"/>
                </a:moveTo>
                <a:lnTo>
                  <a:pt x="2099102" y="0"/>
                </a:lnTo>
                <a:lnTo>
                  <a:pt x="2099102" y="2020386"/>
                </a:lnTo>
                <a:lnTo>
                  <a:pt x="0" y="2020386"/>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9" name="TextBox 9"/>
          <p:cNvSpPr txBox="1"/>
          <p:nvPr/>
        </p:nvSpPr>
        <p:spPr>
          <a:xfrm>
            <a:off x="1434697" y="762376"/>
            <a:ext cx="7344176" cy="1578326"/>
          </a:xfrm>
          <a:prstGeom prst="rect">
            <a:avLst/>
          </a:prstGeom>
        </p:spPr>
        <p:txBody>
          <a:bodyPr lIns="0" tIns="0" rIns="0" bIns="0" rtlCol="0" anchor="t">
            <a:spAutoFit/>
          </a:bodyPr>
          <a:lstStyle/>
          <a:p>
            <a:pPr marL="0" lvl="0" indent="0" algn="ctr">
              <a:lnSpc>
                <a:spcPts val="12412"/>
              </a:lnSpc>
              <a:spcBef>
                <a:spcPct val="0"/>
              </a:spcBef>
            </a:pPr>
            <a:r>
              <a:rPr lang="en-US" sz="10258" u="none" strike="noStrike">
                <a:solidFill>
                  <a:srgbClr val="E668A0"/>
                </a:solidFill>
                <a:latin typeface="Sensei"/>
                <a:ea typeface="Sensei"/>
                <a:cs typeface="Sensei"/>
                <a:sym typeface="Sensei"/>
              </a:rPr>
              <a:t>Contact Us</a:t>
            </a:r>
          </a:p>
        </p:txBody>
      </p:sp>
      <p:sp>
        <p:nvSpPr>
          <p:cNvPr id="10" name="TextBox 10"/>
          <p:cNvSpPr txBox="1"/>
          <p:nvPr/>
        </p:nvSpPr>
        <p:spPr>
          <a:xfrm>
            <a:off x="5284471" y="5425717"/>
            <a:ext cx="4892954"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123-456-7890</a:t>
            </a:r>
          </a:p>
        </p:txBody>
      </p:sp>
      <p:sp>
        <p:nvSpPr>
          <p:cNvPr id="11" name="TextBox 11"/>
          <p:cNvSpPr txBox="1"/>
          <p:nvPr/>
        </p:nvSpPr>
        <p:spPr>
          <a:xfrm>
            <a:off x="5284471" y="9137964"/>
            <a:ext cx="4892954"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hello@reallygreatsite.com</a:t>
            </a:r>
          </a:p>
        </p:txBody>
      </p:sp>
      <p:sp>
        <p:nvSpPr>
          <p:cNvPr id="12" name="TextBox 12"/>
          <p:cNvSpPr txBox="1"/>
          <p:nvPr/>
        </p:nvSpPr>
        <p:spPr>
          <a:xfrm>
            <a:off x="262424" y="9137964"/>
            <a:ext cx="4892954"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reallygreatsite.com</a:t>
            </a:r>
          </a:p>
        </p:txBody>
      </p:sp>
      <p:sp>
        <p:nvSpPr>
          <p:cNvPr id="13" name="TextBox 13"/>
          <p:cNvSpPr txBox="1"/>
          <p:nvPr/>
        </p:nvSpPr>
        <p:spPr>
          <a:xfrm>
            <a:off x="262424" y="5425717"/>
            <a:ext cx="4892954"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@reallygreatsite</a:t>
            </a:r>
          </a:p>
        </p:txBody>
      </p:sp>
    </p:spTree>
    <p:extLst>
      <p:ext uri="{BB962C8B-B14F-4D97-AF65-F5344CB8AC3E}">
        <p14:creationId xmlns:p14="http://schemas.microsoft.com/office/powerpoint/2010/main" val="37614014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2007526" y="3045236"/>
            <a:ext cx="4674248" cy="1168562"/>
          </a:xfrm>
          <a:custGeom>
            <a:avLst/>
            <a:gdLst/>
            <a:ahLst/>
            <a:cxnLst/>
            <a:rect l="l" t="t" r="r" b="b"/>
            <a:pathLst>
              <a:path w="4674248" h="1168562">
                <a:moveTo>
                  <a:pt x="0" y="0"/>
                </a:moveTo>
                <a:lnTo>
                  <a:pt x="4674248" y="0"/>
                </a:lnTo>
                <a:lnTo>
                  <a:pt x="4674248" y="1168562"/>
                </a:lnTo>
                <a:lnTo>
                  <a:pt x="0" y="1168562"/>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0" y="0"/>
            <a:ext cx="10350563" cy="10287000"/>
            <a:chOff x="0" y="0"/>
            <a:chExt cx="13800750" cy="13716000"/>
          </a:xfrm>
        </p:grpSpPr>
        <p:pic>
          <p:nvPicPr>
            <p:cNvPr id="5" name="Picture 5"/>
            <p:cNvPicPr>
              <a:picLocks noChangeAspect="1"/>
            </p:cNvPicPr>
            <p:nvPr/>
          </p:nvPicPr>
          <p:blipFill>
            <a:blip r:embed="rId6"/>
            <a:srcRect t="13551" b="20191"/>
            <a:stretch>
              <a:fillRect/>
            </a:stretch>
          </p:blipFill>
          <p:spPr>
            <a:xfrm>
              <a:off x="0" y="0"/>
              <a:ext cx="13800750" cy="13716000"/>
            </a:xfrm>
            <a:prstGeom prst="rect">
              <a:avLst/>
            </a:prstGeom>
          </p:spPr>
        </p:pic>
      </p:grpSp>
      <p:sp>
        <p:nvSpPr>
          <p:cNvPr id="6" name="TextBox 6"/>
          <p:cNvSpPr txBox="1"/>
          <p:nvPr/>
        </p:nvSpPr>
        <p:spPr>
          <a:xfrm>
            <a:off x="11391369" y="1511077"/>
            <a:ext cx="5906563" cy="1067435"/>
          </a:xfrm>
          <a:prstGeom prst="rect">
            <a:avLst/>
          </a:prstGeom>
        </p:spPr>
        <p:txBody>
          <a:bodyPr lIns="0" tIns="0" rIns="0" bIns="0" rtlCol="0" anchor="t">
            <a:spAutoFit/>
          </a:bodyPr>
          <a:lstStyle/>
          <a:p>
            <a:pPr marL="0" lvl="0" indent="0" algn="ctr">
              <a:lnSpc>
                <a:spcPts val="8470"/>
              </a:lnSpc>
              <a:spcBef>
                <a:spcPct val="0"/>
              </a:spcBef>
            </a:pPr>
            <a:r>
              <a:rPr lang="en-US" sz="7000" u="none" strike="noStrike">
                <a:solidFill>
                  <a:srgbClr val="E668A0"/>
                </a:solidFill>
                <a:latin typeface="Sensei"/>
                <a:ea typeface="Sensei"/>
                <a:cs typeface="Sensei"/>
                <a:sym typeface="Sensei"/>
              </a:rPr>
              <a:t>Credits</a:t>
            </a:r>
          </a:p>
        </p:txBody>
      </p:sp>
      <p:sp>
        <p:nvSpPr>
          <p:cNvPr id="7" name="TextBox 7"/>
          <p:cNvSpPr txBox="1"/>
          <p:nvPr/>
        </p:nvSpPr>
        <p:spPr>
          <a:xfrm>
            <a:off x="11753880" y="4632898"/>
            <a:ext cx="5181540" cy="727710"/>
          </a:xfrm>
          <a:prstGeom prst="rect">
            <a:avLst/>
          </a:prstGeom>
        </p:spPr>
        <p:txBody>
          <a:bodyPr lIns="0" tIns="0" rIns="0" bIns="0" rtlCol="0" anchor="t">
            <a:spAutoFit/>
          </a:bodyPr>
          <a:lstStyle/>
          <a:p>
            <a:pPr marL="0" lvl="1" indent="0" algn="ctr">
              <a:lnSpc>
                <a:spcPts val="2940"/>
              </a:lnSpc>
              <a:spcBef>
                <a:spcPct val="0"/>
              </a:spcBef>
            </a:pPr>
            <a:r>
              <a:rPr lang="en-US" sz="2100" b="1" u="none" strike="noStrike">
                <a:solidFill>
                  <a:srgbClr val="1A4F6B"/>
                </a:solidFill>
                <a:latin typeface="Atkinson Hyperlegible Bold"/>
                <a:ea typeface="Atkinson Hyperlegible Bold"/>
                <a:cs typeface="Atkinson Hyperlegible Bold"/>
                <a:sym typeface="Atkinson Hyperlegible Bold"/>
              </a:rPr>
              <a:t>This presentation template is free for everyone to use thanks to the following:</a:t>
            </a:r>
          </a:p>
        </p:txBody>
      </p:sp>
      <p:sp>
        <p:nvSpPr>
          <p:cNvPr id="8" name="TextBox 8"/>
          <p:cNvSpPr txBox="1"/>
          <p:nvPr/>
        </p:nvSpPr>
        <p:spPr>
          <a:xfrm>
            <a:off x="11753880" y="6371846"/>
            <a:ext cx="5181540"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for the presentation template</a:t>
            </a:r>
          </a:p>
        </p:txBody>
      </p:sp>
      <p:sp>
        <p:nvSpPr>
          <p:cNvPr id="9" name="TextBox 9"/>
          <p:cNvSpPr txBox="1"/>
          <p:nvPr/>
        </p:nvSpPr>
        <p:spPr>
          <a:xfrm>
            <a:off x="11753880" y="7554215"/>
            <a:ext cx="5181540" cy="356235"/>
          </a:xfrm>
          <a:prstGeom prst="rect">
            <a:avLst/>
          </a:prstGeom>
        </p:spPr>
        <p:txBody>
          <a:bodyPr lIns="0" tIns="0" rIns="0" bIns="0" rtlCol="0" anchor="t">
            <a:spAutoFit/>
          </a:bodyPr>
          <a:lstStyle/>
          <a:p>
            <a:pPr marL="0" lvl="1" indent="0" algn="ctr">
              <a:lnSpc>
                <a:spcPts val="2940"/>
              </a:lnSpc>
              <a:spcBef>
                <a:spcPct val="0"/>
              </a:spcBef>
            </a:pPr>
            <a:r>
              <a:rPr lang="en-US" sz="2100" u="none" strike="noStrike">
                <a:solidFill>
                  <a:srgbClr val="1A4F6B"/>
                </a:solidFill>
                <a:latin typeface="Atkinson Hyperlegible"/>
                <a:ea typeface="Atkinson Hyperlegible"/>
                <a:cs typeface="Atkinson Hyperlegible"/>
                <a:sym typeface="Atkinson Hyperlegible"/>
              </a:rPr>
              <a:t>for the photos</a:t>
            </a:r>
          </a:p>
        </p:txBody>
      </p:sp>
      <p:sp>
        <p:nvSpPr>
          <p:cNvPr id="10" name="TextBox 10"/>
          <p:cNvSpPr txBox="1"/>
          <p:nvPr/>
        </p:nvSpPr>
        <p:spPr>
          <a:xfrm>
            <a:off x="12844587" y="5747958"/>
            <a:ext cx="3000126" cy="497841"/>
          </a:xfrm>
          <a:prstGeom prst="rect">
            <a:avLst/>
          </a:prstGeom>
        </p:spPr>
        <p:txBody>
          <a:bodyPr lIns="0" tIns="0" rIns="0" bIns="0" rtlCol="0" anchor="t">
            <a:spAutoFit/>
          </a:bodyPr>
          <a:lstStyle/>
          <a:p>
            <a:pPr marL="0" lvl="1" indent="0" algn="ctr">
              <a:lnSpc>
                <a:spcPts val="4059"/>
              </a:lnSpc>
              <a:spcBef>
                <a:spcPct val="0"/>
              </a:spcBef>
            </a:pPr>
            <a:r>
              <a:rPr lang="en-US" sz="2899" u="none" strike="noStrike">
                <a:solidFill>
                  <a:srgbClr val="1A4F6B"/>
                </a:solidFill>
                <a:latin typeface="Sensei"/>
                <a:ea typeface="Sensei"/>
                <a:cs typeface="Sensei"/>
                <a:sym typeface="Sensei"/>
              </a:rPr>
              <a:t>SlidesCarnival</a:t>
            </a:r>
          </a:p>
        </p:txBody>
      </p:sp>
      <p:sp>
        <p:nvSpPr>
          <p:cNvPr id="11" name="TextBox 11"/>
          <p:cNvSpPr txBox="1"/>
          <p:nvPr/>
        </p:nvSpPr>
        <p:spPr>
          <a:xfrm>
            <a:off x="12844587" y="6930328"/>
            <a:ext cx="3000126" cy="497841"/>
          </a:xfrm>
          <a:prstGeom prst="rect">
            <a:avLst/>
          </a:prstGeom>
        </p:spPr>
        <p:txBody>
          <a:bodyPr lIns="0" tIns="0" rIns="0" bIns="0" rtlCol="0" anchor="t">
            <a:spAutoFit/>
          </a:bodyPr>
          <a:lstStyle/>
          <a:p>
            <a:pPr marL="0" lvl="1" indent="0" algn="ctr">
              <a:lnSpc>
                <a:spcPts val="4059"/>
              </a:lnSpc>
              <a:spcBef>
                <a:spcPct val="0"/>
              </a:spcBef>
            </a:pPr>
            <a:r>
              <a:rPr lang="en-US" sz="2899" u="none" strike="noStrike">
                <a:solidFill>
                  <a:srgbClr val="1A4F6B"/>
                </a:solidFill>
                <a:latin typeface="Sensei"/>
                <a:ea typeface="Sensei"/>
                <a:cs typeface="Sensei"/>
                <a:sym typeface="Sensei"/>
              </a:rPr>
              <a:t>Pexels</a:t>
            </a:r>
          </a:p>
        </p:txBody>
      </p:sp>
      <p:sp>
        <p:nvSpPr>
          <p:cNvPr id="12" name="TextBox 12"/>
          <p:cNvSpPr txBox="1"/>
          <p:nvPr/>
        </p:nvSpPr>
        <p:spPr>
          <a:xfrm>
            <a:off x="11753880" y="8622920"/>
            <a:ext cx="5181540" cy="780340"/>
          </a:xfrm>
          <a:prstGeom prst="rect">
            <a:avLst/>
          </a:prstGeom>
        </p:spPr>
        <p:txBody>
          <a:bodyPr lIns="0" tIns="0" rIns="0" bIns="0" rtlCol="0" anchor="t">
            <a:spAutoFit/>
          </a:bodyPr>
          <a:lstStyle/>
          <a:p>
            <a:pPr marL="0" lvl="0" indent="0" algn="ctr">
              <a:lnSpc>
                <a:spcPts val="6464"/>
              </a:lnSpc>
              <a:spcBef>
                <a:spcPct val="0"/>
              </a:spcBef>
            </a:pPr>
            <a:r>
              <a:rPr lang="en-US" sz="4488" u="none" strike="noStrike">
                <a:solidFill>
                  <a:srgbClr val="7BBBDD"/>
                </a:solidFill>
                <a:latin typeface="Sensei"/>
                <a:ea typeface="Sensei"/>
                <a:cs typeface="Sensei"/>
                <a:sym typeface="Sensei"/>
              </a:rPr>
              <a:t>Happy designing </a:t>
            </a:r>
          </a:p>
        </p:txBody>
      </p:sp>
    </p:spTree>
    <p:extLst>
      <p:ext uri="{BB962C8B-B14F-4D97-AF65-F5344CB8AC3E}">
        <p14:creationId xmlns:p14="http://schemas.microsoft.com/office/powerpoint/2010/main" val="1856428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TextBox 3"/>
          <p:cNvSpPr txBox="1"/>
          <p:nvPr/>
        </p:nvSpPr>
        <p:spPr>
          <a:xfrm>
            <a:off x="1240959" y="874446"/>
            <a:ext cx="3782843" cy="2077339"/>
          </a:xfrm>
          <a:prstGeom prst="rect">
            <a:avLst/>
          </a:prstGeom>
        </p:spPr>
        <p:txBody>
          <a:bodyPr lIns="0" tIns="0" rIns="0" bIns="0" rtlCol="0" anchor="t">
            <a:spAutoFit/>
          </a:bodyPr>
          <a:lstStyle/>
          <a:p>
            <a:pPr marL="0" lvl="0" indent="0" algn="l">
              <a:lnSpc>
                <a:spcPts val="8228"/>
              </a:lnSpc>
              <a:spcBef>
                <a:spcPct val="0"/>
              </a:spcBef>
            </a:pPr>
            <a:r>
              <a:rPr lang="en-US" sz="6800" u="none" strike="noStrike">
                <a:solidFill>
                  <a:srgbClr val="E668A0"/>
                </a:solidFill>
                <a:latin typeface="Sensei"/>
                <a:ea typeface="Sensei"/>
                <a:cs typeface="Sensei"/>
                <a:sym typeface="Sensei"/>
              </a:rPr>
              <a:t>Resource </a:t>
            </a:r>
          </a:p>
          <a:p>
            <a:pPr marL="0" lvl="0" indent="0" algn="l">
              <a:lnSpc>
                <a:spcPts val="8228"/>
              </a:lnSpc>
              <a:spcBef>
                <a:spcPct val="0"/>
              </a:spcBef>
            </a:pPr>
            <a:r>
              <a:rPr lang="en-US" sz="6800" u="none" strike="noStrike">
                <a:solidFill>
                  <a:srgbClr val="E668A0"/>
                </a:solidFill>
                <a:latin typeface="Sensei"/>
                <a:ea typeface="Sensei"/>
                <a:cs typeface="Sensei"/>
                <a:sym typeface="Sensei"/>
              </a:rPr>
              <a:t>Page</a:t>
            </a:r>
          </a:p>
        </p:txBody>
      </p:sp>
      <p:sp>
        <p:nvSpPr>
          <p:cNvPr id="4" name="TextBox 4"/>
          <p:cNvSpPr txBox="1"/>
          <p:nvPr/>
        </p:nvSpPr>
        <p:spPr>
          <a:xfrm>
            <a:off x="1240959" y="4805175"/>
            <a:ext cx="3787611" cy="4780280"/>
          </a:xfrm>
          <a:prstGeom prst="rect">
            <a:avLst/>
          </a:prstGeom>
        </p:spPr>
        <p:txBody>
          <a:bodyPr lIns="0" tIns="0" rIns="0" bIns="0" rtlCol="0" anchor="t">
            <a:spAutoFit/>
          </a:bodyPr>
          <a:lstStyle/>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This presentation template</a:t>
            </a: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uses the following free fonts:</a:t>
            </a:r>
          </a:p>
          <a:p>
            <a:pPr marL="0" lvl="1" indent="0" algn="l">
              <a:lnSpc>
                <a:spcPts val="3160"/>
              </a:lnSpc>
            </a:pPr>
            <a:endParaRPr lang="en-US" sz="2000" u="none" strike="noStrike">
              <a:solidFill>
                <a:srgbClr val="1A4F6B"/>
              </a:solidFill>
              <a:latin typeface="Atkinson Hyperlegible"/>
              <a:ea typeface="Atkinson Hyperlegible"/>
              <a:cs typeface="Atkinson Hyperlegible"/>
              <a:sym typeface="Atkinson Hyperlegible"/>
            </a:endParaRP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Titles: Sensei</a:t>
            </a: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Headers: Atkinson Hyperlegible</a:t>
            </a: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Body Copy: Atkinson Hyperlegible</a:t>
            </a:r>
          </a:p>
          <a:p>
            <a:pPr marL="0" lvl="1" indent="0" algn="l">
              <a:lnSpc>
                <a:spcPts val="3160"/>
              </a:lnSpc>
            </a:pPr>
            <a:endParaRPr lang="en-US" sz="2000" u="none" strike="noStrike">
              <a:solidFill>
                <a:srgbClr val="1A4F6B"/>
              </a:solidFill>
              <a:latin typeface="Atkinson Hyperlegible"/>
              <a:ea typeface="Atkinson Hyperlegible"/>
              <a:cs typeface="Atkinson Hyperlegible"/>
              <a:sym typeface="Atkinson Hyperlegible"/>
            </a:endParaRP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You can find these fonts</a:t>
            </a: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online too. Happy designing! </a:t>
            </a:r>
          </a:p>
          <a:p>
            <a:pPr marL="0" lvl="1" indent="0" algn="l">
              <a:lnSpc>
                <a:spcPts val="3160"/>
              </a:lnSpc>
            </a:pPr>
            <a:endParaRPr lang="en-US" sz="2000" u="none" strike="noStrike">
              <a:solidFill>
                <a:srgbClr val="1A4F6B"/>
              </a:solidFill>
              <a:latin typeface="Atkinson Hyperlegible"/>
              <a:ea typeface="Atkinson Hyperlegible"/>
              <a:cs typeface="Atkinson Hyperlegible"/>
              <a:sym typeface="Atkinson Hyperlegible"/>
            </a:endParaRP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Don't forget to delete this</a:t>
            </a:r>
          </a:p>
          <a:p>
            <a:pPr marL="0" lvl="1" indent="0" algn="l">
              <a:lnSpc>
                <a:spcPts val="3160"/>
              </a:lnSpc>
            </a:pPr>
            <a:r>
              <a:rPr lang="en-US" sz="2000" u="none" strike="noStrike">
                <a:solidFill>
                  <a:srgbClr val="1A4F6B"/>
                </a:solidFill>
                <a:latin typeface="Atkinson Hyperlegible"/>
                <a:ea typeface="Atkinson Hyperlegible"/>
                <a:cs typeface="Atkinson Hyperlegible"/>
                <a:sym typeface="Atkinson Hyperlegible"/>
              </a:rPr>
              <a:t>page before presenting. </a:t>
            </a:r>
          </a:p>
        </p:txBody>
      </p:sp>
      <p:sp>
        <p:nvSpPr>
          <p:cNvPr id="5" name="TextBox 5"/>
          <p:cNvSpPr txBox="1"/>
          <p:nvPr/>
        </p:nvSpPr>
        <p:spPr>
          <a:xfrm>
            <a:off x="1240959" y="3665074"/>
            <a:ext cx="4011616" cy="701675"/>
          </a:xfrm>
          <a:prstGeom prst="rect">
            <a:avLst/>
          </a:prstGeom>
        </p:spPr>
        <p:txBody>
          <a:bodyPr lIns="0" tIns="0" rIns="0" bIns="0" rtlCol="0" anchor="t">
            <a:spAutoFit/>
          </a:bodyPr>
          <a:lstStyle/>
          <a:p>
            <a:pPr marL="0" lvl="1" indent="0" algn="l">
              <a:lnSpc>
                <a:spcPts val="2800"/>
              </a:lnSpc>
              <a:spcBef>
                <a:spcPct val="0"/>
              </a:spcBef>
            </a:pPr>
            <a:r>
              <a:rPr lang="en-US" sz="2000" b="1" u="none" strike="noStrike">
                <a:solidFill>
                  <a:srgbClr val="1A4F6B"/>
                </a:solidFill>
                <a:latin typeface="Atkinson Hyperlegible Bold"/>
                <a:ea typeface="Atkinson Hyperlegible Bold"/>
                <a:cs typeface="Atkinson Hyperlegible Bold"/>
                <a:sym typeface="Atkinson Hyperlegible Bold"/>
              </a:rPr>
              <a:t>Use these design resources</a:t>
            </a:r>
          </a:p>
          <a:p>
            <a:pPr marL="0" lvl="1" indent="0" algn="l">
              <a:lnSpc>
                <a:spcPts val="2800"/>
              </a:lnSpc>
              <a:spcBef>
                <a:spcPct val="0"/>
              </a:spcBef>
            </a:pPr>
            <a:r>
              <a:rPr lang="en-US" sz="2000" b="1" u="none" strike="noStrike">
                <a:solidFill>
                  <a:srgbClr val="1A4F6B"/>
                </a:solidFill>
                <a:latin typeface="Atkinson Hyperlegible Bold"/>
                <a:ea typeface="Atkinson Hyperlegible Bold"/>
                <a:cs typeface="Atkinson Hyperlegible Bold"/>
                <a:sym typeface="Atkinson Hyperlegible Bold"/>
              </a:rPr>
              <a:t>in your Canva Presentation.</a:t>
            </a:r>
          </a:p>
        </p:txBody>
      </p:sp>
      <p:sp>
        <p:nvSpPr>
          <p:cNvPr id="6" name="Freeform 6"/>
          <p:cNvSpPr/>
          <p:nvPr/>
        </p:nvSpPr>
        <p:spPr>
          <a:xfrm flipH="1">
            <a:off x="6796530" y="1833030"/>
            <a:ext cx="801045" cy="829025"/>
          </a:xfrm>
          <a:custGeom>
            <a:avLst/>
            <a:gdLst/>
            <a:ahLst/>
            <a:cxnLst/>
            <a:rect l="l" t="t" r="r" b="b"/>
            <a:pathLst>
              <a:path w="801045" h="829025">
                <a:moveTo>
                  <a:pt x="801045" y="0"/>
                </a:moveTo>
                <a:lnTo>
                  <a:pt x="0" y="0"/>
                </a:lnTo>
                <a:lnTo>
                  <a:pt x="0" y="829024"/>
                </a:lnTo>
                <a:lnTo>
                  <a:pt x="801045" y="829024"/>
                </a:lnTo>
                <a:lnTo>
                  <a:pt x="801045"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Freeform 7"/>
          <p:cNvSpPr/>
          <p:nvPr/>
        </p:nvSpPr>
        <p:spPr>
          <a:xfrm>
            <a:off x="14873622" y="4944757"/>
            <a:ext cx="892337" cy="637615"/>
          </a:xfrm>
          <a:custGeom>
            <a:avLst/>
            <a:gdLst/>
            <a:ahLst/>
            <a:cxnLst/>
            <a:rect l="l" t="t" r="r" b="b"/>
            <a:pathLst>
              <a:path w="892337" h="637615">
                <a:moveTo>
                  <a:pt x="0" y="0"/>
                </a:moveTo>
                <a:lnTo>
                  <a:pt x="892337" y="0"/>
                </a:lnTo>
                <a:lnTo>
                  <a:pt x="892337" y="637616"/>
                </a:lnTo>
                <a:lnTo>
                  <a:pt x="0" y="63761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Freeform 8"/>
          <p:cNvSpPr/>
          <p:nvPr/>
        </p:nvSpPr>
        <p:spPr>
          <a:xfrm>
            <a:off x="11768244" y="4778829"/>
            <a:ext cx="912516" cy="969472"/>
          </a:xfrm>
          <a:custGeom>
            <a:avLst/>
            <a:gdLst/>
            <a:ahLst/>
            <a:cxnLst/>
            <a:rect l="l" t="t" r="r" b="b"/>
            <a:pathLst>
              <a:path w="912516" h="969472">
                <a:moveTo>
                  <a:pt x="0" y="0"/>
                </a:moveTo>
                <a:lnTo>
                  <a:pt x="912516" y="0"/>
                </a:lnTo>
                <a:lnTo>
                  <a:pt x="912516" y="969472"/>
                </a:lnTo>
                <a:lnTo>
                  <a:pt x="0" y="96947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9" name="Freeform 9"/>
          <p:cNvSpPr/>
          <p:nvPr/>
        </p:nvSpPr>
        <p:spPr>
          <a:xfrm>
            <a:off x="7882120" y="2740350"/>
            <a:ext cx="431511" cy="796413"/>
          </a:xfrm>
          <a:custGeom>
            <a:avLst/>
            <a:gdLst/>
            <a:ahLst/>
            <a:cxnLst/>
            <a:rect l="l" t="t" r="r" b="b"/>
            <a:pathLst>
              <a:path w="431511" h="796413">
                <a:moveTo>
                  <a:pt x="0" y="0"/>
                </a:moveTo>
                <a:lnTo>
                  <a:pt x="431511" y="0"/>
                </a:lnTo>
                <a:lnTo>
                  <a:pt x="431511" y="796412"/>
                </a:lnTo>
                <a:lnTo>
                  <a:pt x="0" y="796412"/>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0" name="Freeform 10"/>
          <p:cNvSpPr/>
          <p:nvPr/>
        </p:nvSpPr>
        <p:spPr>
          <a:xfrm>
            <a:off x="15419934" y="2027384"/>
            <a:ext cx="256236" cy="440317"/>
          </a:xfrm>
          <a:custGeom>
            <a:avLst/>
            <a:gdLst/>
            <a:ahLst/>
            <a:cxnLst/>
            <a:rect l="l" t="t" r="r" b="b"/>
            <a:pathLst>
              <a:path w="256236" h="440317">
                <a:moveTo>
                  <a:pt x="0" y="0"/>
                </a:moveTo>
                <a:lnTo>
                  <a:pt x="256236" y="0"/>
                </a:lnTo>
                <a:lnTo>
                  <a:pt x="256236" y="440316"/>
                </a:lnTo>
                <a:lnTo>
                  <a:pt x="0" y="440316"/>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11" name="Freeform 11"/>
          <p:cNvSpPr/>
          <p:nvPr/>
        </p:nvSpPr>
        <p:spPr>
          <a:xfrm rot="-5400000" flipH="1">
            <a:off x="16872352" y="2792015"/>
            <a:ext cx="615111" cy="693082"/>
          </a:xfrm>
          <a:custGeom>
            <a:avLst/>
            <a:gdLst/>
            <a:ahLst/>
            <a:cxnLst/>
            <a:rect l="l" t="t" r="r" b="b"/>
            <a:pathLst>
              <a:path w="615111" h="693082">
                <a:moveTo>
                  <a:pt x="615111" y="0"/>
                </a:moveTo>
                <a:lnTo>
                  <a:pt x="0" y="0"/>
                </a:lnTo>
                <a:lnTo>
                  <a:pt x="0" y="693082"/>
                </a:lnTo>
                <a:lnTo>
                  <a:pt x="615111" y="693082"/>
                </a:lnTo>
                <a:lnTo>
                  <a:pt x="615111" y="0"/>
                </a:lnTo>
                <a:close/>
              </a:path>
            </a:pathLst>
          </a:custGeom>
          <a:blipFill>
            <a:blip r:embed="rId14">
              <a:extLst>
                <a:ext uri="{96DAC541-7B7A-43D3-8B79-37D633B846F1}">
                  <asvg:svgBlip xmlns:asvg="http://schemas.microsoft.com/office/drawing/2016/SVG/main" r:embed="rId15"/>
                </a:ext>
              </a:extLst>
            </a:blip>
            <a:stretch>
              <a:fillRect/>
            </a:stretch>
          </a:blipFill>
          <a:ln cap="sq">
            <a:noFill/>
            <a:prstDash val="solid"/>
            <a:miter/>
          </a:ln>
        </p:spPr>
      </p:sp>
      <p:sp>
        <p:nvSpPr>
          <p:cNvPr id="12" name="Freeform 12"/>
          <p:cNvSpPr/>
          <p:nvPr/>
        </p:nvSpPr>
        <p:spPr>
          <a:xfrm>
            <a:off x="14903661" y="897210"/>
            <a:ext cx="746796" cy="683319"/>
          </a:xfrm>
          <a:custGeom>
            <a:avLst/>
            <a:gdLst/>
            <a:ahLst/>
            <a:cxnLst/>
            <a:rect l="l" t="t" r="r" b="b"/>
            <a:pathLst>
              <a:path w="746796" h="683319">
                <a:moveTo>
                  <a:pt x="0" y="0"/>
                </a:moveTo>
                <a:lnTo>
                  <a:pt x="746796" y="0"/>
                </a:lnTo>
                <a:lnTo>
                  <a:pt x="746796" y="683318"/>
                </a:lnTo>
                <a:lnTo>
                  <a:pt x="0" y="683318"/>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13" name="Freeform 13"/>
          <p:cNvSpPr/>
          <p:nvPr/>
        </p:nvSpPr>
        <p:spPr>
          <a:xfrm>
            <a:off x="11964270" y="6207951"/>
            <a:ext cx="887246" cy="723105"/>
          </a:xfrm>
          <a:custGeom>
            <a:avLst/>
            <a:gdLst/>
            <a:ahLst/>
            <a:cxnLst/>
            <a:rect l="l" t="t" r="r" b="b"/>
            <a:pathLst>
              <a:path w="887246" h="723105">
                <a:moveTo>
                  <a:pt x="0" y="0"/>
                </a:moveTo>
                <a:lnTo>
                  <a:pt x="887246" y="0"/>
                </a:lnTo>
                <a:lnTo>
                  <a:pt x="887246" y="723105"/>
                </a:lnTo>
                <a:lnTo>
                  <a:pt x="0" y="723105"/>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sp>
        <p:nvSpPr>
          <p:cNvPr id="14" name="Freeform 14"/>
          <p:cNvSpPr/>
          <p:nvPr/>
        </p:nvSpPr>
        <p:spPr>
          <a:xfrm>
            <a:off x="12316725" y="1974824"/>
            <a:ext cx="335195" cy="545436"/>
          </a:xfrm>
          <a:custGeom>
            <a:avLst/>
            <a:gdLst/>
            <a:ahLst/>
            <a:cxnLst/>
            <a:rect l="l" t="t" r="r" b="b"/>
            <a:pathLst>
              <a:path w="335195" h="545436">
                <a:moveTo>
                  <a:pt x="0" y="0"/>
                </a:moveTo>
                <a:lnTo>
                  <a:pt x="335195" y="0"/>
                </a:lnTo>
                <a:lnTo>
                  <a:pt x="335195" y="545436"/>
                </a:lnTo>
                <a:lnTo>
                  <a:pt x="0" y="545436"/>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sp>
      <p:sp>
        <p:nvSpPr>
          <p:cNvPr id="15" name="Freeform 15"/>
          <p:cNvSpPr/>
          <p:nvPr/>
        </p:nvSpPr>
        <p:spPr>
          <a:xfrm>
            <a:off x="10538277" y="2158963"/>
            <a:ext cx="732610" cy="177158"/>
          </a:xfrm>
          <a:custGeom>
            <a:avLst/>
            <a:gdLst/>
            <a:ahLst/>
            <a:cxnLst/>
            <a:rect l="l" t="t" r="r" b="b"/>
            <a:pathLst>
              <a:path w="732610" h="177158">
                <a:moveTo>
                  <a:pt x="0" y="0"/>
                </a:moveTo>
                <a:lnTo>
                  <a:pt x="732610" y="0"/>
                </a:lnTo>
                <a:lnTo>
                  <a:pt x="732610" y="177158"/>
                </a:lnTo>
                <a:lnTo>
                  <a:pt x="0" y="177158"/>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sp>
      <p:sp>
        <p:nvSpPr>
          <p:cNvPr id="16" name="Freeform 16"/>
          <p:cNvSpPr/>
          <p:nvPr/>
        </p:nvSpPr>
        <p:spPr>
          <a:xfrm>
            <a:off x="6803649" y="6175631"/>
            <a:ext cx="787745" cy="787745"/>
          </a:xfrm>
          <a:custGeom>
            <a:avLst/>
            <a:gdLst/>
            <a:ahLst/>
            <a:cxnLst/>
            <a:rect l="l" t="t" r="r" b="b"/>
            <a:pathLst>
              <a:path w="787745" h="787745">
                <a:moveTo>
                  <a:pt x="0" y="0"/>
                </a:moveTo>
                <a:lnTo>
                  <a:pt x="787745" y="0"/>
                </a:lnTo>
                <a:lnTo>
                  <a:pt x="787745" y="787745"/>
                </a:lnTo>
                <a:lnTo>
                  <a:pt x="0" y="787745"/>
                </a:lnTo>
                <a:lnTo>
                  <a:pt x="0" y="0"/>
                </a:lnTo>
                <a:close/>
              </a:path>
            </a:pathLst>
          </a:custGeom>
          <a:blipFill>
            <a:blip r:embed="rId24">
              <a:extLst>
                <a:ext uri="{96DAC541-7B7A-43D3-8B79-37D633B846F1}">
                  <asvg:svgBlip xmlns:asvg="http://schemas.microsoft.com/office/drawing/2016/SVG/main" r:embed="rId25"/>
                </a:ext>
              </a:extLst>
            </a:blip>
            <a:stretch>
              <a:fillRect/>
            </a:stretch>
          </a:blipFill>
        </p:spPr>
      </p:sp>
      <p:sp>
        <p:nvSpPr>
          <p:cNvPr id="17" name="Freeform 17"/>
          <p:cNvSpPr/>
          <p:nvPr/>
        </p:nvSpPr>
        <p:spPr>
          <a:xfrm>
            <a:off x="10137791" y="6385879"/>
            <a:ext cx="1393013" cy="367249"/>
          </a:xfrm>
          <a:custGeom>
            <a:avLst/>
            <a:gdLst/>
            <a:ahLst/>
            <a:cxnLst/>
            <a:rect l="l" t="t" r="r" b="b"/>
            <a:pathLst>
              <a:path w="1393013" h="367249">
                <a:moveTo>
                  <a:pt x="0" y="0"/>
                </a:moveTo>
                <a:lnTo>
                  <a:pt x="1393013" y="0"/>
                </a:lnTo>
                <a:lnTo>
                  <a:pt x="1393013" y="367249"/>
                </a:lnTo>
                <a:lnTo>
                  <a:pt x="0" y="367249"/>
                </a:lnTo>
                <a:lnTo>
                  <a:pt x="0" y="0"/>
                </a:lnTo>
                <a:close/>
              </a:path>
            </a:pathLst>
          </a:custGeom>
          <a:blipFill>
            <a:blip r:embed="rId26">
              <a:extLst>
                <a:ext uri="{96DAC541-7B7A-43D3-8B79-37D633B846F1}">
                  <asvg:svgBlip xmlns:asvg="http://schemas.microsoft.com/office/drawing/2016/SVG/main" r:embed="rId27"/>
                </a:ext>
              </a:extLst>
            </a:blip>
            <a:stretch>
              <a:fillRect/>
            </a:stretch>
          </a:blipFill>
        </p:spPr>
      </p:sp>
      <p:sp>
        <p:nvSpPr>
          <p:cNvPr id="18" name="Freeform 18"/>
          <p:cNvSpPr/>
          <p:nvPr/>
        </p:nvSpPr>
        <p:spPr>
          <a:xfrm>
            <a:off x="13982514" y="2773878"/>
            <a:ext cx="712369" cy="729355"/>
          </a:xfrm>
          <a:custGeom>
            <a:avLst/>
            <a:gdLst/>
            <a:ahLst/>
            <a:cxnLst/>
            <a:rect l="l" t="t" r="r" b="b"/>
            <a:pathLst>
              <a:path w="712369" h="729355">
                <a:moveTo>
                  <a:pt x="0" y="0"/>
                </a:moveTo>
                <a:lnTo>
                  <a:pt x="712368" y="0"/>
                </a:lnTo>
                <a:lnTo>
                  <a:pt x="712368" y="729356"/>
                </a:lnTo>
                <a:lnTo>
                  <a:pt x="0" y="729356"/>
                </a:lnTo>
                <a:lnTo>
                  <a:pt x="0" y="0"/>
                </a:lnTo>
                <a:close/>
              </a:path>
            </a:pathLst>
          </a:custGeom>
          <a:blipFill>
            <a:blip r:embed="rId28">
              <a:extLst>
                <a:ext uri="{96DAC541-7B7A-43D3-8B79-37D633B846F1}">
                  <asvg:svgBlip xmlns:asvg="http://schemas.microsoft.com/office/drawing/2016/SVG/main" r:embed="rId29"/>
                </a:ext>
              </a:extLst>
            </a:blip>
            <a:stretch>
              <a:fillRect/>
            </a:stretch>
          </a:blipFill>
        </p:spPr>
      </p:sp>
      <p:sp>
        <p:nvSpPr>
          <p:cNvPr id="19" name="Freeform 19"/>
          <p:cNvSpPr/>
          <p:nvPr/>
        </p:nvSpPr>
        <p:spPr>
          <a:xfrm>
            <a:off x="7517756" y="4871955"/>
            <a:ext cx="736807" cy="783220"/>
          </a:xfrm>
          <a:custGeom>
            <a:avLst/>
            <a:gdLst/>
            <a:ahLst/>
            <a:cxnLst/>
            <a:rect l="l" t="t" r="r" b="b"/>
            <a:pathLst>
              <a:path w="736807" h="783220">
                <a:moveTo>
                  <a:pt x="0" y="0"/>
                </a:moveTo>
                <a:lnTo>
                  <a:pt x="736807" y="0"/>
                </a:lnTo>
                <a:lnTo>
                  <a:pt x="736807" y="783220"/>
                </a:lnTo>
                <a:lnTo>
                  <a:pt x="0" y="783220"/>
                </a:lnTo>
                <a:lnTo>
                  <a:pt x="0" y="0"/>
                </a:lnTo>
                <a:close/>
              </a:path>
            </a:pathLst>
          </a:custGeom>
          <a:blipFill>
            <a:blip r:embed="rId30">
              <a:extLst>
                <a:ext uri="{96DAC541-7B7A-43D3-8B79-37D633B846F1}">
                  <asvg:svgBlip xmlns:asvg="http://schemas.microsoft.com/office/drawing/2016/SVG/main" r:embed="rId31"/>
                </a:ext>
              </a:extLst>
            </a:blip>
            <a:stretch>
              <a:fillRect/>
            </a:stretch>
          </a:blipFill>
        </p:spPr>
      </p:sp>
      <p:sp>
        <p:nvSpPr>
          <p:cNvPr id="20" name="Freeform 20"/>
          <p:cNvSpPr/>
          <p:nvPr/>
        </p:nvSpPr>
        <p:spPr>
          <a:xfrm>
            <a:off x="12956625" y="958304"/>
            <a:ext cx="620033" cy="561130"/>
          </a:xfrm>
          <a:custGeom>
            <a:avLst/>
            <a:gdLst/>
            <a:ahLst/>
            <a:cxnLst/>
            <a:rect l="l" t="t" r="r" b="b"/>
            <a:pathLst>
              <a:path w="620033" h="561130">
                <a:moveTo>
                  <a:pt x="0" y="0"/>
                </a:moveTo>
                <a:lnTo>
                  <a:pt x="620033" y="0"/>
                </a:lnTo>
                <a:lnTo>
                  <a:pt x="620033" y="561130"/>
                </a:lnTo>
                <a:lnTo>
                  <a:pt x="0" y="561130"/>
                </a:lnTo>
                <a:lnTo>
                  <a:pt x="0" y="0"/>
                </a:lnTo>
                <a:close/>
              </a:path>
            </a:pathLst>
          </a:custGeom>
          <a:blipFill>
            <a:blip r:embed="rId32">
              <a:extLst>
                <a:ext uri="{96DAC541-7B7A-43D3-8B79-37D633B846F1}">
                  <asvg:svgBlip xmlns:asvg="http://schemas.microsoft.com/office/drawing/2016/SVG/main" r:embed="rId33"/>
                </a:ext>
              </a:extLst>
            </a:blip>
            <a:stretch>
              <a:fillRect/>
            </a:stretch>
          </a:blipFill>
        </p:spPr>
      </p:sp>
      <p:sp>
        <p:nvSpPr>
          <p:cNvPr id="21" name="Freeform 21"/>
          <p:cNvSpPr/>
          <p:nvPr/>
        </p:nvSpPr>
        <p:spPr>
          <a:xfrm rot="2506972">
            <a:off x="14448308" y="2068454"/>
            <a:ext cx="533868" cy="358177"/>
          </a:xfrm>
          <a:custGeom>
            <a:avLst/>
            <a:gdLst/>
            <a:ahLst/>
            <a:cxnLst/>
            <a:rect l="l" t="t" r="r" b="b"/>
            <a:pathLst>
              <a:path w="533868" h="358177">
                <a:moveTo>
                  <a:pt x="0" y="0"/>
                </a:moveTo>
                <a:lnTo>
                  <a:pt x="533868" y="0"/>
                </a:lnTo>
                <a:lnTo>
                  <a:pt x="533868" y="358176"/>
                </a:lnTo>
                <a:lnTo>
                  <a:pt x="0" y="358176"/>
                </a:lnTo>
                <a:lnTo>
                  <a:pt x="0" y="0"/>
                </a:lnTo>
                <a:close/>
              </a:path>
            </a:pathLst>
          </a:custGeom>
          <a:blipFill>
            <a:blip r:embed="rId34">
              <a:extLst>
                <a:ext uri="{96DAC541-7B7A-43D3-8B79-37D633B846F1}">
                  <asvg:svgBlip xmlns:asvg="http://schemas.microsoft.com/office/drawing/2016/SVG/main" r:embed="rId35"/>
                </a:ext>
              </a:extLst>
            </a:blip>
            <a:stretch>
              <a:fillRect/>
            </a:stretch>
          </a:blipFill>
        </p:spPr>
      </p:sp>
      <p:sp>
        <p:nvSpPr>
          <p:cNvPr id="22" name="Freeform 22"/>
          <p:cNvSpPr/>
          <p:nvPr/>
        </p:nvSpPr>
        <p:spPr>
          <a:xfrm>
            <a:off x="6824127" y="2897484"/>
            <a:ext cx="549026" cy="482144"/>
          </a:xfrm>
          <a:custGeom>
            <a:avLst/>
            <a:gdLst/>
            <a:ahLst/>
            <a:cxnLst/>
            <a:rect l="l" t="t" r="r" b="b"/>
            <a:pathLst>
              <a:path w="549026" h="482144">
                <a:moveTo>
                  <a:pt x="0" y="0"/>
                </a:moveTo>
                <a:lnTo>
                  <a:pt x="549025" y="0"/>
                </a:lnTo>
                <a:lnTo>
                  <a:pt x="549025" y="482144"/>
                </a:lnTo>
                <a:lnTo>
                  <a:pt x="0" y="482144"/>
                </a:lnTo>
                <a:lnTo>
                  <a:pt x="0" y="0"/>
                </a:lnTo>
                <a:close/>
              </a:path>
            </a:pathLst>
          </a:custGeom>
          <a:blipFill>
            <a:blip r:embed="rId36">
              <a:extLst>
                <a:ext uri="{96DAC541-7B7A-43D3-8B79-37D633B846F1}">
                  <asvg:svgBlip xmlns:asvg="http://schemas.microsoft.com/office/drawing/2016/SVG/main" r:embed="rId37"/>
                </a:ext>
              </a:extLst>
            </a:blip>
            <a:stretch>
              <a:fillRect/>
            </a:stretch>
          </a:blipFill>
          <a:ln cap="sq">
            <a:noFill/>
            <a:prstDash val="solid"/>
            <a:miter/>
          </a:ln>
        </p:spPr>
      </p:sp>
      <p:sp>
        <p:nvSpPr>
          <p:cNvPr id="23" name="Freeform 23"/>
          <p:cNvSpPr/>
          <p:nvPr/>
        </p:nvSpPr>
        <p:spPr>
          <a:xfrm>
            <a:off x="5733784" y="2865838"/>
            <a:ext cx="581375" cy="545436"/>
          </a:xfrm>
          <a:custGeom>
            <a:avLst/>
            <a:gdLst/>
            <a:ahLst/>
            <a:cxnLst/>
            <a:rect l="l" t="t" r="r" b="b"/>
            <a:pathLst>
              <a:path w="581375" h="545436">
                <a:moveTo>
                  <a:pt x="0" y="0"/>
                </a:moveTo>
                <a:lnTo>
                  <a:pt x="581375" y="0"/>
                </a:lnTo>
                <a:lnTo>
                  <a:pt x="581375" y="545436"/>
                </a:lnTo>
                <a:lnTo>
                  <a:pt x="0" y="545436"/>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24" name="Freeform 24"/>
          <p:cNvSpPr/>
          <p:nvPr/>
        </p:nvSpPr>
        <p:spPr>
          <a:xfrm>
            <a:off x="8747495" y="916874"/>
            <a:ext cx="397543" cy="643990"/>
          </a:xfrm>
          <a:custGeom>
            <a:avLst/>
            <a:gdLst/>
            <a:ahLst/>
            <a:cxnLst/>
            <a:rect l="l" t="t" r="r" b="b"/>
            <a:pathLst>
              <a:path w="397543" h="643990">
                <a:moveTo>
                  <a:pt x="0" y="0"/>
                </a:moveTo>
                <a:lnTo>
                  <a:pt x="397543" y="0"/>
                </a:lnTo>
                <a:lnTo>
                  <a:pt x="397543" y="643990"/>
                </a:lnTo>
                <a:lnTo>
                  <a:pt x="0" y="643990"/>
                </a:lnTo>
                <a:lnTo>
                  <a:pt x="0" y="0"/>
                </a:lnTo>
                <a:close/>
              </a:path>
            </a:pathLst>
          </a:custGeom>
          <a:blipFill>
            <a:blip r:embed="rId40">
              <a:extLst>
                <a:ext uri="{96DAC541-7B7A-43D3-8B79-37D633B846F1}">
                  <asvg:svgBlip xmlns:asvg="http://schemas.microsoft.com/office/drawing/2016/SVG/main" r:embed="rId41"/>
                </a:ext>
              </a:extLst>
            </a:blip>
            <a:stretch>
              <a:fillRect/>
            </a:stretch>
          </a:blipFill>
          <a:ln cap="sq">
            <a:noFill/>
            <a:prstDash val="solid"/>
            <a:miter/>
          </a:ln>
        </p:spPr>
      </p:sp>
      <p:sp>
        <p:nvSpPr>
          <p:cNvPr id="25" name="Freeform 25"/>
          <p:cNvSpPr/>
          <p:nvPr/>
        </p:nvSpPr>
        <p:spPr>
          <a:xfrm>
            <a:off x="13038237" y="1994488"/>
            <a:ext cx="187720" cy="506108"/>
          </a:xfrm>
          <a:custGeom>
            <a:avLst/>
            <a:gdLst/>
            <a:ahLst/>
            <a:cxnLst/>
            <a:rect l="l" t="t" r="r" b="b"/>
            <a:pathLst>
              <a:path w="187720" h="506108">
                <a:moveTo>
                  <a:pt x="0" y="0"/>
                </a:moveTo>
                <a:lnTo>
                  <a:pt x="187720" y="0"/>
                </a:lnTo>
                <a:lnTo>
                  <a:pt x="187720" y="506108"/>
                </a:lnTo>
                <a:lnTo>
                  <a:pt x="0" y="506108"/>
                </a:lnTo>
                <a:lnTo>
                  <a:pt x="0" y="0"/>
                </a:lnTo>
                <a:close/>
              </a:path>
            </a:pathLst>
          </a:custGeom>
          <a:blipFill>
            <a:blip r:embed="rId42">
              <a:extLst>
                <a:ext uri="{96DAC541-7B7A-43D3-8B79-37D633B846F1}">
                  <asvg:svgBlip xmlns:asvg="http://schemas.microsoft.com/office/drawing/2016/SVG/main" r:embed="rId43"/>
                </a:ext>
              </a:extLst>
            </a:blip>
            <a:stretch>
              <a:fillRect/>
            </a:stretch>
          </a:blipFill>
        </p:spPr>
      </p:sp>
      <p:sp>
        <p:nvSpPr>
          <p:cNvPr id="26" name="Freeform 26"/>
          <p:cNvSpPr/>
          <p:nvPr/>
        </p:nvSpPr>
        <p:spPr>
          <a:xfrm>
            <a:off x="13929266" y="927975"/>
            <a:ext cx="621787" cy="621787"/>
          </a:xfrm>
          <a:custGeom>
            <a:avLst/>
            <a:gdLst/>
            <a:ahLst/>
            <a:cxnLst/>
            <a:rect l="l" t="t" r="r" b="b"/>
            <a:pathLst>
              <a:path w="621787" h="621787">
                <a:moveTo>
                  <a:pt x="0" y="0"/>
                </a:moveTo>
                <a:lnTo>
                  <a:pt x="621787" y="0"/>
                </a:lnTo>
                <a:lnTo>
                  <a:pt x="621787" y="621787"/>
                </a:lnTo>
                <a:lnTo>
                  <a:pt x="0" y="621787"/>
                </a:lnTo>
                <a:lnTo>
                  <a:pt x="0" y="0"/>
                </a:lnTo>
                <a:close/>
              </a:path>
            </a:pathLst>
          </a:custGeom>
          <a:blipFill>
            <a:blip r:embed="rId44">
              <a:extLst>
                <a:ext uri="{96DAC541-7B7A-43D3-8B79-37D633B846F1}">
                  <asvg:svgBlip xmlns:asvg="http://schemas.microsoft.com/office/drawing/2016/SVG/main" r:embed="rId45"/>
                </a:ext>
              </a:extLst>
            </a:blip>
            <a:stretch>
              <a:fillRect/>
            </a:stretch>
          </a:blipFill>
        </p:spPr>
      </p:sp>
      <p:sp>
        <p:nvSpPr>
          <p:cNvPr id="27" name="Freeform 27"/>
          <p:cNvSpPr/>
          <p:nvPr/>
        </p:nvSpPr>
        <p:spPr>
          <a:xfrm flipH="1">
            <a:off x="13612275" y="2056732"/>
            <a:ext cx="398275" cy="381620"/>
          </a:xfrm>
          <a:custGeom>
            <a:avLst/>
            <a:gdLst/>
            <a:ahLst/>
            <a:cxnLst/>
            <a:rect l="l" t="t" r="r" b="b"/>
            <a:pathLst>
              <a:path w="398275" h="381620">
                <a:moveTo>
                  <a:pt x="398275" y="0"/>
                </a:moveTo>
                <a:lnTo>
                  <a:pt x="0" y="0"/>
                </a:lnTo>
                <a:lnTo>
                  <a:pt x="0" y="381620"/>
                </a:lnTo>
                <a:lnTo>
                  <a:pt x="398275" y="381620"/>
                </a:lnTo>
                <a:lnTo>
                  <a:pt x="398275" y="0"/>
                </a:lnTo>
                <a:close/>
              </a:path>
            </a:pathLst>
          </a:custGeom>
          <a:blipFill>
            <a:blip r:embed="rId46">
              <a:extLst>
                <a:ext uri="{96DAC541-7B7A-43D3-8B79-37D633B846F1}">
                  <asvg:svgBlip xmlns:asvg="http://schemas.microsoft.com/office/drawing/2016/SVG/main" r:embed="rId47"/>
                </a:ext>
              </a:extLst>
            </a:blip>
            <a:stretch>
              <a:fillRect/>
            </a:stretch>
          </a:blipFill>
        </p:spPr>
      </p:sp>
      <p:sp>
        <p:nvSpPr>
          <p:cNvPr id="28" name="Freeform 28"/>
          <p:cNvSpPr/>
          <p:nvPr/>
        </p:nvSpPr>
        <p:spPr>
          <a:xfrm>
            <a:off x="9497645" y="942501"/>
            <a:ext cx="693563" cy="592737"/>
          </a:xfrm>
          <a:custGeom>
            <a:avLst/>
            <a:gdLst/>
            <a:ahLst/>
            <a:cxnLst/>
            <a:rect l="l" t="t" r="r" b="b"/>
            <a:pathLst>
              <a:path w="693563" h="592737">
                <a:moveTo>
                  <a:pt x="0" y="0"/>
                </a:moveTo>
                <a:lnTo>
                  <a:pt x="693563" y="0"/>
                </a:lnTo>
                <a:lnTo>
                  <a:pt x="693563" y="592736"/>
                </a:lnTo>
                <a:lnTo>
                  <a:pt x="0" y="592736"/>
                </a:lnTo>
                <a:lnTo>
                  <a:pt x="0" y="0"/>
                </a:lnTo>
                <a:close/>
              </a:path>
            </a:pathLst>
          </a:custGeom>
          <a:blipFill>
            <a:blip r:embed="rId48">
              <a:extLst>
                <a:ext uri="{96DAC541-7B7A-43D3-8B79-37D633B846F1}">
                  <asvg:svgBlip xmlns:asvg="http://schemas.microsoft.com/office/drawing/2016/SVG/main" r:embed="rId49"/>
                </a:ext>
              </a:extLst>
            </a:blip>
            <a:stretch>
              <a:fillRect/>
            </a:stretch>
          </a:blipFill>
          <a:ln cap="sq">
            <a:noFill/>
            <a:prstDash val="solid"/>
            <a:miter/>
          </a:ln>
        </p:spPr>
      </p:sp>
      <p:sp>
        <p:nvSpPr>
          <p:cNvPr id="29" name="Freeform 29"/>
          <p:cNvSpPr/>
          <p:nvPr/>
        </p:nvSpPr>
        <p:spPr>
          <a:xfrm>
            <a:off x="9951142" y="8773743"/>
            <a:ext cx="775185" cy="811712"/>
          </a:xfrm>
          <a:custGeom>
            <a:avLst/>
            <a:gdLst/>
            <a:ahLst/>
            <a:cxnLst/>
            <a:rect l="l" t="t" r="r" b="b"/>
            <a:pathLst>
              <a:path w="775185" h="811712">
                <a:moveTo>
                  <a:pt x="0" y="0"/>
                </a:moveTo>
                <a:lnTo>
                  <a:pt x="775184" y="0"/>
                </a:lnTo>
                <a:lnTo>
                  <a:pt x="775184" y="811712"/>
                </a:lnTo>
                <a:lnTo>
                  <a:pt x="0" y="811712"/>
                </a:lnTo>
                <a:lnTo>
                  <a:pt x="0" y="0"/>
                </a:lnTo>
                <a:close/>
              </a:path>
            </a:pathLst>
          </a:custGeom>
          <a:blipFill>
            <a:blip r:embed="rId50">
              <a:extLst>
                <a:ext uri="{96DAC541-7B7A-43D3-8B79-37D633B846F1}">
                  <asvg:svgBlip xmlns:asvg="http://schemas.microsoft.com/office/drawing/2016/SVG/main" r:embed="rId51"/>
                </a:ext>
              </a:extLst>
            </a:blip>
            <a:stretch>
              <a:fillRect/>
            </a:stretch>
          </a:blipFill>
        </p:spPr>
      </p:sp>
      <p:sp>
        <p:nvSpPr>
          <p:cNvPr id="30" name="Freeform 30"/>
          <p:cNvSpPr/>
          <p:nvPr/>
        </p:nvSpPr>
        <p:spPr>
          <a:xfrm>
            <a:off x="11334079" y="8728138"/>
            <a:ext cx="1299167" cy="902921"/>
          </a:xfrm>
          <a:custGeom>
            <a:avLst/>
            <a:gdLst/>
            <a:ahLst/>
            <a:cxnLst/>
            <a:rect l="l" t="t" r="r" b="b"/>
            <a:pathLst>
              <a:path w="1299167" h="902921">
                <a:moveTo>
                  <a:pt x="0" y="0"/>
                </a:moveTo>
                <a:lnTo>
                  <a:pt x="1299167" y="0"/>
                </a:lnTo>
                <a:lnTo>
                  <a:pt x="1299167" y="902921"/>
                </a:lnTo>
                <a:lnTo>
                  <a:pt x="0" y="902921"/>
                </a:lnTo>
                <a:lnTo>
                  <a:pt x="0" y="0"/>
                </a:lnTo>
                <a:close/>
              </a:path>
            </a:pathLst>
          </a:custGeom>
          <a:blipFill>
            <a:blip r:embed="rId52">
              <a:extLst>
                <a:ext uri="{96DAC541-7B7A-43D3-8B79-37D633B846F1}">
                  <asvg:svgBlip xmlns:asvg="http://schemas.microsoft.com/office/drawing/2016/SVG/main" r:embed="rId53"/>
                </a:ext>
              </a:extLst>
            </a:blip>
            <a:stretch>
              <a:fillRect/>
            </a:stretch>
          </a:blipFill>
        </p:spPr>
      </p:sp>
      <p:sp>
        <p:nvSpPr>
          <p:cNvPr id="31" name="Freeform 31"/>
          <p:cNvSpPr/>
          <p:nvPr/>
        </p:nvSpPr>
        <p:spPr>
          <a:xfrm>
            <a:off x="16827567" y="4814664"/>
            <a:ext cx="704681" cy="897801"/>
          </a:xfrm>
          <a:custGeom>
            <a:avLst/>
            <a:gdLst/>
            <a:ahLst/>
            <a:cxnLst/>
            <a:rect l="l" t="t" r="r" b="b"/>
            <a:pathLst>
              <a:path w="704681" h="897801">
                <a:moveTo>
                  <a:pt x="0" y="0"/>
                </a:moveTo>
                <a:lnTo>
                  <a:pt x="704681" y="0"/>
                </a:lnTo>
                <a:lnTo>
                  <a:pt x="704681" y="897801"/>
                </a:lnTo>
                <a:lnTo>
                  <a:pt x="0" y="897801"/>
                </a:lnTo>
                <a:lnTo>
                  <a:pt x="0" y="0"/>
                </a:lnTo>
                <a:close/>
              </a:path>
            </a:pathLst>
          </a:custGeom>
          <a:blipFill>
            <a:blip r:embed="rId54">
              <a:extLst>
                <a:ext uri="{96DAC541-7B7A-43D3-8B79-37D633B846F1}">
                  <asvg:svgBlip xmlns:asvg="http://schemas.microsoft.com/office/drawing/2016/SVG/main" r:embed="rId55"/>
                </a:ext>
              </a:extLst>
            </a:blip>
            <a:stretch>
              <a:fillRect/>
            </a:stretch>
          </a:blipFill>
        </p:spPr>
      </p:sp>
      <p:sp>
        <p:nvSpPr>
          <p:cNvPr id="32" name="Freeform 32"/>
          <p:cNvSpPr/>
          <p:nvPr/>
        </p:nvSpPr>
        <p:spPr>
          <a:xfrm>
            <a:off x="15973821" y="4874478"/>
            <a:ext cx="645884" cy="778174"/>
          </a:xfrm>
          <a:custGeom>
            <a:avLst/>
            <a:gdLst/>
            <a:ahLst/>
            <a:cxnLst/>
            <a:rect l="l" t="t" r="r" b="b"/>
            <a:pathLst>
              <a:path w="645884" h="778174">
                <a:moveTo>
                  <a:pt x="0" y="0"/>
                </a:moveTo>
                <a:lnTo>
                  <a:pt x="645884" y="0"/>
                </a:lnTo>
                <a:lnTo>
                  <a:pt x="645884" y="778174"/>
                </a:lnTo>
                <a:lnTo>
                  <a:pt x="0" y="778174"/>
                </a:lnTo>
                <a:lnTo>
                  <a:pt x="0" y="0"/>
                </a:lnTo>
                <a:close/>
              </a:path>
            </a:pathLst>
          </a:custGeom>
          <a:blipFill>
            <a:blip r:embed="rId56">
              <a:extLst>
                <a:ext uri="{96DAC541-7B7A-43D3-8B79-37D633B846F1}">
                  <asvg:svgBlip xmlns:asvg="http://schemas.microsoft.com/office/drawing/2016/SVG/main" r:embed="rId57"/>
                </a:ext>
              </a:extLst>
            </a:blip>
            <a:stretch>
              <a:fillRect/>
            </a:stretch>
          </a:blipFill>
        </p:spPr>
      </p:sp>
      <p:sp>
        <p:nvSpPr>
          <p:cNvPr id="33" name="Freeform 33"/>
          <p:cNvSpPr/>
          <p:nvPr/>
        </p:nvSpPr>
        <p:spPr>
          <a:xfrm>
            <a:off x="13855162" y="4874478"/>
            <a:ext cx="810598" cy="778174"/>
          </a:xfrm>
          <a:custGeom>
            <a:avLst/>
            <a:gdLst/>
            <a:ahLst/>
            <a:cxnLst/>
            <a:rect l="l" t="t" r="r" b="b"/>
            <a:pathLst>
              <a:path w="810598" h="778174">
                <a:moveTo>
                  <a:pt x="0" y="0"/>
                </a:moveTo>
                <a:lnTo>
                  <a:pt x="810598" y="0"/>
                </a:lnTo>
                <a:lnTo>
                  <a:pt x="810598" y="778174"/>
                </a:lnTo>
                <a:lnTo>
                  <a:pt x="0" y="778174"/>
                </a:lnTo>
                <a:lnTo>
                  <a:pt x="0" y="0"/>
                </a:lnTo>
                <a:close/>
              </a:path>
            </a:pathLst>
          </a:custGeom>
          <a:blipFill>
            <a:blip r:embed="rId58">
              <a:extLst>
                <a:ext uri="{96DAC541-7B7A-43D3-8B79-37D633B846F1}">
                  <asvg:svgBlip xmlns:asvg="http://schemas.microsoft.com/office/drawing/2016/SVG/main" r:embed="rId59"/>
                </a:ext>
              </a:extLst>
            </a:blip>
            <a:stretch>
              <a:fillRect/>
            </a:stretch>
          </a:blipFill>
        </p:spPr>
      </p:sp>
      <p:sp>
        <p:nvSpPr>
          <p:cNvPr id="34" name="Freeform 34"/>
          <p:cNvSpPr/>
          <p:nvPr/>
        </p:nvSpPr>
        <p:spPr>
          <a:xfrm>
            <a:off x="12888622" y="4884226"/>
            <a:ext cx="758678" cy="758678"/>
          </a:xfrm>
          <a:custGeom>
            <a:avLst/>
            <a:gdLst/>
            <a:ahLst/>
            <a:cxnLst/>
            <a:rect l="l" t="t" r="r" b="b"/>
            <a:pathLst>
              <a:path w="758678" h="758678">
                <a:moveTo>
                  <a:pt x="0" y="0"/>
                </a:moveTo>
                <a:lnTo>
                  <a:pt x="758678" y="0"/>
                </a:lnTo>
                <a:lnTo>
                  <a:pt x="758678" y="758678"/>
                </a:lnTo>
                <a:lnTo>
                  <a:pt x="0" y="758678"/>
                </a:lnTo>
                <a:lnTo>
                  <a:pt x="0" y="0"/>
                </a:lnTo>
                <a:close/>
              </a:path>
            </a:pathLst>
          </a:custGeom>
          <a:blipFill>
            <a:blip r:embed="rId60">
              <a:extLst>
                <a:ext uri="{96DAC541-7B7A-43D3-8B79-37D633B846F1}">
                  <asvg:svgBlip xmlns:asvg="http://schemas.microsoft.com/office/drawing/2016/SVG/main" r:embed="rId61"/>
                </a:ext>
              </a:extLst>
            </a:blip>
            <a:stretch>
              <a:fillRect/>
            </a:stretch>
          </a:blipFill>
          <a:ln cap="sq">
            <a:noFill/>
            <a:prstDash val="solid"/>
            <a:miter/>
          </a:ln>
        </p:spPr>
      </p:sp>
      <p:sp>
        <p:nvSpPr>
          <p:cNvPr id="35" name="Freeform 35"/>
          <p:cNvSpPr/>
          <p:nvPr/>
        </p:nvSpPr>
        <p:spPr>
          <a:xfrm>
            <a:off x="11643188" y="1027536"/>
            <a:ext cx="960829" cy="422667"/>
          </a:xfrm>
          <a:custGeom>
            <a:avLst/>
            <a:gdLst/>
            <a:ahLst/>
            <a:cxnLst/>
            <a:rect l="l" t="t" r="r" b="b"/>
            <a:pathLst>
              <a:path w="960829" h="422667">
                <a:moveTo>
                  <a:pt x="0" y="0"/>
                </a:moveTo>
                <a:lnTo>
                  <a:pt x="960829" y="0"/>
                </a:lnTo>
                <a:lnTo>
                  <a:pt x="960829" y="422666"/>
                </a:lnTo>
                <a:lnTo>
                  <a:pt x="0" y="422666"/>
                </a:lnTo>
                <a:lnTo>
                  <a:pt x="0" y="0"/>
                </a:lnTo>
                <a:close/>
              </a:path>
            </a:pathLst>
          </a:custGeom>
          <a:blipFill>
            <a:blip r:embed="rId62">
              <a:extLst>
                <a:ext uri="{96DAC541-7B7A-43D3-8B79-37D633B846F1}">
                  <asvg:svgBlip xmlns:asvg="http://schemas.microsoft.com/office/drawing/2016/SVG/main" r:embed="rId63"/>
                </a:ext>
              </a:extLst>
            </a:blip>
            <a:stretch>
              <a:fillRect/>
            </a:stretch>
          </a:blipFill>
        </p:spPr>
      </p:sp>
      <p:sp>
        <p:nvSpPr>
          <p:cNvPr id="36" name="Freeform 36"/>
          <p:cNvSpPr/>
          <p:nvPr/>
        </p:nvSpPr>
        <p:spPr>
          <a:xfrm>
            <a:off x="13754148" y="3910881"/>
            <a:ext cx="498481" cy="465853"/>
          </a:xfrm>
          <a:custGeom>
            <a:avLst/>
            <a:gdLst/>
            <a:ahLst/>
            <a:cxnLst/>
            <a:rect l="l" t="t" r="r" b="b"/>
            <a:pathLst>
              <a:path w="498481" h="465853">
                <a:moveTo>
                  <a:pt x="0" y="0"/>
                </a:moveTo>
                <a:lnTo>
                  <a:pt x="498481" y="0"/>
                </a:lnTo>
                <a:lnTo>
                  <a:pt x="498481" y="465854"/>
                </a:lnTo>
                <a:lnTo>
                  <a:pt x="0" y="465854"/>
                </a:lnTo>
                <a:lnTo>
                  <a:pt x="0" y="0"/>
                </a:lnTo>
                <a:close/>
              </a:path>
            </a:pathLst>
          </a:custGeom>
          <a:blipFill>
            <a:blip r:embed="rId64">
              <a:extLst>
                <a:ext uri="{96DAC541-7B7A-43D3-8B79-37D633B846F1}">
                  <asvg:svgBlip xmlns:asvg="http://schemas.microsoft.com/office/drawing/2016/SVG/main" r:embed="rId65"/>
                </a:ext>
              </a:extLst>
            </a:blip>
            <a:stretch>
              <a:fillRect/>
            </a:stretch>
          </a:blipFill>
          <a:ln cap="sq">
            <a:noFill/>
            <a:prstDash val="solid"/>
            <a:miter/>
          </a:ln>
        </p:spPr>
      </p:sp>
      <p:sp>
        <p:nvSpPr>
          <p:cNvPr id="37" name="Freeform 37"/>
          <p:cNvSpPr/>
          <p:nvPr/>
        </p:nvSpPr>
        <p:spPr>
          <a:xfrm rot="-5400000">
            <a:off x="16313707" y="3862169"/>
            <a:ext cx="354789" cy="563279"/>
          </a:xfrm>
          <a:custGeom>
            <a:avLst/>
            <a:gdLst/>
            <a:ahLst/>
            <a:cxnLst/>
            <a:rect l="l" t="t" r="r" b="b"/>
            <a:pathLst>
              <a:path w="354789" h="563279">
                <a:moveTo>
                  <a:pt x="0" y="0"/>
                </a:moveTo>
                <a:lnTo>
                  <a:pt x="354789" y="0"/>
                </a:lnTo>
                <a:lnTo>
                  <a:pt x="354789" y="563278"/>
                </a:lnTo>
                <a:lnTo>
                  <a:pt x="0" y="563278"/>
                </a:lnTo>
                <a:lnTo>
                  <a:pt x="0" y="0"/>
                </a:lnTo>
                <a:close/>
              </a:path>
            </a:pathLst>
          </a:custGeom>
          <a:blipFill>
            <a:blip r:embed="rId66">
              <a:extLst>
                <a:ext uri="{96DAC541-7B7A-43D3-8B79-37D633B846F1}">
                  <asvg:svgBlip xmlns:asvg="http://schemas.microsoft.com/office/drawing/2016/SVG/main" r:embed="rId67"/>
                </a:ext>
              </a:extLst>
            </a:blip>
            <a:stretch>
              <a:fillRect/>
            </a:stretch>
          </a:blipFill>
          <a:ln cap="sq">
            <a:noFill/>
            <a:prstDash val="solid"/>
            <a:miter/>
          </a:ln>
        </p:spPr>
      </p:sp>
      <p:sp>
        <p:nvSpPr>
          <p:cNvPr id="38" name="Freeform 38"/>
          <p:cNvSpPr/>
          <p:nvPr/>
        </p:nvSpPr>
        <p:spPr>
          <a:xfrm>
            <a:off x="5594058" y="5001186"/>
            <a:ext cx="860827" cy="524757"/>
          </a:xfrm>
          <a:custGeom>
            <a:avLst/>
            <a:gdLst/>
            <a:ahLst/>
            <a:cxnLst/>
            <a:rect l="l" t="t" r="r" b="b"/>
            <a:pathLst>
              <a:path w="860827" h="524757">
                <a:moveTo>
                  <a:pt x="0" y="0"/>
                </a:moveTo>
                <a:lnTo>
                  <a:pt x="860827" y="0"/>
                </a:lnTo>
                <a:lnTo>
                  <a:pt x="860827" y="524757"/>
                </a:lnTo>
                <a:lnTo>
                  <a:pt x="0" y="524757"/>
                </a:lnTo>
                <a:lnTo>
                  <a:pt x="0" y="0"/>
                </a:lnTo>
                <a:close/>
              </a:path>
            </a:pathLst>
          </a:custGeom>
          <a:blipFill>
            <a:blip r:embed="rId68">
              <a:extLst>
                <a:ext uri="{96DAC541-7B7A-43D3-8B79-37D633B846F1}">
                  <asvg:svgBlip xmlns:asvg="http://schemas.microsoft.com/office/drawing/2016/SVG/main" r:embed="rId69"/>
                </a:ext>
              </a:extLst>
            </a:blip>
            <a:stretch>
              <a:fillRect/>
            </a:stretch>
          </a:blipFill>
          <a:ln cap="sq">
            <a:noFill/>
            <a:prstDash val="solid"/>
            <a:miter/>
          </a:ln>
        </p:spPr>
      </p:sp>
      <p:sp>
        <p:nvSpPr>
          <p:cNvPr id="39" name="Freeform 39"/>
          <p:cNvSpPr/>
          <p:nvPr/>
        </p:nvSpPr>
        <p:spPr>
          <a:xfrm>
            <a:off x="16823204" y="6100157"/>
            <a:ext cx="713407" cy="938693"/>
          </a:xfrm>
          <a:custGeom>
            <a:avLst/>
            <a:gdLst/>
            <a:ahLst/>
            <a:cxnLst/>
            <a:rect l="l" t="t" r="r" b="b"/>
            <a:pathLst>
              <a:path w="713407" h="938693">
                <a:moveTo>
                  <a:pt x="0" y="0"/>
                </a:moveTo>
                <a:lnTo>
                  <a:pt x="713407" y="0"/>
                </a:lnTo>
                <a:lnTo>
                  <a:pt x="713407" y="938693"/>
                </a:lnTo>
                <a:lnTo>
                  <a:pt x="0" y="938693"/>
                </a:lnTo>
                <a:lnTo>
                  <a:pt x="0" y="0"/>
                </a:lnTo>
                <a:close/>
              </a:path>
            </a:pathLst>
          </a:custGeom>
          <a:blipFill>
            <a:blip r:embed="rId70">
              <a:extLst>
                <a:ext uri="{96DAC541-7B7A-43D3-8B79-37D633B846F1}">
                  <asvg:svgBlip xmlns:asvg="http://schemas.microsoft.com/office/drawing/2016/SVG/main" r:embed="rId71"/>
                </a:ext>
              </a:extLst>
            </a:blip>
            <a:stretch>
              <a:fillRect/>
            </a:stretch>
          </a:blipFill>
        </p:spPr>
      </p:sp>
      <p:sp>
        <p:nvSpPr>
          <p:cNvPr id="40" name="Freeform 40"/>
          <p:cNvSpPr/>
          <p:nvPr/>
        </p:nvSpPr>
        <p:spPr>
          <a:xfrm rot="5400000">
            <a:off x="15485979" y="2578281"/>
            <a:ext cx="556292" cy="1120549"/>
          </a:xfrm>
          <a:custGeom>
            <a:avLst/>
            <a:gdLst/>
            <a:ahLst/>
            <a:cxnLst/>
            <a:rect l="l" t="t" r="r" b="b"/>
            <a:pathLst>
              <a:path w="556292" h="1120549">
                <a:moveTo>
                  <a:pt x="0" y="0"/>
                </a:moveTo>
                <a:lnTo>
                  <a:pt x="556291" y="0"/>
                </a:lnTo>
                <a:lnTo>
                  <a:pt x="556291" y="1120550"/>
                </a:lnTo>
                <a:lnTo>
                  <a:pt x="0" y="1120550"/>
                </a:lnTo>
                <a:lnTo>
                  <a:pt x="0" y="0"/>
                </a:lnTo>
                <a:close/>
              </a:path>
            </a:pathLst>
          </a:custGeom>
          <a:blipFill>
            <a:blip r:embed="rId72">
              <a:extLst>
                <a:ext uri="{96DAC541-7B7A-43D3-8B79-37D633B846F1}">
                  <asvg:svgBlip xmlns:asvg="http://schemas.microsoft.com/office/drawing/2016/SVG/main" r:embed="rId73"/>
                </a:ext>
              </a:extLst>
            </a:blip>
            <a:stretch>
              <a:fillRect/>
            </a:stretch>
          </a:blipFill>
        </p:spPr>
      </p:sp>
      <p:sp>
        <p:nvSpPr>
          <p:cNvPr id="41" name="Freeform 41"/>
          <p:cNvSpPr/>
          <p:nvPr/>
        </p:nvSpPr>
        <p:spPr>
          <a:xfrm>
            <a:off x="12655415" y="3969325"/>
            <a:ext cx="979151" cy="348966"/>
          </a:xfrm>
          <a:custGeom>
            <a:avLst/>
            <a:gdLst/>
            <a:ahLst/>
            <a:cxnLst/>
            <a:rect l="l" t="t" r="r" b="b"/>
            <a:pathLst>
              <a:path w="979151" h="348966">
                <a:moveTo>
                  <a:pt x="0" y="0"/>
                </a:moveTo>
                <a:lnTo>
                  <a:pt x="979151" y="0"/>
                </a:lnTo>
                <a:lnTo>
                  <a:pt x="979151" y="348966"/>
                </a:lnTo>
                <a:lnTo>
                  <a:pt x="0" y="348966"/>
                </a:lnTo>
                <a:lnTo>
                  <a:pt x="0" y="0"/>
                </a:lnTo>
                <a:close/>
              </a:path>
            </a:pathLst>
          </a:custGeom>
          <a:blipFill>
            <a:blip r:embed="rId74">
              <a:extLst>
                <a:ext uri="{96DAC541-7B7A-43D3-8B79-37D633B846F1}">
                  <asvg:svgBlip xmlns:asvg="http://schemas.microsoft.com/office/drawing/2016/SVG/main" r:embed="rId75"/>
                </a:ext>
              </a:extLst>
            </a:blip>
            <a:stretch>
              <a:fillRect/>
            </a:stretch>
          </a:blipFill>
          <a:ln cap="sq">
            <a:noFill/>
            <a:prstDash val="solid"/>
            <a:miter/>
          </a:ln>
        </p:spPr>
      </p:sp>
      <p:sp>
        <p:nvSpPr>
          <p:cNvPr id="42" name="Freeform 42"/>
          <p:cNvSpPr/>
          <p:nvPr/>
        </p:nvSpPr>
        <p:spPr>
          <a:xfrm>
            <a:off x="15655021" y="6300873"/>
            <a:ext cx="734718" cy="537262"/>
          </a:xfrm>
          <a:custGeom>
            <a:avLst/>
            <a:gdLst/>
            <a:ahLst/>
            <a:cxnLst/>
            <a:rect l="l" t="t" r="r" b="b"/>
            <a:pathLst>
              <a:path w="734718" h="537262">
                <a:moveTo>
                  <a:pt x="0" y="0"/>
                </a:moveTo>
                <a:lnTo>
                  <a:pt x="734717" y="0"/>
                </a:lnTo>
                <a:lnTo>
                  <a:pt x="734717" y="537262"/>
                </a:lnTo>
                <a:lnTo>
                  <a:pt x="0" y="537262"/>
                </a:lnTo>
                <a:lnTo>
                  <a:pt x="0" y="0"/>
                </a:lnTo>
                <a:close/>
              </a:path>
            </a:pathLst>
          </a:custGeom>
          <a:blipFill>
            <a:blip r:embed="rId76">
              <a:extLst>
                <a:ext uri="{96DAC541-7B7A-43D3-8B79-37D633B846F1}">
                  <asvg:svgBlip xmlns:asvg="http://schemas.microsoft.com/office/drawing/2016/SVG/main" r:embed="rId77"/>
                </a:ext>
              </a:extLst>
            </a:blip>
            <a:stretch>
              <a:fillRect/>
            </a:stretch>
          </a:blipFill>
        </p:spPr>
      </p:sp>
      <p:sp>
        <p:nvSpPr>
          <p:cNvPr id="43" name="Freeform 43"/>
          <p:cNvSpPr/>
          <p:nvPr/>
        </p:nvSpPr>
        <p:spPr>
          <a:xfrm>
            <a:off x="7983892" y="1825743"/>
            <a:ext cx="470256" cy="843597"/>
          </a:xfrm>
          <a:custGeom>
            <a:avLst/>
            <a:gdLst/>
            <a:ahLst/>
            <a:cxnLst/>
            <a:rect l="l" t="t" r="r" b="b"/>
            <a:pathLst>
              <a:path w="470256" h="843597">
                <a:moveTo>
                  <a:pt x="0" y="0"/>
                </a:moveTo>
                <a:lnTo>
                  <a:pt x="470256" y="0"/>
                </a:lnTo>
                <a:lnTo>
                  <a:pt x="470256" y="843598"/>
                </a:lnTo>
                <a:lnTo>
                  <a:pt x="0" y="843598"/>
                </a:lnTo>
                <a:lnTo>
                  <a:pt x="0" y="0"/>
                </a:lnTo>
                <a:close/>
              </a:path>
            </a:pathLst>
          </a:custGeom>
          <a:blipFill>
            <a:blip r:embed="rId78">
              <a:extLst>
                <a:ext uri="{96DAC541-7B7A-43D3-8B79-37D633B846F1}">
                  <asvg:svgBlip xmlns:asvg="http://schemas.microsoft.com/office/drawing/2016/SVG/main" r:embed="rId79"/>
                </a:ext>
              </a:extLst>
            </a:blip>
            <a:stretch>
              <a:fillRect/>
            </a:stretch>
          </a:blipFill>
        </p:spPr>
      </p:sp>
      <p:sp>
        <p:nvSpPr>
          <p:cNvPr id="44" name="Freeform 44"/>
          <p:cNvSpPr/>
          <p:nvPr/>
        </p:nvSpPr>
        <p:spPr>
          <a:xfrm>
            <a:off x="11664141" y="3912615"/>
            <a:ext cx="871692" cy="462386"/>
          </a:xfrm>
          <a:custGeom>
            <a:avLst/>
            <a:gdLst/>
            <a:ahLst/>
            <a:cxnLst/>
            <a:rect l="l" t="t" r="r" b="b"/>
            <a:pathLst>
              <a:path w="871692" h="462386">
                <a:moveTo>
                  <a:pt x="0" y="0"/>
                </a:moveTo>
                <a:lnTo>
                  <a:pt x="871692" y="0"/>
                </a:lnTo>
                <a:lnTo>
                  <a:pt x="871692" y="462386"/>
                </a:lnTo>
                <a:lnTo>
                  <a:pt x="0" y="462386"/>
                </a:lnTo>
                <a:lnTo>
                  <a:pt x="0" y="0"/>
                </a:lnTo>
                <a:close/>
              </a:path>
            </a:pathLst>
          </a:custGeom>
          <a:blipFill>
            <a:blip r:embed="rId80">
              <a:extLst>
                <a:ext uri="{96DAC541-7B7A-43D3-8B79-37D633B846F1}">
                  <asvg:svgBlip xmlns:asvg="http://schemas.microsoft.com/office/drawing/2016/SVG/main" r:embed="rId81"/>
                </a:ext>
              </a:extLst>
            </a:blip>
            <a:stretch>
              <a:fillRect/>
            </a:stretch>
          </a:blipFill>
          <a:ln cap="sq">
            <a:noFill/>
            <a:prstDash val="solid"/>
            <a:miter/>
          </a:ln>
        </p:spPr>
      </p:sp>
      <p:sp>
        <p:nvSpPr>
          <p:cNvPr id="45" name="Freeform 45"/>
          <p:cNvSpPr/>
          <p:nvPr/>
        </p:nvSpPr>
        <p:spPr>
          <a:xfrm>
            <a:off x="9863261" y="3901263"/>
            <a:ext cx="609641" cy="485091"/>
          </a:xfrm>
          <a:custGeom>
            <a:avLst/>
            <a:gdLst/>
            <a:ahLst/>
            <a:cxnLst/>
            <a:rect l="l" t="t" r="r" b="b"/>
            <a:pathLst>
              <a:path w="609641" h="485091">
                <a:moveTo>
                  <a:pt x="0" y="0"/>
                </a:moveTo>
                <a:lnTo>
                  <a:pt x="609641" y="0"/>
                </a:lnTo>
                <a:lnTo>
                  <a:pt x="609641" y="485091"/>
                </a:lnTo>
                <a:lnTo>
                  <a:pt x="0" y="485091"/>
                </a:lnTo>
                <a:lnTo>
                  <a:pt x="0" y="0"/>
                </a:lnTo>
                <a:close/>
              </a:path>
            </a:pathLst>
          </a:custGeom>
          <a:blipFill>
            <a:blip r:embed="rId82">
              <a:extLst>
                <a:ext uri="{96DAC541-7B7A-43D3-8B79-37D633B846F1}">
                  <asvg:svgBlip xmlns:asvg="http://schemas.microsoft.com/office/drawing/2016/SVG/main" r:embed="rId83"/>
                </a:ext>
              </a:extLst>
            </a:blip>
            <a:stretch>
              <a:fillRect/>
            </a:stretch>
          </a:blipFill>
          <a:ln cap="sq">
            <a:noFill/>
            <a:prstDash val="solid"/>
            <a:miter/>
          </a:ln>
        </p:spPr>
      </p:sp>
      <p:sp>
        <p:nvSpPr>
          <p:cNvPr id="46" name="Freeform 46"/>
          <p:cNvSpPr/>
          <p:nvPr/>
        </p:nvSpPr>
        <p:spPr>
          <a:xfrm>
            <a:off x="9480272" y="3711204"/>
            <a:ext cx="263408" cy="865208"/>
          </a:xfrm>
          <a:custGeom>
            <a:avLst/>
            <a:gdLst/>
            <a:ahLst/>
            <a:cxnLst/>
            <a:rect l="l" t="t" r="r" b="b"/>
            <a:pathLst>
              <a:path w="263408" h="865208">
                <a:moveTo>
                  <a:pt x="0" y="0"/>
                </a:moveTo>
                <a:lnTo>
                  <a:pt x="263407" y="0"/>
                </a:lnTo>
                <a:lnTo>
                  <a:pt x="263407" y="865208"/>
                </a:lnTo>
                <a:lnTo>
                  <a:pt x="0" y="865208"/>
                </a:lnTo>
                <a:lnTo>
                  <a:pt x="0" y="0"/>
                </a:lnTo>
                <a:close/>
              </a:path>
            </a:pathLst>
          </a:custGeom>
          <a:blipFill>
            <a:blip r:embed="rId84">
              <a:extLst>
                <a:ext uri="{96DAC541-7B7A-43D3-8B79-37D633B846F1}">
                  <asvg:svgBlip xmlns:asvg="http://schemas.microsoft.com/office/drawing/2016/SVG/main" r:embed="rId85"/>
                </a:ext>
              </a:extLst>
            </a:blip>
            <a:stretch>
              <a:fillRect/>
            </a:stretch>
          </a:blipFill>
          <a:ln cap="sq">
            <a:noFill/>
            <a:prstDash val="solid"/>
            <a:miter/>
          </a:ln>
        </p:spPr>
      </p:sp>
      <p:sp>
        <p:nvSpPr>
          <p:cNvPr id="47" name="Freeform 47"/>
          <p:cNvSpPr/>
          <p:nvPr/>
        </p:nvSpPr>
        <p:spPr>
          <a:xfrm>
            <a:off x="8024861" y="6201496"/>
            <a:ext cx="721295" cy="736015"/>
          </a:xfrm>
          <a:custGeom>
            <a:avLst/>
            <a:gdLst/>
            <a:ahLst/>
            <a:cxnLst/>
            <a:rect l="l" t="t" r="r" b="b"/>
            <a:pathLst>
              <a:path w="721295" h="736015">
                <a:moveTo>
                  <a:pt x="0" y="0"/>
                </a:moveTo>
                <a:lnTo>
                  <a:pt x="721294" y="0"/>
                </a:lnTo>
                <a:lnTo>
                  <a:pt x="721294" y="736015"/>
                </a:lnTo>
                <a:lnTo>
                  <a:pt x="0" y="736015"/>
                </a:lnTo>
                <a:lnTo>
                  <a:pt x="0" y="0"/>
                </a:lnTo>
                <a:close/>
              </a:path>
            </a:pathLst>
          </a:custGeom>
          <a:blipFill>
            <a:blip r:embed="rId86">
              <a:extLst>
                <a:ext uri="{96DAC541-7B7A-43D3-8B79-37D633B846F1}">
                  <asvg:svgBlip xmlns:asvg="http://schemas.microsoft.com/office/drawing/2016/SVG/main" r:embed="rId87"/>
                </a:ext>
              </a:extLst>
            </a:blip>
            <a:stretch>
              <a:fillRect/>
            </a:stretch>
          </a:blipFill>
        </p:spPr>
      </p:sp>
      <p:sp>
        <p:nvSpPr>
          <p:cNvPr id="48" name="Freeform 48"/>
          <p:cNvSpPr/>
          <p:nvPr/>
        </p:nvSpPr>
        <p:spPr>
          <a:xfrm>
            <a:off x="14372211" y="3976454"/>
            <a:ext cx="1022008" cy="334708"/>
          </a:xfrm>
          <a:custGeom>
            <a:avLst/>
            <a:gdLst/>
            <a:ahLst/>
            <a:cxnLst/>
            <a:rect l="l" t="t" r="r" b="b"/>
            <a:pathLst>
              <a:path w="1022008" h="334708">
                <a:moveTo>
                  <a:pt x="0" y="0"/>
                </a:moveTo>
                <a:lnTo>
                  <a:pt x="1022008" y="0"/>
                </a:lnTo>
                <a:lnTo>
                  <a:pt x="1022008" y="334708"/>
                </a:lnTo>
                <a:lnTo>
                  <a:pt x="0" y="334708"/>
                </a:lnTo>
                <a:lnTo>
                  <a:pt x="0" y="0"/>
                </a:lnTo>
                <a:close/>
              </a:path>
            </a:pathLst>
          </a:custGeom>
          <a:blipFill>
            <a:blip r:embed="rId88">
              <a:extLst>
                <a:ext uri="{96DAC541-7B7A-43D3-8B79-37D633B846F1}">
                  <asvg:svgBlip xmlns:asvg="http://schemas.microsoft.com/office/drawing/2016/SVG/main" r:embed="rId89"/>
                </a:ext>
              </a:extLst>
            </a:blip>
            <a:stretch>
              <a:fillRect/>
            </a:stretch>
          </a:blipFill>
        </p:spPr>
      </p:sp>
      <p:sp>
        <p:nvSpPr>
          <p:cNvPr id="49" name="Freeform 49"/>
          <p:cNvSpPr/>
          <p:nvPr/>
        </p:nvSpPr>
        <p:spPr>
          <a:xfrm>
            <a:off x="10599553" y="4963900"/>
            <a:ext cx="960829" cy="599329"/>
          </a:xfrm>
          <a:custGeom>
            <a:avLst/>
            <a:gdLst/>
            <a:ahLst/>
            <a:cxnLst/>
            <a:rect l="l" t="t" r="r" b="b"/>
            <a:pathLst>
              <a:path w="960829" h="599329">
                <a:moveTo>
                  <a:pt x="0" y="0"/>
                </a:moveTo>
                <a:lnTo>
                  <a:pt x="960829" y="0"/>
                </a:lnTo>
                <a:lnTo>
                  <a:pt x="960829" y="599329"/>
                </a:lnTo>
                <a:lnTo>
                  <a:pt x="0" y="599329"/>
                </a:lnTo>
                <a:lnTo>
                  <a:pt x="0" y="0"/>
                </a:lnTo>
                <a:close/>
              </a:path>
            </a:pathLst>
          </a:custGeom>
          <a:blipFill>
            <a:blip r:embed="rId90">
              <a:extLst>
                <a:ext uri="{96DAC541-7B7A-43D3-8B79-37D633B846F1}">
                  <asvg:svgBlip xmlns:asvg="http://schemas.microsoft.com/office/drawing/2016/SVG/main" r:embed="rId91"/>
                </a:ext>
              </a:extLst>
            </a:blip>
            <a:stretch>
              <a:fillRect/>
            </a:stretch>
          </a:blipFill>
        </p:spPr>
      </p:sp>
      <p:sp>
        <p:nvSpPr>
          <p:cNvPr id="50" name="Freeform 50"/>
          <p:cNvSpPr/>
          <p:nvPr/>
        </p:nvSpPr>
        <p:spPr>
          <a:xfrm>
            <a:off x="10255814" y="2764953"/>
            <a:ext cx="793493" cy="747206"/>
          </a:xfrm>
          <a:custGeom>
            <a:avLst/>
            <a:gdLst/>
            <a:ahLst/>
            <a:cxnLst/>
            <a:rect l="l" t="t" r="r" b="b"/>
            <a:pathLst>
              <a:path w="793493" h="747206">
                <a:moveTo>
                  <a:pt x="0" y="0"/>
                </a:moveTo>
                <a:lnTo>
                  <a:pt x="793494" y="0"/>
                </a:lnTo>
                <a:lnTo>
                  <a:pt x="793494" y="747206"/>
                </a:lnTo>
                <a:lnTo>
                  <a:pt x="0" y="747206"/>
                </a:lnTo>
                <a:lnTo>
                  <a:pt x="0" y="0"/>
                </a:lnTo>
                <a:close/>
              </a:path>
            </a:pathLst>
          </a:custGeom>
          <a:blipFill>
            <a:blip r:embed="rId92">
              <a:extLst>
                <a:ext uri="{96DAC541-7B7A-43D3-8B79-37D633B846F1}">
                  <asvg:svgBlip xmlns:asvg="http://schemas.microsoft.com/office/drawing/2016/SVG/main" r:embed="rId93"/>
                </a:ext>
              </a:extLst>
            </a:blip>
            <a:stretch>
              <a:fillRect/>
            </a:stretch>
          </a:blipFill>
          <a:ln cap="sq">
            <a:noFill/>
            <a:prstDash val="solid"/>
            <a:miter/>
          </a:ln>
        </p:spPr>
      </p:sp>
      <p:sp>
        <p:nvSpPr>
          <p:cNvPr id="51" name="Freeform 51"/>
          <p:cNvSpPr/>
          <p:nvPr/>
        </p:nvSpPr>
        <p:spPr>
          <a:xfrm>
            <a:off x="10543816" y="968428"/>
            <a:ext cx="746765" cy="540881"/>
          </a:xfrm>
          <a:custGeom>
            <a:avLst/>
            <a:gdLst/>
            <a:ahLst/>
            <a:cxnLst/>
            <a:rect l="l" t="t" r="r" b="b"/>
            <a:pathLst>
              <a:path w="746765" h="540881">
                <a:moveTo>
                  <a:pt x="0" y="0"/>
                </a:moveTo>
                <a:lnTo>
                  <a:pt x="746765" y="0"/>
                </a:lnTo>
                <a:lnTo>
                  <a:pt x="746765" y="540881"/>
                </a:lnTo>
                <a:lnTo>
                  <a:pt x="0" y="540881"/>
                </a:lnTo>
                <a:lnTo>
                  <a:pt x="0" y="0"/>
                </a:lnTo>
                <a:close/>
              </a:path>
            </a:pathLst>
          </a:custGeom>
          <a:blipFill>
            <a:blip r:embed="rId94">
              <a:extLst>
                <a:ext uri="{96DAC541-7B7A-43D3-8B79-37D633B846F1}">
                  <asvg:svgBlip xmlns:asvg="http://schemas.microsoft.com/office/drawing/2016/SVG/main" r:embed="rId95"/>
                </a:ext>
              </a:extLst>
            </a:blip>
            <a:stretch>
              <a:fillRect/>
            </a:stretch>
          </a:blipFill>
        </p:spPr>
      </p:sp>
      <p:sp>
        <p:nvSpPr>
          <p:cNvPr id="52" name="Freeform 52"/>
          <p:cNvSpPr/>
          <p:nvPr/>
        </p:nvSpPr>
        <p:spPr>
          <a:xfrm>
            <a:off x="5678760" y="6234596"/>
            <a:ext cx="691423" cy="669816"/>
          </a:xfrm>
          <a:custGeom>
            <a:avLst/>
            <a:gdLst/>
            <a:ahLst/>
            <a:cxnLst/>
            <a:rect l="l" t="t" r="r" b="b"/>
            <a:pathLst>
              <a:path w="691423" h="669816">
                <a:moveTo>
                  <a:pt x="0" y="0"/>
                </a:moveTo>
                <a:lnTo>
                  <a:pt x="691423" y="0"/>
                </a:lnTo>
                <a:lnTo>
                  <a:pt x="691423" y="669816"/>
                </a:lnTo>
                <a:lnTo>
                  <a:pt x="0" y="669816"/>
                </a:lnTo>
                <a:lnTo>
                  <a:pt x="0" y="0"/>
                </a:lnTo>
                <a:close/>
              </a:path>
            </a:pathLst>
          </a:custGeom>
          <a:blipFill>
            <a:blip r:embed="rId96">
              <a:extLst>
                <a:ext uri="{96DAC541-7B7A-43D3-8B79-37D633B846F1}">
                  <asvg:svgBlip xmlns:asvg="http://schemas.microsoft.com/office/drawing/2016/SVG/main" r:embed="rId97"/>
                </a:ext>
              </a:extLst>
            </a:blip>
            <a:stretch>
              <a:fillRect/>
            </a:stretch>
          </a:blipFill>
        </p:spPr>
      </p:sp>
      <p:sp>
        <p:nvSpPr>
          <p:cNvPr id="53" name="Freeform 53"/>
          <p:cNvSpPr/>
          <p:nvPr/>
        </p:nvSpPr>
        <p:spPr>
          <a:xfrm>
            <a:off x="9179621" y="6159579"/>
            <a:ext cx="524704" cy="819850"/>
          </a:xfrm>
          <a:custGeom>
            <a:avLst/>
            <a:gdLst/>
            <a:ahLst/>
            <a:cxnLst/>
            <a:rect l="l" t="t" r="r" b="b"/>
            <a:pathLst>
              <a:path w="524704" h="819850">
                <a:moveTo>
                  <a:pt x="0" y="0"/>
                </a:moveTo>
                <a:lnTo>
                  <a:pt x="524704" y="0"/>
                </a:lnTo>
                <a:lnTo>
                  <a:pt x="524704" y="819849"/>
                </a:lnTo>
                <a:lnTo>
                  <a:pt x="0" y="819849"/>
                </a:lnTo>
                <a:lnTo>
                  <a:pt x="0" y="0"/>
                </a:lnTo>
                <a:close/>
              </a:path>
            </a:pathLst>
          </a:custGeom>
          <a:blipFill>
            <a:blip r:embed="rId98">
              <a:extLst>
                <a:ext uri="{96DAC541-7B7A-43D3-8B79-37D633B846F1}">
                  <asvg:svgBlip xmlns:asvg="http://schemas.microsoft.com/office/drawing/2016/SVG/main" r:embed="rId99"/>
                </a:ext>
              </a:extLst>
            </a:blip>
            <a:stretch>
              <a:fillRect/>
            </a:stretch>
          </a:blipFill>
        </p:spPr>
      </p:sp>
      <p:sp>
        <p:nvSpPr>
          <p:cNvPr id="54" name="Freeform 54"/>
          <p:cNvSpPr/>
          <p:nvPr/>
        </p:nvSpPr>
        <p:spPr>
          <a:xfrm>
            <a:off x="15513801" y="3871479"/>
            <a:ext cx="576080" cy="544657"/>
          </a:xfrm>
          <a:custGeom>
            <a:avLst/>
            <a:gdLst/>
            <a:ahLst/>
            <a:cxnLst/>
            <a:rect l="l" t="t" r="r" b="b"/>
            <a:pathLst>
              <a:path w="576080" h="544657">
                <a:moveTo>
                  <a:pt x="0" y="0"/>
                </a:moveTo>
                <a:lnTo>
                  <a:pt x="576080" y="0"/>
                </a:lnTo>
                <a:lnTo>
                  <a:pt x="576080" y="544658"/>
                </a:lnTo>
                <a:lnTo>
                  <a:pt x="0" y="544658"/>
                </a:lnTo>
                <a:lnTo>
                  <a:pt x="0" y="0"/>
                </a:lnTo>
                <a:close/>
              </a:path>
            </a:pathLst>
          </a:custGeom>
          <a:blipFill>
            <a:blip r:embed="rId100">
              <a:extLst>
                <a:ext uri="{96DAC541-7B7A-43D3-8B79-37D633B846F1}">
                  <asvg:svgBlip xmlns:asvg="http://schemas.microsoft.com/office/drawing/2016/SVG/main" r:embed="rId101"/>
                </a:ext>
              </a:extLst>
            </a:blip>
            <a:stretch>
              <a:fillRect/>
            </a:stretch>
          </a:blipFill>
          <a:ln cap="sq">
            <a:noFill/>
            <a:prstDash val="solid"/>
            <a:miter/>
          </a:ln>
        </p:spPr>
      </p:sp>
      <p:sp>
        <p:nvSpPr>
          <p:cNvPr id="55" name="Freeform 55"/>
          <p:cNvSpPr/>
          <p:nvPr/>
        </p:nvSpPr>
        <p:spPr>
          <a:xfrm>
            <a:off x="16892323" y="3859883"/>
            <a:ext cx="575170" cy="567849"/>
          </a:xfrm>
          <a:custGeom>
            <a:avLst/>
            <a:gdLst/>
            <a:ahLst/>
            <a:cxnLst/>
            <a:rect l="l" t="t" r="r" b="b"/>
            <a:pathLst>
              <a:path w="575170" h="567849">
                <a:moveTo>
                  <a:pt x="0" y="0"/>
                </a:moveTo>
                <a:lnTo>
                  <a:pt x="575170" y="0"/>
                </a:lnTo>
                <a:lnTo>
                  <a:pt x="575170" y="567850"/>
                </a:lnTo>
                <a:lnTo>
                  <a:pt x="0" y="567850"/>
                </a:lnTo>
                <a:lnTo>
                  <a:pt x="0" y="0"/>
                </a:lnTo>
                <a:close/>
              </a:path>
            </a:pathLst>
          </a:custGeom>
          <a:blipFill>
            <a:blip r:embed="rId102">
              <a:extLst>
                <a:ext uri="{96DAC541-7B7A-43D3-8B79-37D633B846F1}">
                  <asvg:svgBlip xmlns:asvg="http://schemas.microsoft.com/office/drawing/2016/SVG/main" r:embed="rId103"/>
                </a:ext>
              </a:extLst>
            </a:blip>
            <a:stretch>
              <a:fillRect/>
            </a:stretch>
          </a:blipFill>
        </p:spPr>
      </p:sp>
      <p:sp>
        <p:nvSpPr>
          <p:cNvPr id="56" name="Freeform 56"/>
          <p:cNvSpPr/>
          <p:nvPr/>
        </p:nvSpPr>
        <p:spPr>
          <a:xfrm>
            <a:off x="16812878" y="2022626"/>
            <a:ext cx="734059" cy="449831"/>
          </a:xfrm>
          <a:custGeom>
            <a:avLst/>
            <a:gdLst/>
            <a:ahLst/>
            <a:cxnLst/>
            <a:rect l="l" t="t" r="r" b="b"/>
            <a:pathLst>
              <a:path w="734059" h="449831">
                <a:moveTo>
                  <a:pt x="0" y="0"/>
                </a:moveTo>
                <a:lnTo>
                  <a:pt x="734059" y="0"/>
                </a:lnTo>
                <a:lnTo>
                  <a:pt x="734059" y="449832"/>
                </a:lnTo>
                <a:lnTo>
                  <a:pt x="0" y="449832"/>
                </a:lnTo>
                <a:lnTo>
                  <a:pt x="0" y="0"/>
                </a:lnTo>
                <a:close/>
              </a:path>
            </a:pathLst>
          </a:custGeom>
          <a:blipFill>
            <a:blip r:embed="rId104">
              <a:extLst>
                <a:ext uri="{96DAC541-7B7A-43D3-8B79-37D633B846F1}">
                  <asvg:svgBlip xmlns:asvg="http://schemas.microsoft.com/office/drawing/2016/SVG/main" r:embed="rId105"/>
                </a:ext>
              </a:extLst>
            </a:blip>
            <a:stretch>
              <a:fillRect/>
            </a:stretch>
          </a:blipFill>
          <a:ln cap="sq">
            <a:noFill/>
            <a:prstDash val="solid"/>
            <a:miter/>
          </a:ln>
        </p:spPr>
      </p:sp>
      <p:sp>
        <p:nvSpPr>
          <p:cNvPr id="57" name="Freeform 57"/>
          <p:cNvSpPr/>
          <p:nvPr/>
        </p:nvSpPr>
        <p:spPr>
          <a:xfrm rot="727463">
            <a:off x="16110167" y="2006265"/>
            <a:ext cx="268713" cy="482554"/>
          </a:xfrm>
          <a:custGeom>
            <a:avLst/>
            <a:gdLst/>
            <a:ahLst/>
            <a:cxnLst/>
            <a:rect l="l" t="t" r="r" b="b"/>
            <a:pathLst>
              <a:path w="268713" h="482554">
                <a:moveTo>
                  <a:pt x="0" y="0"/>
                </a:moveTo>
                <a:lnTo>
                  <a:pt x="268714" y="0"/>
                </a:lnTo>
                <a:lnTo>
                  <a:pt x="268714" y="482554"/>
                </a:lnTo>
                <a:lnTo>
                  <a:pt x="0" y="482554"/>
                </a:lnTo>
                <a:lnTo>
                  <a:pt x="0" y="0"/>
                </a:lnTo>
                <a:close/>
              </a:path>
            </a:pathLst>
          </a:custGeom>
          <a:blipFill>
            <a:blip r:embed="rId106">
              <a:extLst>
                <a:ext uri="{96DAC541-7B7A-43D3-8B79-37D633B846F1}">
                  <asvg:svgBlip xmlns:asvg="http://schemas.microsoft.com/office/drawing/2016/SVG/main" r:embed="rId107"/>
                </a:ext>
              </a:extLst>
            </a:blip>
            <a:stretch>
              <a:fillRect/>
            </a:stretch>
          </a:blipFill>
          <a:ln cap="sq">
            <a:noFill/>
            <a:prstDash val="solid"/>
            <a:miter/>
          </a:ln>
        </p:spPr>
      </p:sp>
      <p:sp>
        <p:nvSpPr>
          <p:cNvPr id="58" name="Freeform 58"/>
          <p:cNvSpPr/>
          <p:nvPr/>
        </p:nvSpPr>
        <p:spPr>
          <a:xfrm rot="-436351">
            <a:off x="15152528" y="8713655"/>
            <a:ext cx="715225" cy="931889"/>
          </a:xfrm>
          <a:custGeom>
            <a:avLst/>
            <a:gdLst/>
            <a:ahLst/>
            <a:cxnLst/>
            <a:rect l="l" t="t" r="r" b="b"/>
            <a:pathLst>
              <a:path w="715225" h="931889">
                <a:moveTo>
                  <a:pt x="0" y="0"/>
                </a:moveTo>
                <a:lnTo>
                  <a:pt x="715224" y="0"/>
                </a:lnTo>
                <a:lnTo>
                  <a:pt x="715224" y="931888"/>
                </a:lnTo>
                <a:lnTo>
                  <a:pt x="0" y="931888"/>
                </a:lnTo>
                <a:lnTo>
                  <a:pt x="0" y="0"/>
                </a:lnTo>
                <a:close/>
              </a:path>
            </a:pathLst>
          </a:custGeom>
          <a:blipFill>
            <a:blip r:embed="rId108">
              <a:extLst>
                <a:ext uri="{96DAC541-7B7A-43D3-8B79-37D633B846F1}">
                  <asvg:svgBlip xmlns:asvg="http://schemas.microsoft.com/office/drawing/2016/SVG/main" r:embed="rId109"/>
                </a:ext>
              </a:extLst>
            </a:blip>
            <a:stretch>
              <a:fillRect/>
            </a:stretch>
          </a:blipFill>
        </p:spPr>
      </p:sp>
      <p:sp>
        <p:nvSpPr>
          <p:cNvPr id="59" name="Freeform 59"/>
          <p:cNvSpPr/>
          <p:nvPr/>
        </p:nvSpPr>
        <p:spPr>
          <a:xfrm>
            <a:off x="9712768" y="2022027"/>
            <a:ext cx="439191" cy="451031"/>
          </a:xfrm>
          <a:custGeom>
            <a:avLst/>
            <a:gdLst/>
            <a:ahLst/>
            <a:cxnLst/>
            <a:rect l="l" t="t" r="r" b="b"/>
            <a:pathLst>
              <a:path w="439191" h="451031">
                <a:moveTo>
                  <a:pt x="0" y="0"/>
                </a:moveTo>
                <a:lnTo>
                  <a:pt x="439191" y="0"/>
                </a:lnTo>
                <a:lnTo>
                  <a:pt x="439191" y="451030"/>
                </a:lnTo>
                <a:lnTo>
                  <a:pt x="0" y="451030"/>
                </a:lnTo>
                <a:lnTo>
                  <a:pt x="0" y="0"/>
                </a:lnTo>
                <a:close/>
              </a:path>
            </a:pathLst>
          </a:custGeom>
          <a:blipFill>
            <a:blip r:embed="rId110">
              <a:extLst>
                <a:ext uri="{96DAC541-7B7A-43D3-8B79-37D633B846F1}">
                  <asvg:svgBlip xmlns:asvg="http://schemas.microsoft.com/office/drawing/2016/SVG/main" r:embed="rId111"/>
                </a:ext>
              </a:extLst>
            </a:blip>
            <a:stretch>
              <a:fillRect/>
            </a:stretch>
          </a:blipFill>
          <a:ln cap="sq">
            <a:noFill/>
            <a:prstDash val="solid"/>
            <a:miter/>
          </a:ln>
        </p:spPr>
      </p:sp>
      <p:sp>
        <p:nvSpPr>
          <p:cNvPr id="60" name="Freeform 60"/>
          <p:cNvSpPr/>
          <p:nvPr/>
        </p:nvSpPr>
        <p:spPr>
          <a:xfrm>
            <a:off x="8462425" y="4921157"/>
            <a:ext cx="892603" cy="684817"/>
          </a:xfrm>
          <a:custGeom>
            <a:avLst/>
            <a:gdLst/>
            <a:ahLst/>
            <a:cxnLst/>
            <a:rect l="l" t="t" r="r" b="b"/>
            <a:pathLst>
              <a:path w="892603" h="684817">
                <a:moveTo>
                  <a:pt x="0" y="0"/>
                </a:moveTo>
                <a:lnTo>
                  <a:pt x="892603" y="0"/>
                </a:lnTo>
                <a:lnTo>
                  <a:pt x="892603" y="684816"/>
                </a:lnTo>
                <a:lnTo>
                  <a:pt x="0" y="684816"/>
                </a:lnTo>
                <a:lnTo>
                  <a:pt x="0" y="0"/>
                </a:lnTo>
                <a:close/>
              </a:path>
            </a:pathLst>
          </a:custGeom>
          <a:blipFill>
            <a:blip r:embed="rId112">
              <a:extLst>
                <a:ext uri="{96DAC541-7B7A-43D3-8B79-37D633B846F1}">
                  <asvg:svgBlip xmlns:asvg="http://schemas.microsoft.com/office/drawing/2016/SVG/main" r:embed="rId113"/>
                </a:ext>
              </a:extLst>
            </a:blip>
            <a:stretch>
              <a:fillRect/>
            </a:stretch>
          </a:blipFill>
          <a:ln cap="sq">
            <a:noFill/>
            <a:prstDash val="solid"/>
            <a:miter/>
          </a:ln>
        </p:spPr>
      </p:sp>
      <p:sp>
        <p:nvSpPr>
          <p:cNvPr id="61" name="Freeform 61"/>
          <p:cNvSpPr/>
          <p:nvPr/>
        </p:nvSpPr>
        <p:spPr>
          <a:xfrm>
            <a:off x="11558275" y="2859095"/>
            <a:ext cx="732457" cy="558921"/>
          </a:xfrm>
          <a:custGeom>
            <a:avLst/>
            <a:gdLst/>
            <a:ahLst/>
            <a:cxnLst/>
            <a:rect l="l" t="t" r="r" b="b"/>
            <a:pathLst>
              <a:path w="732457" h="558921">
                <a:moveTo>
                  <a:pt x="0" y="0"/>
                </a:moveTo>
                <a:lnTo>
                  <a:pt x="732457" y="0"/>
                </a:lnTo>
                <a:lnTo>
                  <a:pt x="732457" y="558921"/>
                </a:lnTo>
                <a:lnTo>
                  <a:pt x="0" y="558921"/>
                </a:lnTo>
                <a:lnTo>
                  <a:pt x="0" y="0"/>
                </a:lnTo>
                <a:close/>
              </a:path>
            </a:pathLst>
          </a:custGeom>
          <a:blipFill>
            <a:blip r:embed="rId114">
              <a:extLst>
                <a:ext uri="{96DAC541-7B7A-43D3-8B79-37D633B846F1}">
                  <asvg:svgBlip xmlns:asvg="http://schemas.microsoft.com/office/drawing/2016/SVG/main" r:embed="rId115"/>
                </a:ext>
              </a:extLst>
            </a:blip>
            <a:stretch>
              <a:fillRect/>
            </a:stretch>
          </a:blipFill>
          <a:ln cap="sq">
            <a:noFill/>
            <a:prstDash val="solid"/>
            <a:miter/>
          </a:ln>
        </p:spPr>
      </p:sp>
      <p:sp>
        <p:nvSpPr>
          <p:cNvPr id="62" name="Freeform 62"/>
          <p:cNvSpPr/>
          <p:nvPr/>
        </p:nvSpPr>
        <p:spPr>
          <a:xfrm>
            <a:off x="13284982" y="6219875"/>
            <a:ext cx="804297" cy="699256"/>
          </a:xfrm>
          <a:custGeom>
            <a:avLst/>
            <a:gdLst/>
            <a:ahLst/>
            <a:cxnLst/>
            <a:rect l="l" t="t" r="r" b="b"/>
            <a:pathLst>
              <a:path w="804297" h="699256">
                <a:moveTo>
                  <a:pt x="0" y="0"/>
                </a:moveTo>
                <a:lnTo>
                  <a:pt x="804297" y="0"/>
                </a:lnTo>
                <a:lnTo>
                  <a:pt x="804297" y="699257"/>
                </a:lnTo>
                <a:lnTo>
                  <a:pt x="0" y="699257"/>
                </a:lnTo>
                <a:lnTo>
                  <a:pt x="0" y="0"/>
                </a:lnTo>
                <a:close/>
              </a:path>
            </a:pathLst>
          </a:custGeom>
          <a:blipFill>
            <a:blip r:embed="rId116">
              <a:extLst>
                <a:ext uri="{96DAC541-7B7A-43D3-8B79-37D633B846F1}">
                  <asvg:svgBlip xmlns:asvg="http://schemas.microsoft.com/office/drawing/2016/SVG/main" r:embed="rId117"/>
                </a:ext>
              </a:extLst>
            </a:blip>
            <a:stretch>
              <a:fillRect/>
            </a:stretch>
          </a:blipFill>
        </p:spPr>
      </p:sp>
      <p:sp>
        <p:nvSpPr>
          <p:cNvPr id="63" name="Freeform 63"/>
          <p:cNvSpPr/>
          <p:nvPr/>
        </p:nvSpPr>
        <p:spPr>
          <a:xfrm>
            <a:off x="11657205" y="1960634"/>
            <a:ext cx="273202" cy="573816"/>
          </a:xfrm>
          <a:custGeom>
            <a:avLst/>
            <a:gdLst/>
            <a:ahLst/>
            <a:cxnLst/>
            <a:rect l="l" t="t" r="r" b="b"/>
            <a:pathLst>
              <a:path w="273202" h="573816">
                <a:moveTo>
                  <a:pt x="0" y="0"/>
                </a:moveTo>
                <a:lnTo>
                  <a:pt x="273202" y="0"/>
                </a:lnTo>
                <a:lnTo>
                  <a:pt x="273202" y="573816"/>
                </a:lnTo>
                <a:lnTo>
                  <a:pt x="0" y="573816"/>
                </a:lnTo>
                <a:lnTo>
                  <a:pt x="0" y="0"/>
                </a:lnTo>
                <a:close/>
              </a:path>
            </a:pathLst>
          </a:custGeom>
          <a:blipFill>
            <a:blip r:embed="rId118">
              <a:extLst>
                <a:ext uri="{96DAC541-7B7A-43D3-8B79-37D633B846F1}">
                  <asvg:svgBlip xmlns:asvg="http://schemas.microsoft.com/office/drawing/2016/SVG/main" r:embed="rId119"/>
                </a:ext>
              </a:extLst>
            </a:blip>
            <a:stretch>
              <a:fillRect/>
            </a:stretch>
          </a:blipFill>
        </p:spPr>
      </p:sp>
      <p:sp>
        <p:nvSpPr>
          <p:cNvPr id="64" name="Freeform 64"/>
          <p:cNvSpPr/>
          <p:nvPr/>
        </p:nvSpPr>
        <p:spPr>
          <a:xfrm>
            <a:off x="16848602" y="7544761"/>
            <a:ext cx="662612" cy="799531"/>
          </a:xfrm>
          <a:custGeom>
            <a:avLst/>
            <a:gdLst/>
            <a:ahLst/>
            <a:cxnLst/>
            <a:rect l="l" t="t" r="r" b="b"/>
            <a:pathLst>
              <a:path w="662612" h="799531">
                <a:moveTo>
                  <a:pt x="0" y="0"/>
                </a:moveTo>
                <a:lnTo>
                  <a:pt x="662611" y="0"/>
                </a:lnTo>
                <a:lnTo>
                  <a:pt x="662611" y="799532"/>
                </a:lnTo>
                <a:lnTo>
                  <a:pt x="0" y="799532"/>
                </a:lnTo>
                <a:lnTo>
                  <a:pt x="0" y="0"/>
                </a:lnTo>
                <a:close/>
              </a:path>
            </a:pathLst>
          </a:custGeom>
          <a:blipFill>
            <a:blip r:embed="rId120">
              <a:extLst>
                <a:ext uri="{96DAC541-7B7A-43D3-8B79-37D633B846F1}">
                  <asvg:svgBlip xmlns:asvg="http://schemas.microsoft.com/office/drawing/2016/SVG/main" r:embed="rId121"/>
                </a:ext>
              </a:extLst>
            </a:blip>
            <a:stretch>
              <a:fillRect/>
            </a:stretch>
          </a:blipFill>
        </p:spPr>
      </p:sp>
      <p:sp>
        <p:nvSpPr>
          <p:cNvPr id="65" name="Freeform 65"/>
          <p:cNvSpPr/>
          <p:nvPr/>
        </p:nvSpPr>
        <p:spPr>
          <a:xfrm>
            <a:off x="10592484" y="3958130"/>
            <a:ext cx="952076" cy="371355"/>
          </a:xfrm>
          <a:custGeom>
            <a:avLst/>
            <a:gdLst/>
            <a:ahLst/>
            <a:cxnLst/>
            <a:rect l="l" t="t" r="r" b="b"/>
            <a:pathLst>
              <a:path w="952076" h="371355">
                <a:moveTo>
                  <a:pt x="0" y="0"/>
                </a:moveTo>
                <a:lnTo>
                  <a:pt x="952075" y="0"/>
                </a:lnTo>
                <a:lnTo>
                  <a:pt x="952075" y="371356"/>
                </a:lnTo>
                <a:lnTo>
                  <a:pt x="0" y="371356"/>
                </a:lnTo>
                <a:lnTo>
                  <a:pt x="0" y="0"/>
                </a:lnTo>
                <a:close/>
              </a:path>
            </a:pathLst>
          </a:custGeom>
          <a:blipFill>
            <a:blip r:embed="rId122">
              <a:extLst>
                <a:ext uri="{96DAC541-7B7A-43D3-8B79-37D633B846F1}">
                  <asvg:svgBlip xmlns:asvg="http://schemas.microsoft.com/office/drawing/2016/SVG/main" r:embed="rId123"/>
                </a:ext>
              </a:extLst>
            </a:blip>
            <a:stretch>
              <a:fillRect/>
            </a:stretch>
          </a:blipFill>
          <a:ln cap="sq">
            <a:noFill/>
            <a:prstDash val="solid"/>
            <a:miter/>
          </a:ln>
        </p:spPr>
      </p:sp>
      <p:sp>
        <p:nvSpPr>
          <p:cNvPr id="66" name="Freeform 66"/>
          <p:cNvSpPr/>
          <p:nvPr/>
        </p:nvSpPr>
        <p:spPr>
          <a:xfrm>
            <a:off x="6662747" y="4931652"/>
            <a:ext cx="647147" cy="663826"/>
          </a:xfrm>
          <a:custGeom>
            <a:avLst/>
            <a:gdLst/>
            <a:ahLst/>
            <a:cxnLst/>
            <a:rect l="l" t="t" r="r" b="b"/>
            <a:pathLst>
              <a:path w="647147" h="663826">
                <a:moveTo>
                  <a:pt x="0" y="0"/>
                </a:moveTo>
                <a:lnTo>
                  <a:pt x="647147" y="0"/>
                </a:lnTo>
                <a:lnTo>
                  <a:pt x="647147" y="663826"/>
                </a:lnTo>
                <a:lnTo>
                  <a:pt x="0" y="663826"/>
                </a:lnTo>
                <a:lnTo>
                  <a:pt x="0" y="0"/>
                </a:lnTo>
                <a:close/>
              </a:path>
            </a:pathLst>
          </a:custGeom>
          <a:blipFill>
            <a:blip r:embed="rId124">
              <a:extLst>
                <a:ext uri="{96DAC541-7B7A-43D3-8B79-37D633B846F1}">
                  <asvg:svgBlip xmlns:asvg="http://schemas.microsoft.com/office/drawing/2016/SVG/main" r:embed="rId125"/>
                </a:ext>
              </a:extLst>
            </a:blip>
            <a:stretch>
              <a:fillRect/>
            </a:stretch>
          </a:blipFill>
          <a:ln cap="sq">
            <a:noFill/>
            <a:prstDash val="solid"/>
            <a:miter/>
          </a:ln>
        </p:spPr>
      </p:sp>
      <p:sp>
        <p:nvSpPr>
          <p:cNvPr id="67" name="Freeform 67"/>
          <p:cNvSpPr/>
          <p:nvPr/>
        </p:nvSpPr>
        <p:spPr>
          <a:xfrm>
            <a:off x="6972169" y="7549606"/>
            <a:ext cx="783251" cy="789842"/>
          </a:xfrm>
          <a:custGeom>
            <a:avLst/>
            <a:gdLst/>
            <a:ahLst/>
            <a:cxnLst/>
            <a:rect l="l" t="t" r="r" b="b"/>
            <a:pathLst>
              <a:path w="783251" h="789842">
                <a:moveTo>
                  <a:pt x="0" y="0"/>
                </a:moveTo>
                <a:lnTo>
                  <a:pt x="783251" y="0"/>
                </a:lnTo>
                <a:lnTo>
                  <a:pt x="783251" y="789842"/>
                </a:lnTo>
                <a:lnTo>
                  <a:pt x="0" y="789842"/>
                </a:lnTo>
                <a:lnTo>
                  <a:pt x="0" y="0"/>
                </a:lnTo>
                <a:close/>
              </a:path>
            </a:pathLst>
          </a:custGeom>
          <a:blipFill>
            <a:blip r:embed="rId126">
              <a:extLst>
                <a:ext uri="{96DAC541-7B7A-43D3-8B79-37D633B846F1}">
                  <asvg:svgBlip xmlns:asvg="http://schemas.microsoft.com/office/drawing/2016/SVG/main" r:embed="rId127"/>
                </a:ext>
              </a:extLst>
            </a:blip>
            <a:stretch>
              <a:fillRect/>
            </a:stretch>
          </a:blipFill>
        </p:spPr>
      </p:sp>
      <p:sp>
        <p:nvSpPr>
          <p:cNvPr id="68" name="Freeform 68"/>
          <p:cNvSpPr/>
          <p:nvPr/>
        </p:nvSpPr>
        <p:spPr>
          <a:xfrm>
            <a:off x="7741503" y="912176"/>
            <a:ext cx="653385" cy="653385"/>
          </a:xfrm>
          <a:custGeom>
            <a:avLst/>
            <a:gdLst/>
            <a:ahLst/>
            <a:cxnLst/>
            <a:rect l="l" t="t" r="r" b="b"/>
            <a:pathLst>
              <a:path w="653385" h="653385">
                <a:moveTo>
                  <a:pt x="0" y="0"/>
                </a:moveTo>
                <a:lnTo>
                  <a:pt x="653384" y="0"/>
                </a:lnTo>
                <a:lnTo>
                  <a:pt x="653384" y="653385"/>
                </a:lnTo>
                <a:lnTo>
                  <a:pt x="0" y="653385"/>
                </a:lnTo>
                <a:lnTo>
                  <a:pt x="0" y="0"/>
                </a:lnTo>
                <a:close/>
              </a:path>
            </a:pathLst>
          </a:custGeom>
          <a:blipFill>
            <a:blip r:embed="rId128">
              <a:extLst>
                <a:ext uri="{96DAC541-7B7A-43D3-8B79-37D633B846F1}">
                  <asvg:svgBlip xmlns:asvg="http://schemas.microsoft.com/office/drawing/2016/SVG/main" r:embed="rId129"/>
                </a:ext>
              </a:extLst>
            </a:blip>
            <a:stretch>
              <a:fillRect/>
            </a:stretch>
          </a:blipFill>
        </p:spPr>
      </p:sp>
      <p:sp>
        <p:nvSpPr>
          <p:cNvPr id="69" name="Freeform 69"/>
          <p:cNvSpPr/>
          <p:nvPr/>
        </p:nvSpPr>
        <p:spPr>
          <a:xfrm>
            <a:off x="6768149" y="914296"/>
            <a:ext cx="620746" cy="649146"/>
          </a:xfrm>
          <a:custGeom>
            <a:avLst/>
            <a:gdLst/>
            <a:ahLst/>
            <a:cxnLst/>
            <a:rect l="l" t="t" r="r" b="b"/>
            <a:pathLst>
              <a:path w="620746" h="649146">
                <a:moveTo>
                  <a:pt x="0" y="0"/>
                </a:moveTo>
                <a:lnTo>
                  <a:pt x="620746" y="0"/>
                </a:lnTo>
                <a:lnTo>
                  <a:pt x="620746" y="649146"/>
                </a:lnTo>
                <a:lnTo>
                  <a:pt x="0" y="649146"/>
                </a:lnTo>
                <a:lnTo>
                  <a:pt x="0" y="0"/>
                </a:lnTo>
                <a:close/>
              </a:path>
            </a:pathLst>
          </a:custGeom>
          <a:blipFill>
            <a:blip r:embed="rId130">
              <a:extLst>
                <a:ext uri="{96DAC541-7B7A-43D3-8B79-37D633B846F1}">
                  <asvg:svgBlip xmlns:asvg="http://schemas.microsoft.com/office/drawing/2016/SVG/main" r:embed="rId131"/>
                </a:ext>
              </a:extLst>
            </a:blip>
            <a:stretch>
              <a:fillRect/>
            </a:stretch>
          </a:blipFill>
          <a:ln cap="sq">
            <a:noFill/>
            <a:prstDash val="solid"/>
            <a:miter/>
          </a:ln>
        </p:spPr>
      </p:sp>
      <p:sp>
        <p:nvSpPr>
          <p:cNvPr id="70" name="Freeform 70"/>
          <p:cNvSpPr/>
          <p:nvPr/>
        </p:nvSpPr>
        <p:spPr>
          <a:xfrm>
            <a:off x="5633402" y="869308"/>
            <a:ext cx="782140" cy="739122"/>
          </a:xfrm>
          <a:custGeom>
            <a:avLst/>
            <a:gdLst/>
            <a:ahLst/>
            <a:cxnLst/>
            <a:rect l="l" t="t" r="r" b="b"/>
            <a:pathLst>
              <a:path w="782140" h="739122">
                <a:moveTo>
                  <a:pt x="0" y="0"/>
                </a:moveTo>
                <a:lnTo>
                  <a:pt x="782139" y="0"/>
                </a:lnTo>
                <a:lnTo>
                  <a:pt x="782139" y="739122"/>
                </a:lnTo>
                <a:lnTo>
                  <a:pt x="0" y="739122"/>
                </a:lnTo>
                <a:lnTo>
                  <a:pt x="0" y="0"/>
                </a:lnTo>
                <a:close/>
              </a:path>
            </a:pathLst>
          </a:custGeom>
          <a:blipFill>
            <a:blip r:embed="rId132">
              <a:extLst>
                <a:ext uri="{96DAC541-7B7A-43D3-8B79-37D633B846F1}">
                  <asvg:svgBlip xmlns:asvg="http://schemas.microsoft.com/office/drawing/2016/SVG/main" r:embed="rId133"/>
                </a:ext>
              </a:extLst>
            </a:blip>
            <a:stretch>
              <a:fillRect/>
            </a:stretch>
          </a:blipFill>
          <a:ln cap="sq">
            <a:noFill/>
            <a:prstDash val="solid"/>
            <a:miter/>
          </a:ln>
        </p:spPr>
      </p:sp>
      <p:sp>
        <p:nvSpPr>
          <p:cNvPr id="71" name="Freeform 71"/>
          <p:cNvSpPr/>
          <p:nvPr/>
        </p:nvSpPr>
        <p:spPr>
          <a:xfrm>
            <a:off x="8840466" y="1958027"/>
            <a:ext cx="485984" cy="579031"/>
          </a:xfrm>
          <a:custGeom>
            <a:avLst/>
            <a:gdLst/>
            <a:ahLst/>
            <a:cxnLst/>
            <a:rect l="l" t="t" r="r" b="b"/>
            <a:pathLst>
              <a:path w="485984" h="579031">
                <a:moveTo>
                  <a:pt x="0" y="0"/>
                </a:moveTo>
                <a:lnTo>
                  <a:pt x="485984" y="0"/>
                </a:lnTo>
                <a:lnTo>
                  <a:pt x="485984" y="579030"/>
                </a:lnTo>
                <a:lnTo>
                  <a:pt x="0" y="579030"/>
                </a:lnTo>
                <a:lnTo>
                  <a:pt x="0" y="0"/>
                </a:lnTo>
                <a:close/>
              </a:path>
            </a:pathLst>
          </a:custGeom>
          <a:blipFill>
            <a:blip r:embed="rId134">
              <a:extLst>
                <a:ext uri="{96DAC541-7B7A-43D3-8B79-37D633B846F1}">
                  <asvg:svgBlip xmlns:asvg="http://schemas.microsoft.com/office/drawing/2016/SVG/main" r:embed="rId135"/>
                </a:ext>
              </a:extLst>
            </a:blip>
            <a:stretch>
              <a:fillRect/>
            </a:stretch>
          </a:blipFill>
        </p:spPr>
      </p:sp>
      <p:sp>
        <p:nvSpPr>
          <p:cNvPr id="72" name="Freeform 72"/>
          <p:cNvSpPr/>
          <p:nvPr/>
        </p:nvSpPr>
        <p:spPr>
          <a:xfrm>
            <a:off x="5638731" y="1917878"/>
            <a:ext cx="771481" cy="659327"/>
          </a:xfrm>
          <a:custGeom>
            <a:avLst/>
            <a:gdLst/>
            <a:ahLst/>
            <a:cxnLst/>
            <a:rect l="l" t="t" r="r" b="b"/>
            <a:pathLst>
              <a:path w="771481" h="659327">
                <a:moveTo>
                  <a:pt x="0" y="0"/>
                </a:moveTo>
                <a:lnTo>
                  <a:pt x="771481" y="0"/>
                </a:lnTo>
                <a:lnTo>
                  <a:pt x="771481" y="659328"/>
                </a:lnTo>
                <a:lnTo>
                  <a:pt x="0" y="659328"/>
                </a:lnTo>
                <a:lnTo>
                  <a:pt x="0" y="0"/>
                </a:lnTo>
                <a:close/>
              </a:path>
            </a:pathLst>
          </a:custGeom>
          <a:blipFill>
            <a:blip r:embed="rId136">
              <a:extLst>
                <a:ext uri="{96DAC541-7B7A-43D3-8B79-37D633B846F1}">
                  <asvg:svgBlip xmlns:asvg="http://schemas.microsoft.com/office/drawing/2016/SVG/main" r:embed="rId137"/>
                </a:ext>
              </a:extLst>
            </a:blip>
            <a:stretch>
              <a:fillRect/>
            </a:stretch>
          </a:blipFill>
        </p:spPr>
      </p:sp>
      <p:sp>
        <p:nvSpPr>
          <p:cNvPr id="73" name="Freeform 73"/>
          <p:cNvSpPr/>
          <p:nvPr/>
        </p:nvSpPr>
        <p:spPr>
          <a:xfrm>
            <a:off x="7282138" y="3817280"/>
            <a:ext cx="905450" cy="653056"/>
          </a:xfrm>
          <a:custGeom>
            <a:avLst/>
            <a:gdLst/>
            <a:ahLst/>
            <a:cxnLst/>
            <a:rect l="l" t="t" r="r" b="b"/>
            <a:pathLst>
              <a:path w="905450" h="653056">
                <a:moveTo>
                  <a:pt x="0" y="0"/>
                </a:moveTo>
                <a:lnTo>
                  <a:pt x="905450" y="0"/>
                </a:lnTo>
                <a:lnTo>
                  <a:pt x="905450" y="653056"/>
                </a:lnTo>
                <a:lnTo>
                  <a:pt x="0" y="653056"/>
                </a:lnTo>
                <a:lnTo>
                  <a:pt x="0" y="0"/>
                </a:lnTo>
                <a:close/>
              </a:path>
            </a:pathLst>
          </a:custGeom>
          <a:blipFill>
            <a:blip r:embed="rId138">
              <a:extLst>
                <a:ext uri="{96DAC541-7B7A-43D3-8B79-37D633B846F1}">
                  <asvg:svgBlip xmlns:asvg="http://schemas.microsoft.com/office/drawing/2016/SVG/main" r:embed="rId139"/>
                </a:ext>
              </a:extLst>
            </a:blip>
            <a:stretch>
              <a:fillRect/>
            </a:stretch>
          </a:blipFill>
        </p:spPr>
      </p:sp>
      <p:sp>
        <p:nvSpPr>
          <p:cNvPr id="74" name="Freeform 74"/>
          <p:cNvSpPr/>
          <p:nvPr/>
        </p:nvSpPr>
        <p:spPr>
          <a:xfrm flipH="1">
            <a:off x="15775286" y="7542882"/>
            <a:ext cx="744047" cy="803289"/>
          </a:xfrm>
          <a:custGeom>
            <a:avLst/>
            <a:gdLst/>
            <a:ahLst/>
            <a:cxnLst/>
            <a:rect l="l" t="t" r="r" b="b"/>
            <a:pathLst>
              <a:path w="744047" h="803289">
                <a:moveTo>
                  <a:pt x="744047" y="0"/>
                </a:moveTo>
                <a:lnTo>
                  <a:pt x="0" y="0"/>
                </a:lnTo>
                <a:lnTo>
                  <a:pt x="0" y="803290"/>
                </a:lnTo>
                <a:lnTo>
                  <a:pt x="744047" y="803290"/>
                </a:lnTo>
                <a:lnTo>
                  <a:pt x="744047" y="0"/>
                </a:lnTo>
                <a:close/>
              </a:path>
            </a:pathLst>
          </a:custGeom>
          <a:blipFill>
            <a:blip r:embed="rId140">
              <a:extLst>
                <a:ext uri="{96DAC541-7B7A-43D3-8B79-37D633B846F1}">
                  <asvg:svgBlip xmlns:asvg="http://schemas.microsoft.com/office/drawing/2016/SVG/main" r:embed="rId141"/>
                </a:ext>
              </a:extLst>
            </a:blip>
            <a:stretch>
              <a:fillRect/>
            </a:stretch>
          </a:blipFill>
        </p:spPr>
      </p:sp>
      <p:sp>
        <p:nvSpPr>
          <p:cNvPr id="75" name="Freeform 75"/>
          <p:cNvSpPr/>
          <p:nvPr/>
        </p:nvSpPr>
        <p:spPr>
          <a:xfrm>
            <a:off x="12035814" y="7558757"/>
            <a:ext cx="691785" cy="771540"/>
          </a:xfrm>
          <a:custGeom>
            <a:avLst/>
            <a:gdLst/>
            <a:ahLst/>
            <a:cxnLst/>
            <a:rect l="l" t="t" r="r" b="b"/>
            <a:pathLst>
              <a:path w="691785" h="771540">
                <a:moveTo>
                  <a:pt x="0" y="0"/>
                </a:moveTo>
                <a:lnTo>
                  <a:pt x="691785" y="0"/>
                </a:lnTo>
                <a:lnTo>
                  <a:pt x="691785" y="771540"/>
                </a:lnTo>
                <a:lnTo>
                  <a:pt x="0" y="771540"/>
                </a:lnTo>
                <a:lnTo>
                  <a:pt x="0" y="0"/>
                </a:lnTo>
                <a:close/>
              </a:path>
            </a:pathLst>
          </a:custGeom>
          <a:blipFill>
            <a:blip r:embed="rId142">
              <a:extLst>
                <a:ext uri="{96DAC541-7B7A-43D3-8B79-37D633B846F1}">
                  <asvg:svgBlip xmlns:asvg="http://schemas.microsoft.com/office/drawing/2016/SVG/main" r:embed="rId143"/>
                </a:ext>
              </a:extLst>
            </a:blip>
            <a:stretch>
              <a:fillRect/>
            </a:stretch>
          </a:blipFill>
        </p:spPr>
      </p:sp>
      <p:sp>
        <p:nvSpPr>
          <p:cNvPr id="76" name="Freeform 76"/>
          <p:cNvSpPr/>
          <p:nvPr/>
        </p:nvSpPr>
        <p:spPr>
          <a:xfrm>
            <a:off x="8307170" y="3999655"/>
            <a:ext cx="1053520" cy="288307"/>
          </a:xfrm>
          <a:custGeom>
            <a:avLst/>
            <a:gdLst/>
            <a:ahLst/>
            <a:cxnLst/>
            <a:rect l="l" t="t" r="r" b="b"/>
            <a:pathLst>
              <a:path w="1053520" h="288307">
                <a:moveTo>
                  <a:pt x="0" y="0"/>
                </a:moveTo>
                <a:lnTo>
                  <a:pt x="1053520" y="0"/>
                </a:lnTo>
                <a:lnTo>
                  <a:pt x="1053520" y="288306"/>
                </a:lnTo>
                <a:lnTo>
                  <a:pt x="0" y="288306"/>
                </a:lnTo>
                <a:lnTo>
                  <a:pt x="0" y="0"/>
                </a:lnTo>
                <a:close/>
              </a:path>
            </a:pathLst>
          </a:custGeom>
          <a:blipFill>
            <a:blip r:embed="rId144">
              <a:extLst>
                <a:ext uri="{96DAC541-7B7A-43D3-8B79-37D633B846F1}">
                  <asvg:svgBlip xmlns:asvg="http://schemas.microsoft.com/office/drawing/2016/SVG/main" r:embed="rId145"/>
                </a:ext>
              </a:extLst>
            </a:blip>
            <a:stretch>
              <a:fillRect/>
            </a:stretch>
          </a:blipFill>
          <a:ln cap="sq">
            <a:noFill/>
            <a:prstDash val="solid"/>
            <a:miter/>
          </a:ln>
        </p:spPr>
      </p:sp>
      <p:sp>
        <p:nvSpPr>
          <p:cNvPr id="77" name="Freeform 77"/>
          <p:cNvSpPr/>
          <p:nvPr/>
        </p:nvSpPr>
        <p:spPr>
          <a:xfrm>
            <a:off x="5677640" y="3763198"/>
            <a:ext cx="693663" cy="761221"/>
          </a:xfrm>
          <a:custGeom>
            <a:avLst/>
            <a:gdLst/>
            <a:ahLst/>
            <a:cxnLst/>
            <a:rect l="l" t="t" r="r" b="b"/>
            <a:pathLst>
              <a:path w="693663" h="761221">
                <a:moveTo>
                  <a:pt x="0" y="0"/>
                </a:moveTo>
                <a:lnTo>
                  <a:pt x="693663" y="0"/>
                </a:lnTo>
                <a:lnTo>
                  <a:pt x="693663" y="761221"/>
                </a:lnTo>
                <a:lnTo>
                  <a:pt x="0" y="761221"/>
                </a:lnTo>
                <a:lnTo>
                  <a:pt x="0" y="0"/>
                </a:lnTo>
                <a:close/>
              </a:path>
            </a:pathLst>
          </a:custGeom>
          <a:blipFill>
            <a:blip r:embed="rId146">
              <a:extLst>
                <a:ext uri="{96DAC541-7B7A-43D3-8B79-37D633B846F1}">
                  <asvg:svgBlip xmlns:asvg="http://schemas.microsoft.com/office/drawing/2016/SVG/main" r:embed="rId147"/>
                </a:ext>
              </a:extLst>
            </a:blip>
            <a:stretch>
              <a:fillRect/>
            </a:stretch>
          </a:blipFill>
          <a:ln cap="sq">
            <a:noFill/>
            <a:prstDash val="solid"/>
            <a:miter/>
          </a:ln>
        </p:spPr>
      </p:sp>
      <p:sp>
        <p:nvSpPr>
          <p:cNvPr id="78" name="Freeform 78"/>
          <p:cNvSpPr/>
          <p:nvPr/>
        </p:nvSpPr>
        <p:spPr>
          <a:xfrm>
            <a:off x="7130349" y="8713045"/>
            <a:ext cx="974525" cy="933108"/>
          </a:xfrm>
          <a:custGeom>
            <a:avLst/>
            <a:gdLst/>
            <a:ahLst/>
            <a:cxnLst/>
            <a:rect l="l" t="t" r="r" b="b"/>
            <a:pathLst>
              <a:path w="974525" h="933108">
                <a:moveTo>
                  <a:pt x="0" y="0"/>
                </a:moveTo>
                <a:lnTo>
                  <a:pt x="974525" y="0"/>
                </a:lnTo>
                <a:lnTo>
                  <a:pt x="974525" y="933108"/>
                </a:lnTo>
                <a:lnTo>
                  <a:pt x="0" y="933108"/>
                </a:lnTo>
                <a:lnTo>
                  <a:pt x="0" y="0"/>
                </a:lnTo>
                <a:close/>
              </a:path>
            </a:pathLst>
          </a:custGeom>
          <a:blipFill>
            <a:blip r:embed="rId148">
              <a:extLst>
                <a:ext uri="{96DAC541-7B7A-43D3-8B79-37D633B846F1}">
                  <asvg:svgBlip xmlns:asvg="http://schemas.microsoft.com/office/drawing/2016/SVG/main" r:embed="rId149"/>
                </a:ext>
              </a:extLst>
            </a:blip>
            <a:stretch>
              <a:fillRect/>
            </a:stretch>
          </a:blipFill>
        </p:spPr>
      </p:sp>
      <p:sp>
        <p:nvSpPr>
          <p:cNvPr id="79" name="Freeform 79"/>
          <p:cNvSpPr/>
          <p:nvPr/>
        </p:nvSpPr>
        <p:spPr>
          <a:xfrm>
            <a:off x="9440603" y="7560131"/>
            <a:ext cx="734196" cy="768791"/>
          </a:xfrm>
          <a:custGeom>
            <a:avLst/>
            <a:gdLst/>
            <a:ahLst/>
            <a:cxnLst/>
            <a:rect l="l" t="t" r="r" b="b"/>
            <a:pathLst>
              <a:path w="734196" h="768791">
                <a:moveTo>
                  <a:pt x="0" y="0"/>
                </a:moveTo>
                <a:lnTo>
                  <a:pt x="734195" y="0"/>
                </a:lnTo>
                <a:lnTo>
                  <a:pt x="734195" y="768792"/>
                </a:lnTo>
                <a:lnTo>
                  <a:pt x="0" y="768792"/>
                </a:lnTo>
                <a:lnTo>
                  <a:pt x="0" y="0"/>
                </a:lnTo>
                <a:close/>
              </a:path>
            </a:pathLst>
          </a:custGeom>
          <a:blipFill>
            <a:blip r:embed="rId150">
              <a:extLst>
                <a:ext uri="{96DAC541-7B7A-43D3-8B79-37D633B846F1}">
                  <asvg:svgBlip xmlns:asvg="http://schemas.microsoft.com/office/drawing/2016/SVG/main" r:embed="rId151"/>
                </a:ext>
              </a:extLst>
            </a:blip>
            <a:stretch>
              <a:fillRect/>
            </a:stretch>
          </a:blipFill>
        </p:spPr>
      </p:sp>
      <p:sp>
        <p:nvSpPr>
          <p:cNvPr id="80" name="Freeform 80"/>
          <p:cNvSpPr/>
          <p:nvPr/>
        </p:nvSpPr>
        <p:spPr>
          <a:xfrm>
            <a:off x="16003065" y="910358"/>
            <a:ext cx="564218" cy="657023"/>
          </a:xfrm>
          <a:custGeom>
            <a:avLst/>
            <a:gdLst/>
            <a:ahLst/>
            <a:cxnLst/>
            <a:rect l="l" t="t" r="r" b="b"/>
            <a:pathLst>
              <a:path w="564218" h="657023">
                <a:moveTo>
                  <a:pt x="0" y="0"/>
                </a:moveTo>
                <a:lnTo>
                  <a:pt x="564218" y="0"/>
                </a:lnTo>
                <a:lnTo>
                  <a:pt x="564218" y="657022"/>
                </a:lnTo>
                <a:lnTo>
                  <a:pt x="0" y="657022"/>
                </a:lnTo>
                <a:lnTo>
                  <a:pt x="0" y="0"/>
                </a:lnTo>
                <a:close/>
              </a:path>
            </a:pathLst>
          </a:custGeom>
          <a:blipFill>
            <a:blip r:embed="rId152">
              <a:extLst>
                <a:ext uri="{96DAC541-7B7A-43D3-8B79-37D633B846F1}">
                  <asvg:svgBlip xmlns:asvg="http://schemas.microsoft.com/office/drawing/2016/SVG/main" r:embed="rId153"/>
                </a:ext>
              </a:extLst>
            </a:blip>
            <a:stretch>
              <a:fillRect/>
            </a:stretch>
          </a:blipFill>
        </p:spPr>
      </p:sp>
      <p:sp>
        <p:nvSpPr>
          <p:cNvPr id="81" name="Freeform 81"/>
          <p:cNvSpPr/>
          <p:nvPr/>
        </p:nvSpPr>
        <p:spPr>
          <a:xfrm>
            <a:off x="6490885" y="3905925"/>
            <a:ext cx="671671" cy="475767"/>
          </a:xfrm>
          <a:custGeom>
            <a:avLst/>
            <a:gdLst/>
            <a:ahLst/>
            <a:cxnLst/>
            <a:rect l="l" t="t" r="r" b="b"/>
            <a:pathLst>
              <a:path w="671671" h="475767">
                <a:moveTo>
                  <a:pt x="0" y="0"/>
                </a:moveTo>
                <a:lnTo>
                  <a:pt x="671671" y="0"/>
                </a:lnTo>
                <a:lnTo>
                  <a:pt x="671671" y="475767"/>
                </a:lnTo>
                <a:lnTo>
                  <a:pt x="0" y="475767"/>
                </a:lnTo>
                <a:lnTo>
                  <a:pt x="0" y="0"/>
                </a:lnTo>
                <a:close/>
              </a:path>
            </a:pathLst>
          </a:custGeom>
          <a:blipFill>
            <a:blip r:embed="rId154">
              <a:extLst>
                <a:ext uri="{96DAC541-7B7A-43D3-8B79-37D633B846F1}">
                  <asvg:svgBlip xmlns:asvg="http://schemas.microsoft.com/office/drawing/2016/SVG/main" r:embed="rId155"/>
                </a:ext>
              </a:extLst>
            </a:blip>
            <a:stretch>
              <a:fillRect/>
            </a:stretch>
          </a:blipFill>
        </p:spPr>
      </p:sp>
      <p:sp>
        <p:nvSpPr>
          <p:cNvPr id="82" name="Freeform 82"/>
          <p:cNvSpPr/>
          <p:nvPr/>
        </p:nvSpPr>
        <p:spPr>
          <a:xfrm>
            <a:off x="13056868" y="7518729"/>
            <a:ext cx="1304674" cy="851596"/>
          </a:xfrm>
          <a:custGeom>
            <a:avLst/>
            <a:gdLst/>
            <a:ahLst/>
            <a:cxnLst/>
            <a:rect l="l" t="t" r="r" b="b"/>
            <a:pathLst>
              <a:path w="1304674" h="851596">
                <a:moveTo>
                  <a:pt x="0" y="0"/>
                </a:moveTo>
                <a:lnTo>
                  <a:pt x="1304673" y="0"/>
                </a:lnTo>
                <a:lnTo>
                  <a:pt x="1304673" y="851596"/>
                </a:lnTo>
                <a:lnTo>
                  <a:pt x="0" y="851596"/>
                </a:lnTo>
                <a:lnTo>
                  <a:pt x="0" y="0"/>
                </a:lnTo>
                <a:close/>
              </a:path>
            </a:pathLst>
          </a:custGeom>
          <a:blipFill>
            <a:blip r:embed="rId156">
              <a:extLst>
                <a:ext uri="{96DAC541-7B7A-43D3-8B79-37D633B846F1}">
                  <asvg:svgBlip xmlns:asvg="http://schemas.microsoft.com/office/drawing/2016/SVG/main" r:embed="rId157"/>
                </a:ext>
              </a:extLst>
            </a:blip>
            <a:stretch>
              <a:fillRect/>
            </a:stretch>
          </a:blipFill>
        </p:spPr>
      </p:sp>
      <p:sp>
        <p:nvSpPr>
          <p:cNvPr id="83" name="Freeform 83"/>
          <p:cNvSpPr/>
          <p:nvPr/>
        </p:nvSpPr>
        <p:spPr>
          <a:xfrm>
            <a:off x="14522745" y="6220099"/>
            <a:ext cx="698810" cy="698810"/>
          </a:xfrm>
          <a:custGeom>
            <a:avLst/>
            <a:gdLst/>
            <a:ahLst/>
            <a:cxnLst/>
            <a:rect l="l" t="t" r="r" b="b"/>
            <a:pathLst>
              <a:path w="698810" h="698810">
                <a:moveTo>
                  <a:pt x="0" y="0"/>
                </a:moveTo>
                <a:lnTo>
                  <a:pt x="698809" y="0"/>
                </a:lnTo>
                <a:lnTo>
                  <a:pt x="698809" y="698810"/>
                </a:lnTo>
                <a:lnTo>
                  <a:pt x="0" y="698810"/>
                </a:lnTo>
                <a:lnTo>
                  <a:pt x="0" y="0"/>
                </a:lnTo>
                <a:close/>
              </a:path>
            </a:pathLst>
          </a:custGeom>
          <a:blipFill>
            <a:blip r:embed="rId158">
              <a:extLst>
                <a:ext uri="{96DAC541-7B7A-43D3-8B79-37D633B846F1}">
                  <asvg:svgBlip xmlns:asvg="http://schemas.microsoft.com/office/drawing/2016/SVG/main" r:embed="rId159"/>
                </a:ext>
              </a:extLst>
            </a:blip>
            <a:stretch>
              <a:fillRect/>
            </a:stretch>
          </a:blipFill>
        </p:spPr>
      </p:sp>
      <p:sp>
        <p:nvSpPr>
          <p:cNvPr id="84" name="Freeform 84"/>
          <p:cNvSpPr/>
          <p:nvPr/>
        </p:nvSpPr>
        <p:spPr>
          <a:xfrm>
            <a:off x="12799700" y="2802103"/>
            <a:ext cx="673846" cy="672905"/>
          </a:xfrm>
          <a:custGeom>
            <a:avLst/>
            <a:gdLst/>
            <a:ahLst/>
            <a:cxnLst/>
            <a:rect l="l" t="t" r="r" b="b"/>
            <a:pathLst>
              <a:path w="673846" h="672905">
                <a:moveTo>
                  <a:pt x="0" y="0"/>
                </a:moveTo>
                <a:lnTo>
                  <a:pt x="673846" y="0"/>
                </a:lnTo>
                <a:lnTo>
                  <a:pt x="673846" y="672906"/>
                </a:lnTo>
                <a:lnTo>
                  <a:pt x="0" y="672906"/>
                </a:lnTo>
                <a:lnTo>
                  <a:pt x="0" y="0"/>
                </a:lnTo>
                <a:close/>
              </a:path>
            </a:pathLst>
          </a:custGeom>
          <a:blipFill>
            <a:blip r:embed="rId160">
              <a:extLst>
                <a:ext uri="{96DAC541-7B7A-43D3-8B79-37D633B846F1}">
                  <asvg:svgBlip xmlns:asvg="http://schemas.microsoft.com/office/drawing/2016/SVG/main" r:embed="rId161"/>
                </a:ext>
              </a:extLst>
            </a:blip>
            <a:stretch>
              <a:fillRect/>
            </a:stretch>
          </a:blipFill>
          <a:ln cap="sq">
            <a:noFill/>
            <a:prstDash val="solid"/>
            <a:miter/>
          </a:ln>
        </p:spPr>
      </p:sp>
      <p:sp>
        <p:nvSpPr>
          <p:cNvPr id="85" name="Freeform 85"/>
          <p:cNvSpPr/>
          <p:nvPr/>
        </p:nvSpPr>
        <p:spPr>
          <a:xfrm>
            <a:off x="8822598" y="2960870"/>
            <a:ext cx="924248" cy="355372"/>
          </a:xfrm>
          <a:custGeom>
            <a:avLst/>
            <a:gdLst/>
            <a:ahLst/>
            <a:cxnLst/>
            <a:rect l="l" t="t" r="r" b="b"/>
            <a:pathLst>
              <a:path w="924248" h="355372">
                <a:moveTo>
                  <a:pt x="0" y="0"/>
                </a:moveTo>
                <a:lnTo>
                  <a:pt x="924249" y="0"/>
                </a:lnTo>
                <a:lnTo>
                  <a:pt x="924249" y="355372"/>
                </a:lnTo>
                <a:lnTo>
                  <a:pt x="0" y="355372"/>
                </a:lnTo>
                <a:lnTo>
                  <a:pt x="0" y="0"/>
                </a:lnTo>
                <a:close/>
              </a:path>
            </a:pathLst>
          </a:custGeom>
          <a:blipFill>
            <a:blip r:embed="rId162">
              <a:extLst>
                <a:ext uri="{96DAC541-7B7A-43D3-8B79-37D633B846F1}">
                  <asvg:svgBlip xmlns:asvg="http://schemas.microsoft.com/office/drawing/2016/SVG/main" r:embed="rId163"/>
                </a:ext>
              </a:extLst>
            </a:blip>
            <a:stretch>
              <a:fillRect/>
            </a:stretch>
          </a:blipFill>
          <a:ln cap="sq">
            <a:noFill/>
            <a:prstDash val="solid"/>
            <a:miter/>
          </a:ln>
        </p:spPr>
      </p:sp>
      <p:sp>
        <p:nvSpPr>
          <p:cNvPr id="86" name="Freeform 86"/>
          <p:cNvSpPr/>
          <p:nvPr/>
        </p:nvSpPr>
        <p:spPr>
          <a:xfrm>
            <a:off x="9562890" y="4911894"/>
            <a:ext cx="828802" cy="703341"/>
          </a:xfrm>
          <a:custGeom>
            <a:avLst/>
            <a:gdLst/>
            <a:ahLst/>
            <a:cxnLst/>
            <a:rect l="l" t="t" r="r" b="b"/>
            <a:pathLst>
              <a:path w="828802" h="703341">
                <a:moveTo>
                  <a:pt x="0" y="0"/>
                </a:moveTo>
                <a:lnTo>
                  <a:pt x="828801" y="0"/>
                </a:lnTo>
                <a:lnTo>
                  <a:pt x="828801" y="703341"/>
                </a:lnTo>
                <a:lnTo>
                  <a:pt x="0" y="703341"/>
                </a:lnTo>
                <a:lnTo>
                  <a:pt x="0" y="0"/>
                </a:lnTo>
                <a:close/>
              </a:path>
            </a:pathLst>
          </a:custGeom>
          <a:blipFill>
            <a:blip r:embed="rId164">
              <a:extLst>
                <a:ext uri="{96DAC541-7B7A-43D3-8B79-37D633B846F1}">
                  <asvg:svgBlip xmlns:asvg="http://schemas.microsoft.com/office/drawing/2016/SVG/main" r:embed="rId165"/>
                </a:ext>
              </a:extLst>
            </a:blip>
            <a:stretch>
              <a:fillRect/>
            </a:stretch>
          </a:blipFill>
          <a:ln cap="sq">
            <a:noFill/>
            <a:prstDash val="solid"/>
            <a:miter/>
          </a:ln>
        </p:spPr>
      </p:sp>
      <p:sp>
        <p:nvSpPr>
          <p:cNvPr id="87" name="Freeform 87"/>
          <p:cNvSpPr/>
          <p:nvPr/>
        </p:nvSpPr>
        <p:spPr>
          <a:xfrm>
            <a:off x="16919890" y="925595"/>
            <a:ext cx="520034" cy="626548"/>
          </a:xfrm>
          <a:custGeom>
            <a:avLst/>
            <a:gdLst/>
            <a:ahLst/>
            <a:cxnLst/>
            <a:rect l="l" t="t" r="r" b="b"/>
            <a:pathLst>
              <a:path w="520034" h="626548">
                <a:moveTo>
                  <a:pt x="0" y="0"/>
                </a:moveTo>
                <a:lnTo>
                  <a:pt x="520035" y="0"/>
                </a:lnTo>
                <a:lnTo>
                  <a:pt x="520035" y="626548"/>
                </a:lnTo>
                <a:lnTo>
                  <a:pt x="0" y="626548"/>
                </a:lnTo>
                <a:lnTo>
                  <a:pt x="0" y="0"/>
                </a:lnTo>
                <a:close/>
              </a:path>
            </a:pathLst>
          </a:custGeom>
          <a:blipFill>
            <a:blip r:embed="rId166">
              <a:extLst>
                <a:ext uri="{96DAC541-7B7A-43D3-8B79-37D633B846F1}">
                  <asvg:svgBlip xmlns:asvg="http://schemas.microsoft.com/office/drawing/2016/SVG/main" r:embed="rId167"/>
                </a:ext>
              </a:extLst>
            </a:blip>
            <a:stretch>
              <a:fillRect/>
            </a:stretch>
          </a:blipFill>
          <a:ln cap="sq">
            <a:noFill/>
            <a:prstDash val="solid"/>
            <a:miter/>
          </a:ln>
        </p:spPr>
      </p:sp>
      <p:sp>
        <p:nvSpPr>
          <p:cNvPr id="88" name="Freeform 88"/>
          <p:cNvSpPr/>
          <p:nvPr/>
        </p:nvSpPr>
        <p:spPr>
          <a:xfrm>
            <a:off x="14690810" y="7493044"/>
            <a:ext cx="755208" cy="902966"/>
          </a:xfrm>
          <a:custGeom>
            <a:avLst/>
            <a:gdLst/>
            <a:ahLst/>
            <a:cxnLst/>
            <a:rect l="l" t="t" r="r" b="b"/>
            <a:pathLst>
              <a:path w="755208" h="902966">
                <a:moveTo>
                  <a:pt x="0" y="0"/>
                </a:moveTo>
                <a:lnTo>
                  <a:pt x="755208" y="0"/>
                </a:lnTo>
                <a:lnTo>
                  <a:pt x="755208" y="902966"/>
                </a:lnTo>
                <a:lnTo>
                  <a:pt x="0" y="902966"/>
                </a:lnTo>
                <a:lnTo>
                  <a:pt x="0" y="0"/>
                </a:lnTo>
                <a:close/>
              </a:path>
            </a:pathLst>
          </a:custGeom>
          <a:blipFill>
            <a:blip r:embed="rId168">
              <a:extLst>
                <a:ext uri="{96DAC541-7B7A-43D3-8B79-37D633B846F1}">
                  <asvg:svgBlip xmlns:asvg="http://schemas.microsoft.com/office/drawing/2016/SVG/main" r:embed="rId169"/>
                </a:ext>
              </a:extLst>
            </a:blip>
            <a:stretch>
              <a:fillRect/>
            </a:stretch>
          </a:blipFill>
        </p:spPr>
      </p:sp>
      <p:sp>
        <p:nvSpPr>
          <p:cNvPr id="89" name="Freeform 89"/>
          <p:cNvSpPr/>
          <p:nvPr/>
        </p:nvSpPr>
        <p:spPr>
          <a:xfrm>
            <a:off x="13240999" y="8686202"/>
            <a:ext cx="1247670" cy="986793"/>
          </a:xfrm>
          <a:custGeom>
            <a:avLst/>
            <a:gdLst/>
            <a:ahLst/>
            <a:cxnLst/>
            <a:rect l="l" t="t" r="r" b="b"/>
            <a:pathLst>
              <a:path w="1247670" h="986793">
                <a:moveTo>
                  <a:pt x="0" y="0"/>
                </a:moveTo>
                <a:lnTo>
                  <a:pt x="1247669" y="0"/>
                </a:lnTo>
                <a:lnTo>
                  <a:pt x="1247669" y="986794"/>
                </a:lnTo>
                <a:lnTo>
                  <a:pt x="0" y="986794"/>
                </a:lnTo>
                <a:lnTo>
                  <a:pt x="0" y="0"/>
                </a:lnTo>
                <a:close/>
              </a:path>
            </a:pathLst>
          </a:custGeom>
          <a:blipFill>
            <a:blip r:embed="rId170">
              <a:extLst>
                <a:ext uri="{96DAC541-7B7A-43D3-8B79-37D633B846F1}">
                  <asvg:svgBlip xmlns:asvg="http://schemas.microsoft.com/office/drawing/2016/SVG/main" r:embed="rId171"/>
                </a:ext>
              </a:extLst>
            </a:blip>
            <a:stretch>
              <a:fillRect/>
            </a:stretch>
          </a:blipFill>
        </p:spPr>
      </p:sp>
      <p:sp>
        <p:nvSpPr>
          <p:cNvPr id="90" name="Freeform 90"/>
          <p:cNvSpPr/>
          <p:nvPr/>
        </p:nvSpPr>
        <p:spPr>
          <a:xfrm>
            <a:off x="8712626" y="8856583"/>
            <a:ext cx="630762" cy="646032"/>
          </a:xfrm>
          <a:custGeom>
            <a:avLst/>
            <a:gdLst/>
            <a:ahLst/>
            <a:cxnLst/>
            <a:rect l="l" t="t" r="r" b="b"/>
            <a:pathLst>
              <a:path w="630762" h="646032">
                <a:moveTo>
                  <a:pt x="0" y="0"/>
                </a:moveTo>
                <a:lnTo>
                  <a:pt x="630763" y="0"/>
                </a:lnTo>
                <a:lnTo>
                  <a:pt x="630763" y="646032"/>
                </a:lnTo>
                <a:lnTo>
                  <a:pt x="0" y="646032"/>
                </a:lnTo>
                <a:lnTo>
                  <a:pt x="0" y="0"/>
                </a:lnTo>
                <a:close/>
              </a:path>
            </a:pathLst>
          </a:custGeom>
          <a:blipFill>
            <a:blip r:embed="rId172">
              <a:extLst>
                <a:ext uri="{96DAC541-7B7A-43D3-8B79-37D633B846F1}">
                  <asvg:svgBlip xmlns:asvg="http://schemas.microsoft.com/office/drawing/2016/SVG/main" r:embed="rId173"/>
                </a:ext>
              </a:extLst>
            </a:blip>
            <a:stretch>
              <a:fillRect/>
            </a:stretch>
          </a:blipFill>
        </p:spPr>
      </p:sp>
      <p:sp>
        <p:nvSpPr>
          <p:cNvPr id="91" name="Freeform 91"/>
          <p:cNvSpPr/>
          <p:nvPr/>
        </p:nvSpPr>
        <p:spPr>
          <a:xfrm>
            <a:off x="8084688" y="7417366"/>
            <a:ext cx="1026646" cy="1054322"/>
          </a:xfrm>
          <a:custGeom>
            <a:avLst/>
            <a:gdLst/>
            <a:ahLst/>
            <a:cxnLst/>
            <a:rect l="l" t="t" r="r" b="b"/>
            <a:pathLst>
              <a:path w="1026646" h="1054322">
                <a:moveTo>
                  <a:pt x="0" y="0"/>
                </a:moveTo>
                <a:lnTo>
                  <a:pt x="1026646" y="0"/>
                </a:lnTo>
                <a:lnTo>
                  <a:pt x="1026646" y="1054322"/>
                </a:lnTo>
                <a:lnTo>
                  <a:pt x="0" y="1054322"/>
                </a:lnTo>
                <a:lnTo>
                  <a:pt x="0" y="0"/>
                </a:lnTo>
                <a:close/>
              </a:path>
            </a:pathLst>
          </a:custGeom>
          <a:blipFill>
            <a:blip r:embed="rId174">
              <a:extLst>
                <a:ext uri="{96DAC541-7B7A-43D3-8B79-37D633B846F1}">
                  <asvg:svgBlip xmlns:asvg="http://schemas.microsoft.com/office/drawing/2016/SVG/main" r:embed="rId175"/>
                </a:ext>
              </a:extLst>
            </a:blip>
            <a:stretch>
              <a:fillRect/>
            </a:stretch>
          </a:blipFill>
        </p:spPr>
      </p:sp>
      <p:sp>
        <p:nvSpPr>
          <p:cNvPr id="92" name="Freeform 92"/>
          <p:cNvSpPr/>
          <p:nvPr/>
        </p:nvSpPr>
        <p:spPr>
          <a:xfrm>
            <a:off x="5406044" y="7454282"/>
            <a:ext cx="1236856" cy="980490"/>
          </a:xfrm>
          <a:custGeom>
            <a:avLst/>
            <a:gdLst/>
            <a:ahLst/>
            <a:cxnLst/>
            <a:rect l="l" t="t" r="r" b="b"/>
            <a:pathLst>
              <a:path w="1236856" h="980490">
                <a:moveTo>
                  <a:pt x="0" y="0"/>
                </a:moveTo>
                <a:lnTo>
                  <a:pt x="1236856" y="0"/>
                </a:lnTo>
                <a:lnTo>
                  <a:pt x="1236856" y="980490"/>
                </a:lnTo>
                <a:lnTo>
                  <a:pt x="0" y="980490"/>
                </a:lnTo>
                <a:lnTo>
                  <a:pt x="0" y="0"/>
                </a:lnTo>
                <a:close/>
              </a:path>
            </a:pathLst>
          </a:custGeom>
          <a:blipFill>
            <a:blip r:embed="rId176">
              <a:extLst>
                <a:ext uri="{96DAC541-7B7A-43D3-8B79-37D633B846F1}">
                  <asvg:svgBlip xmlns:asvg="http://schemas.microsoft.com/office/drawing/2016/SVG/main" r:embed="rId177"/>
                </a:ext>
              </a:extLst>
            </a:blip>
            <a:stretch>
              <a:fillRect/>
            </a:stretch>
          </a:blipFill>
          <a:ln cap="sq">
            <a:noFill/>
            <a:prstDash val="solid"/>
            <a:miter/>
          </a:ln>
        </p:spPr>
      </p:sp>
      <p:sp>
        <p:nvSpPr>
          <p:cNvPr id="93" name="Freeform 93"/>
          <p:cNvSpPr/>
          <p:nvPr/>
        </p:nvSpPr>
        <p:spPr>
          <a:xfrm>
            <a:off x="10504067" y="7482324"/>
            <a:ext cx="1202478" cy="924405"/>
          </a:xfrm>
          <a:custGeom>
            <a:avLst/>
            <a:gdLst/>
            <a:ahLst/>
            <a:cxnLst/>
            <a:rect l="l" t="t" r="r" b="b"/>
            <a:pathLst>
              <a:path w="1202478" h="924405">
                <a:moveTo>
                  <a:pt x="0" y="0"/>
                </a:moveTo>
                <a:lnTo>
                  <a:pt x="1202478" y="0"/>
                </a:lnTo>
                <a:lnTo>
                  <a:pt x="1202478" y="924406"/>
                </a:lnTo>
                <a:lnTo>
                  <a:pt x="0" y="924406"/>
                </a:lnTo>
                <a:lnTo>
                  <a:pt x="0" y="0"/>
                </a:lnTo>
                <a:close/>
              </a:path>
            </a:pathLst>
          </a:custGeom>
          <a:blipFill>
            <a:blip r:embed="rId178">
              <a:extLst>
                <a:ext uri="{96DAC541-7B7A-43D3-8B79-37D633B846F1}">
                  <asvg:svgBlip xmlns:asvg="http://schemas.microsoft.com/office/drawing/2016/SVG/main" r:embed="rId179"/>
                </a:ext>
              </a:extLst>
            </a:blip>
            <a:stretch>
              <a:fillRect/>
            </a:stretch>
          </a:blipFill>
        </p:spPr>
      </p:sp>
      <p:sp>
        <p:nvSpPr>
          <p:cNvPr id="94" name="Freeform 94"/>
          <p:cNvSpPr/>
          <p:nvPr/>
        </p:nvSpPr>
        <p:spPr>
          <a:xfrm>
            <a:off x="5526347" y="8700154"/>
            <a:ext cx="996249" cy="958889"/>
          </a:xfrm>
          <a:custGeom>
            <a:avLst/>
            <a:gdLst/>
            <a:ahLst/>
            <a:cxnLst/>
            <a:rect l="l" t="t" r="r" b="b"/>
            <a:pathLst>
              <a:path w="996249" h="958889">
                <a:moveTo>
                  <a:pt x="0" y="0"/>
                </a:moveTo>
                <a:lnTo>
                  <a:pt x="996249" y="0"/>
                </a:lnTo>
                <a:lnTo>
                  <a:pt x="996249" y="958890"/>
                </a:lnTo>
                <a:lnTo>
                  <a:pt x="0" y="958890"/>
                </a:lnTo>
                <a:lnTo>
                  <a:pt x="0" y="0"/>
                </a:lnTo>
                <a:close/>
              </a:path>
            </a:pathLst>
          </a:custGeom>
          <a:blipFill>
            <a:blip r:embed="rId180">
              <a:extLst>
                <a:ext uri="{96DAC541-7B7A-43D3-8B79-37D633B846F1}">
                  <asvg:svgBlip xmlns:asvg="http://schemas.microsoft.com/office/drawing/2016/SVG/main" r:embed="rId181"/>
                </a:ext>
              </a:extLst>
            </a:blip>
            <a:stretch>
              <a:fillRect/>
            </a:stretch>
          </a:blipFill>
        </p:spPr>
      </p:sp>
      <p:sp>
        <p:nvSpPr>
          <p:cNvPr id="95" name="Freeform 95"/>
          <p:cNvSpPr/>
          <p:nvPr/>
        </p:nvSpPr>
        <p:spPr>
          <a:xfrm>
            <a:off x="16531611" y="8718498"/>
            <a:ext cx="1296593" cy="922202"/>
          </a:xfrm>
          <a:custGeom>
            <a:avLst/>
            <a:gdLst/>
            <a:ahLst/>
            <a:cxnLst/>
            <a:rect l="l" t="t" r="r" b="b"/>
            <a:pathLst>
              <a:path w="1296593" h="922202">
                <a:moveTo>
                  <a:pt x="0" y="0"/>
                </a:moveTo>
                <a:lnTo>
                  <a:pt x="1296593" y="0"/>
                </a:lnTo>
                <a:lnTo>
                  <a:pt x="1296593" y="922202"/>
                </a:lnTo>
                <a:lnTo>
                  <a:pt x="0" y="922202"/>
                </a:lnTo>
                <a:lnTo>
                  <a:pt x="0" y="0"/>
                </a:lnTo>
                <a:close/>
              </a:path>
            </a:pathLst>
          </a:custGeom>
          <a:blipFill>
            <a:blip r:embed="rId182">
              <a:extLst>
                <a:ext uri="{96DAC541-7B7A-43D3-8B79-37D633B846F1}">
                  <asvg:svgBlip xmlns:asvg="http://schemas.microsoft.com/office/drawing/2016/SVG/main" r:embed="rId183"/>
                </a:ext>
              </a:extLst>
            </a:blip>
            <a:stretch>
              <a:fillRect/>
            </a:stretch>
          </a:blipFill>
        </p:spPr>
      </p:sp>
    </p:spTree>
    <p:extLst>
      <p:ext uri="{BB962C8B-B14F-4D97-AF65-F5344CB8AC3E}">
        <p14:creationId xmlns:p14="http://schemas.microsoft.com/office/powerpoint/2010/main" val="14187908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2449827" y="-4359165"/>
            <a:ext cx="13407396" cy="19005329"/>
          </a:xfrm>
          <a:custGeom>
            <a:avLst/>
            <a:gdLst/>
            <a:ahLst/>
            <a:cxnLst/>
            <a:rect l="l" t="t" r="r" b="b"/>
            <a:pathLst>
              <a:path w="13407396" h="19005329">
                <a:moveTo>
                  <a:pt x="0" y="0"/>
                </a:moveTo>
                <a:lnTo>
                  <a:pt x="13407396" y="0"/>
                </a:lnTo>
                <a:lnTo>
                  <a:pt x="13407396" y="19005330"/>
                </a:lnTo>
                <a:lnTo>
                  <a:pt x="0" y="1900533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3579692" y="891072"/>
            <a:ext cx="2462371" cy="1692321"/>
          </a:xfrm>
          <a:custGeom>
            <a:avLst/>
            <a:gdLst/>
            <a:ahLst/>
            <a:cxnLst/>
            <a:rect l="l" t="t" r="r" b="b"/>
            <a:pathLst>
              <a:path w="2462371" h="1692321">
                <a:moveTo>
                  <a:pt x="0" y="0"/>
                </a:moveTo>
                <a:lnTo>
                  <a:pt x="2462371" y="0"/>
                </a:lnTo>
                <a:lnTo>
                  <a:pt x="2462371" y="1692320"/>
                </a:lnTo>
                <a:lnTo>
                  <a:pt x="0" y="169232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619223" y="6958755"/>
            <a:ext cx="1441529" cy="2493211"/>
          </a:xfrm>
          <a:custGeom>
            <a:avLst/>
            <a:gdLst/>
            <a:ahLst/>
            <a:cxnLst/>
            <a:rect l="l" t="t" r="r" b="b"/>
            <a:pathLst>
              <a:path w="1441529" h="2493211">
                <a:moveTo>
                  <a:pt x="0" y="0"/>
                </a:moveTo>
                <a:lnTo>
                  <a:pt x="1441529" y="0"/>
                </a:lnTo>
                <a:lnTo>
                  <a:pt x="1441529" y="2493211"/>
                </a:lnTo>
                <a:lnTo>
                  <a:pt x="0" y="2493211"/>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Freeform 5"/>
          <p:cNvSpPr/>
          <p:nvPr/>
        </p:nvSpPr>
        <p:spPr>
          <a:xfrm rot="-5400000" flipH="1">
            <a:off x="13551993" y="490476"/>
            <a:ext cx="1804396" cy="2493512"/>
          </a:xfrm>
          <a:custGeom>
            <a:avLst/>
            <a:gdLst/>
            <a:ahLst/>
            <a:cxnLst/>
            <a:rect l="l" t="t" r="r" b="b"/>
            <a:pathLst>
              <a:path w="1804396" h="2493512">
                <a:moveTo>
                  <a:pt x="1804396" y="0"/>
                </a:moveTo>
                <a:lnTo>
                  <a:pt x="0" y="0"/>
                </a:lnTo>
                <a:lnTo>
                  <a:pt x="0" y="2493512"/>
                </a:lnTo>
                <a:lnTo>
                  <a:pt x="1804396" y="2493512"/>
                </a:lnTo>
                <a:lnTo>
                  <a:pt x="1804396"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6" name="Freeform 6"/>
          <p:cNvSpPr/>
          <p:nvPr/>
        </p:nvSpPr>
        <p:spPr>
          <a:xfrm flipH="1">
            <a:off x="16461051" y="890129"/>
            <a:ext cx="1327642" cy="1694207"/>
          </a:xfrm>
          <a:custGeom>
            <a:avLst/>
            <a:gdLst/>
            <a:ahLst/>
            <a:cxnLst/>
            <a:rect l="l" t="t" r="r" b="b"/>
            <a:pathLst>
              <a:path w="1327642" h="1694207">
                <a:moveTo>
                  <a:pt x="1327643" y="0"/>
                </a:moveTo>
                <a:lnTo>
                  <a:pt x="0" y="0"/>
                </a:lnTo>
                <a:lnTo>
                  <a:pt x="0" y="1694207"/>
                </a:lnTo>
                <a:lnTo>
                  <a:pt x="1327643" y="1694207"/>
                </a:lnTo>
                <a:lnTo>
                  <a:pt x="1327643"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7" name="Freeform 7"/>
          <p:cNvSpPr/>
          <p:nvPr/>
        </p:nvSpPr>
        <p:spPr>
          <a:xfrm>
            <a:off x="3572168" y="3173084"/>
            <a:ext cx="2501810" cy="1632999"/>
          </a:xfrm>
          <a:custGeom>
            <a:avLst/>
            <a:gdLst/>
            <a:ahLst/>
            <a:cxnLst/>
            <a:rect l="l" t="t" r="r" b="b"/>
            <a:pathLst>
              <a:path w="2501810" h="1632999">
                <a:moveTo>
                  <a:pt x="0" y="0"/>
                </a:moveTo>
                <a:lnTo>
                  <a:pt x="2501810" y="0"/>
                </a:lnTo>
                <a:lnTo>
                  <a:pt x="2501810" y="1632999"/>
                </a:lnTo>
                <a:lnTo>
                  <a:pt x="0" y="1632999"/>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8" name="Freeform 8"/>
          <p:cNvSpPr/>
          <p:nvPr/>
        </p:nvSpPr>
        <p:spPr>
          <a:xfrm>
            <a:off x="503520" y="3191132"/>
            <a:ext cx="2744678" cy="1596904"/>
          </a:xfrm>
          <a:custGeom>
            <a:avLst/>
            <a:gdLst/>
            <a:ahLst/>
            <a:cxnLst/>
            <a:rect l="l" t="t" r="r" b="b"/>
            <a:pathLst>
              <a:path w="2744678" h="1596904">
                <a:moveTo>
                  <a:pt x="0" y="0"/>
                </a:moveTo>
                <a:lnTo>
                  <a:pt x="2744678" y="0"/>
                </a:lnTo>
                <a:lnTo>
                  <a:pt x="2744678" y="1596903"/>
                </a:lnTo>
                <a:lnTo>
                  <a:pt x="0" y="1596903"/>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9" name="Freeform 9"/>
          <p:cNvSpPr/>
          <p:nvPr/>
        </p:nvSpPr>
        <p:spPr>
          <a:xfrm>
            <a:off x="11508215" y="3442806"/>
            <a:ext cx="2758967" cy="1093554"/>
          </a:xfrm>
          <a:custGeom>
            <a:avLst/>
            <a:gdLst/>
            <a:ahLst/>
            <a:cxnLst/>
            <a:rect l="l" t="t" r="r" b="b"/>
            <a:pathLst>
              <a:path w="2758967" h="1093554">
                <a:moveTo>
                  <a:pt x="0" y="0"/>
                </a:moveTo>
                <a:lnTo>
                  <a:pt x="2758967" y="0"/>
                </a:lnTo>
                <a:lnTo>
                  <a:pt x="2758967" y="1093555"/>
                </a:lnTo>
                <a:lnTo>
                  <a:pt x="0" y="1093555"/>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10" name="Freeform 10"/>
          <p:cNvSpPr/>
          <p:nvPr/>
        </p:nvSpPr>
        <p:spPr>
          <a:xfrm rot="5400000">
            <a:off x="14772234" y="3152653"/>
            <a:ext cx="1311698" cy="1673861"/>
          </a:xfrm>
          <a:custGeom>
            <a:avLst/>
            <a:gdLst/>
            <a:ahLst/>
            <a:cxnLst/>
            <a:rect l="l" t="t" r="r" b="b"/>
            <a:pathLst>
              <a:path w="1311698" h="1673861">
                <a:moveTo>
                  <a:pt x="0" y="0"/>
                </a:moveTo>
                <a:lnTo>
                  <a:pt x="1311698" y="0"/>
                </a:lnTo>
                <a:lnTo>
                  <a:pt x="1311698" y="1673861"/>
                </a:lnTo>
                <a:lnTo>
                  <a:pt x="0" y="1673861"/>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sp>
      <p:sp>
        <p:nvSpPr>
          <p:cNvPr id="11" name="Freeform 11"/>
          <p:cNvSpPr/>
          <p:nvPr/>
        </p:nvSpPr>
        <p:spPr>
          <a:xfrm>
            <a:off x="2975309" y="7048747"/>
            <a:ext cx="1345878" cy="2313227"/>
          </a:xfrm>
          <a:custGeom>
            <a:avLst/>
            <a:gdLst/>
            <a:ahLst/>
            <a:cxnLst/>
            <a:rect l="l" t="t" r="r" b="b"/>
            <a:pathLst>
              <a:path w="1345878" h="2313227">
                <a:moveTo>
                  <a:pt x="0" y="0"/>
                </a:moveTo>
                <a:lnTo>
                  <a:pt x="1345878" y="0"/>
                </a:lnTo>
                <a:lnTo>
                  <a:pt x="1345878" y="2313227"/>
                </a:lnTo>
                <a:lnTo>
                  <a:pt x="0" y="2313227"/>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sp>
      <p:sp>
        <p:nvSpPr>
          <p:cNvPr id="12" name="Freeform 12"/>
          <p:cNvSpPr/>
          <p:nvPr/>
        </p:nvSpPr>
        <p:spPr>
          <a:xfrm>
            <a:off x="11708734" y="7123223"/>
            <a:ext cx="1538603" cy="2164275"/>
          </a:xfrm>
          <a:custGeom>
            <a:avLst/>
            <a:gdLst/>
            <a:ahLst/>
            <a:cxnLst/>
            <a:rect l="l" t="t" r="r" b="b"/>
            <a:pathLst>
              <a:path w="1538603" h="2164275">
                <a:moveTo>
                  <a:pt x="0" y="0"/>
                </a:moveTo>
                <a:lnTo>
                  <a:pt x="1538602" y="0"/>
                </a:lnTo>
                <a:lnTo>
                  <a:pt x="1538602" y="2164275"/>
                </a:lnTo>
                <a:lnTo>
                  <a:pt x="0" y="2164275"/>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sp>
      <p:sp>
        <p:nvSpPr>
          <p:cNvPr id="13" name="Freeform 13"/>
          <p:cNvSpPr/>
          <p:nvPr/>
        </p:nvSpPr>
        <p:spPr>
          <a:xfrm>
            <a:off x="6397948" y="3119451"/>
            <a:ext cx="2666144" cy="1740265"/>
          </a:xfrm>
          <a:custGeom>
            <a:avLst/>
            <a:gdLst/>
            <a:ahLst/>
            <a:cxnLst/>
            <a:rect l="l" t="t" r="r" b="b"/>
            <a:pathLst>
              <a:path w="2666144" h="1740265">
                <a:moveTo>
                  <a:pt x="0" y="0"/>
                </a:moveTo>
                <a:lnTo>
                  <a:pt x="2666144" y="0"/>
                </a:lnTo>
                <a:lnTo>
                  <a:pt x="2666144" y="1740265"/>
                </a:lnTo>
                <a:lnTo>
                  <a:pt x="0" y="1740265"/>
                </a:lnTo>
                <a:lnTo>
                  <a:pt x="0" y="0"/>
                </a:lnTo>
                <a:close/>
              </a:path>
            </a:pathLst>
          </a:custGeom>
          <a:blipFill>
            <a:blip r:embed="rId24">
              <a:extLst>
                <a:ext uri="{96DAC541-7B7A-43D3-8B79-37D633B846F1}">
                  <asvg:svgBlip xmlns:asvg="http://schemas.microsoft.com/office/drawing/2016/SVG/main" r:embed="rId25"/>
                </a:ext>
              </a:extLst>
            </a:blip>
            <a:stretch>
              <a:fillRect/>
            </a:stretch>
          </a:blipFill>
        </p:spPr>
      </p:sp>
      <p:sp>
        <p:nvSpPr>
          <p:cNvPr id="14" name="Freeform 14"/>
          <p:cNvSpPr/>
          <p:nvPr/>
        </p:nvSpPr>
        <p:spPr>
          <a:xfrm>
            <a:off x="10229338" y="975049"/>
            <a:ext cx="2217992" cy="1524366"/>
          </a:xfrm>
          <a:custGeom>
            <a:avLst/>
            <a:gdLst/>
            <a:ahLst/>
            <a:cxnLst/>
            <a:rect l="l" t="t" r="r" b="b"/>
            <a:pathLst>
              <a:path w="2217992" h="1524366">
                <a:moveTo>
                  <a:pt x="0" y="0"/>
                </a:moveTo>
                <a:lnTo>
                  <a:pt x="2217992" y="0"/>
                </a:lnTo>
                <a:lnTo>
                  <a:pt x="2217992" y="1524366"/>
                </a:lnTo>
                <a:lnTo>
                  <a:pt x="0" y="1524366"/>
                </a:lnTo>
                <a:lnTo>
                  <a:pt x="0" y="0"/>
                </a:lnTo>
                <a:close/>
              </a:path>
            </a:pathLst>
          </a:custGeom>
          <a:blipFill>
            <a:blip r:embed="rId26">
              <a:extLst>
                <a:ext uri="{96DAC541-7B7A-43D3-8B79-37D633B846F1}">
                  <asvg:svgBlip xmlns:asvg="http://schemas.microsoft.com/office/drawing/2016/SVG/main" r:embed="rId27"/>
                </a:ext>
              </a:extLst>
            </a:blip>
            <a:stretch>
              <a:fillRect/>
            </a:stretch>
          </a:blipFill>
        </p:spPr>
      </p:sp>
      <p:sp>
        <p:nvSpPr>
          <p:cNvPr id="15" name="Freeform 15"/>
          <p:cNvSpPr/>
          <p:nvPr/>
        </p:nvSpPr>
        <p:spPr>
          <a:xfrm>
            <a:off x="16588983" y="3387470"/>
            <a:ext cx="1199711" cy="1204227"/>
          </a:xfrm>
          <a:custGeom>
            <a:avLst/>
            <a:gdLst/>
            <a:ahLst/>
            <a:cxnLst/>
            <a:rect l="l" t="t" r="r" b="b"/>
            <a:pathLst>
              <a:path w="1199711" h="1204227">
                <a:moveTo>
                  <a:pt x="0" y="0"/>
                </a:moveTo>
                <a:lnTo>
                  <a:pt x="1199711" y="0"/>
                </a:lnTo>
                <a:lnTo>
                  <a:pt x="1199711" y="1204227"/>
                </a:lnTo>
                <a:lnTo>
                  <a:pt x="0" y="1204227"/>
                </a:lnTo>
                <a:lnTo>
                  <a:pt x="0" y="0"/>
                </a:lnTo>
                <a:close/>
              </a:path>
            </a:pathLst>
          </a:custGeom>
          <a:blipFill>
            <a:blip r:embed="rId28">
              <a:extLst>
                <a:ext uri="{96DAC541-7B7A-43D3-8B79-37D633B846F1}">
                  <asvg:svgBlip xmlns:asvg="http://schemas.microsoft.com/office/drawing/2016/SVG/main" r:embed="rId29"/>
                </a:ext>
              </a:extLst>
            </a:blip>
            <a:stretch>
              <a:fillRect/>
            </a:stretch>
          </a:blipFill>
        </p:spPr>
      </p:sp>
      <p:sp>
        <p:nvSpPr>
          <p:cNvPr id="16" name="Freeform 16"/>
          <p:cNvSpPr/>
          <p:nvPr/>
        </p:nvSpPr>
        <p:spPr>
          <a:xfrm>
            <a:off x="463670" y="968346"/>
            <a:ext cx="2355918" cy="1537772"/>
          </a:xfrm>
          <a:custGeom>
            <a:avLst/>
            <a:gdLst/>
            <a:ahLst/>
            <a:cxnLst/>
            <a:rect l="l" t="t" r="r" b="b"/>
            <a:pathLst>
              <a:path w="2355918" h="1537772">
                <a:moveTo>
                  <a:pt x="0" y="0"/>
                </a:moveTo>
                <a:lnTo>
                  <a:pt x="2355917" y="0"/>
                </a:lnTo>
                <a:lnTo>
                  <a:pt x="2355917" y="1537772"/>
                </a:lnTo>
                <a:lnTo>
                  <a:pt x="0" y="1537772"/>
                </a:lnTo>
                <a:lnTo>
                  <a:pt x="0" y="0"/>
                </a:lnTo>
                <a:close/>
              </a:path>
            </a:pathLst>
          </a:custGeom>
          <a:blipFill>
            <a:blip r:embed="rId30">
              <a:extLst>
                <a:ext uri="{96DAC541-7B7A-43D3-8B79-37D633B846F1}">
                  <asvg:svgBlip xmlns:asvg="http://schemas.microsoft.com/office/drawing/2016/SVG/main" r:embed="rId31"/>
                </a:ext>
              </a:extLst>
            </a:blip>
            <a:stretch>
              <a:fillRect/>
            </a:stretch>
          </a:blipFill>
        </p:spPr>
      </p:sp>
      <p:sp>
        <p:nvSpPr>
          <p:cNvPr id="17" name="Freeform 17"/>
          <p:cNvSpPr/>
          <p:nvPr/>
        </p:nvSpPr>
        <p:spPr>
          <a:xfrm>
            <a:off x="6802167" y="1014700"/>
            <a:ext cx="2667066" cy="1445065"/>
          </a:xfrm>
          <a:custGeom>
            <a:avLst/>
            <a:gdLst/>
            <a:ahLst/>
            <a:cxnLst/>
            <a:rect l="l" t="t" r="r" b="b"/>
            <a:pathLst>
              <a:path w="2667066" h="1445065">
                <a:moveTo>
                  <a:pt x="0" y="0"/>
                </a:moveTo>
                <a:lnTo>
                  <a:pt x="2667066" y="0"/>
                </a:lnTo>
                <a:lnTo>
                  <a:pt x="2667066" y="1445065"/>
                </a:lnTo>
                <a:lnTo>
                  <a:pt x="0" y="1445065"/>
                </a:lnTo>
                <a:lnTo>
                  <a:pt x="0" y="0"/>
                </a:lnTo>
                <a:close/>
              </a:path>
            </a:pathLst>
          </a:custGeom>
          <a:blipFill>
            <a:blip r:embed="rId32">
              <a:extLst>
                <a:ext uri="{96DAC541-7B7A-43D3-8B79-37D633B846F1}">
                  <asvg:svgBlip xmlns:asvg="http://schemas.microsoft.com/office/drawing/2016/SVG/main" r:embed="rId33"/>
                </a:ext>
              </a:extLst>
            </a:blip>
            <a:stretch>
              <a:fillRect/>
            </a:stretch>
          </a:blipFill>
        </p:spPr>
      </p:sp>
      <p:sp>
        <p:nvSpPr>
          <p:cNvPr id="18" name="Freeform 18"/>
          <p:cNvSpPr/>
          <p:nvPr/>
        </p:nvSpPr>
        <p:spPr>
          <a:xfrm rot="-5400000">
            <a:off x="9652591" y="3091492"/>
            <a:ext cx="1267126" cy="1796184"/>
          </a:xfrm>
          <a:custGeom>
            <a:avLst/>
            <a:gdLst/>
            <a:ahLst/>
            <a:cxnLst/>
            <a:rect l="l" t="t" r="r" b="b"/>
            <a:pathLst>
              <a:path w="1267126" h="1796184">
                <a:moveTo>
                  <a:pt x="0" y="0"/>
                </a:moveTo>
                <a:lnTo>
                  <a:pt x="1267126" y="0"/>
                </a:lnTo>
                <a:lnTo>
                  <a:pt x="1267126" y="1796183"/>
                </a:lnTo>
                <a:lnTo>
                  <a:pt x="0" y="179618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9" name="Freeform 19"/>
          <p:cNvSpPr/>
          <p:nvPr/>
        </p:nvSpPr>
        <p:spPr>
          <a:xfrm>
            <a:off x="9396912" y="7161209"/>
            <a:ext cx="1397265" cy="2088303"/>
          </a:xfrm>
          <a:custGeom>
            <a:avLst/>
            <a:gdLst/>
            <a:ahLst/>
            <a:cxnLst/>
            <a:rect l="l" t="t" r="r" b="b"/>
            <a:pathLst>
              <a:path w="1397265" h="2088303">
                <a:moveTo>
                  <a:pt x="0" y="0"/>
                </a:moveTo>
                <a:lnTo>
                  <a:pt x="1397265" y="0"/>
                </a:lnTo>
                <a:lnTo>
                  <a:pt x="1397265" y="2088303"/>
                </a:lnTo>
                <a:lnTo>
                  <a:pt x="0" y="2088303"/>
                </a:lnTo>
                <a:lnTo>
                  <a:pt x="0" y="0"/>
                </a:lnTo>
                <a:close/>
              </a:path>
            </a:pathLst>
          </a:custGeom>
          <a:blipFill>
            <a:blip r:embed="rId34">
              <a:extLst>
                <a:ext uri="{96DAC541-7B7A-43D3-8B79-37D633B846F1}">
                  <asvg:svgBlip xmlns:asvg="http://schemas.microsoft.com/office/drawing/2016/SVG/main" r:embed="rId35"/>
                </a:ext>
              </a:extLst>
            </a:blip>
            <a:stretch>
              <a:fillRect/>
            </a:stretch>
          </a:blipFill>
        </p:spPr>
      </p:sp>
      <p:sp>
        <p:nvSpPr>
          <p:cNvPr id="20" name="Freeform 20"/>
          <p:cNvSpPr/>
          <p:nvPr/>
        </p:nvSpPr>
        <p:spPr>
          <a:xfrm>
            <a:off x="14161893" y="7112462"/>
            <a:ext cx="1220073" cy="2185798"/>
          </a:xfrm>
          <a:custGeom>
            <a:avLst/>
            <a:gdLst/>
            <a:ahLst/>
            <a:cxnLst/>
            <a:rect l="l" t="t" r="r" b="b"/>
            <a:pathLst>
              <a:path w="1220073" h="2185798">
                <a:moveTo>
                  <a:pt x="0" y="0"/>
                </a:moveTo>
                <a:lnTo>
                  <a:pt x="1220073" y="0"/>
                </a:lnTo>
                <a:lnTo>
                  <a:pt x="1220073" y="2185797"/>
                </a:lnTo>
                <a:lnTo>
                  <a:pt x="0" y="2185797"/>
                </a:lnTo>
                <a:lnTo>
                  <a:pt x="0" y="0"/>
                </a:lnTo>
                <a:close/>
              </a:path>
            </a:pathLst>
          </a:custGeom>
          <a:blipFill>
            <a:blip r:embed="rId36">
              <a:extLst>
                <a:ext uri="{96DAC541-7B7A-43D3-8B79-37D633B846F1}">
                  <asvg:svgBlip xmlns:asvg="http://schemas.microsoft.com/office/drawing/2016/SVG/main" r:embed="rId37"/>
                </a:ext>
              </a:extLst>
            </a:blip>
            <a:stretch>
              <a:fillRect/>
            </a:stretch>
          </a:blipFill>
        </p:spPr>
      </p:sp>
      <p:sp>
        <p:nvSpPr>
          <p:cNvPr id="21" name="Freeform 21"/>
          <p:cNvSpPr/>
          <p:nvPr/>
        </p:nvSpPr>
        <p:spPr>
          <a:xfrm>
            <a:off x="5235744" y="7137660"/>
            <a:ext cx="1133704" cy="2135402"/>
          </a:xfrm>
          <a:custGeom>
            <a:avLst/>
            <a:gdLst/>
            <a:ahLst/>
            <a:cxnLst/>
            <a:rect l="l" t="t" r="r" b="b"/>
            <a:pathLst>
              <a:path w="1133704" h="2135402">
                <a:moveTo>
                  <a:pt x="0" y="0"/>
                </a:moveTo>
                <a:lnTo>
                  <a:pt x="1133704" y="0"/>
                </a:lnTo>
                <a:lnTo>
                  <a:pt x="1133704" y="2135401"/>
                </a:lnTo>
                <a:lnTo>
                  <a:pt x="0" y="2135401"/>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22" name="Freeform 22"/>
          <p:cNvSpPr/>
          <p:nvPr/>
        </p:nvSpPr>
        <p:spPr>
          <a:xfrm>
            <a:off x="7284005" y="7244760"/>
            <a:ext cx="1198350" cy="1921202"/>
          </a:xfrm>
          <a:custGeom>
            <a:avLst/>
            <a:gdLst/>
            <a:ahLst/>
            <a:cxnLst/>
            <a:rect l="l" t="t" r="r" b="b"/>
            <a:pathLst>
              <a:path w="1198350" h="1921202">
                <a:moveTo>
                  <a:pt x="0" y="0"/>
                </a:moveTo>
                <a:lnTo>
                  <a:pt x="1198350" y="0"/>
                </a:lnTo>
                <a:lnTo>
                  <a:pt x="1198350" y="1921201"/>
                </a:lnTo>
                <a:lnTo>
                  <a:pt x="0" y="1921201"/>
                </a:lnTo>
                <a:lnTo>
                  <a:pt x="0" y="0"/>
                </a:lnTo>
                <a:close/>
              </a:path>
            </a:pathLst>
          </a:custGeom>
          <a:blipFill>
            <a:blip r:embed="rId40"/>
            <a:stretch>
              <a:fillRect/>
            </a:stretch>
          </a:blipFill>
        </p:spPr>
      </p:sp>
      <p:sp>
        <p:nvSpPr>
          <p:cNvPr id="23" name="Freeform 23"/>
          <p:cNvSpPr/>
          <p:nvPr/>
        </p:nvSpPr>
        <p:spPr>
          <a:xfrm>
            <a:off x="16296523" y="7290301"/>
            <a:ext cx="1434147" cy="1830118"/>
          </a:xfrm>
          <a:custGeom>
            <a:avLst/>
            <a:gdLst/>
            <a:ahLst/>
            <a:cxnLst/>
            <a:rect l="l" t="t" r="r" b="b"/>
            <a:pathLst>
              <a:path w="1434147" h="1830118">
                <a:moveTo>
                  <a:pt x="0" y="0"/>
                </a:moveTo>
                <a:lnTo>
                  <a:pt x="1434147" y="0"/>
                </a:lnTo>
                <a:lnTo>
                  <a:pt x="1434147" y="1830119"/>
                </a:lnTo>
                <a:lnTo>
                  <a:pt x="0" y="1830119"/>
                </a:lnTo>
                <a:lnTo>
                  <a:pt x="0" y="0"/>
                </a:lnTo>
                <a:close/>
              </a:path>
            </a:pathLst>
          </a:custGeom>
          <a:blipFill>
            <a:blip r:embed="rId41">
              <a:extLst>
                <a:ext uri="{96DAC541-7B7A-43D3-8B79-37D633B846F1}">
                  <asvg:svgBlip xmlns:asvg="http://schemas.microsoft.com/office/drawing/2016/SVG/main" r:embed="rId42"/>
                </a:ext>
              </a:extLst>
            </a:blip>
            <a:stretch>
              <a:fillRect/>
            </a:stretch>
          </a:blipFill>
        </p:spPr>
      </p:sp>
      <p:sp>
        <p:nvSpPr>
          <p:cNvPr id="24" name="Freeform 24"/>
          <p:cNvSpPr/>
          <p:nvPr/>
        </p:nvSpPr>
        <p:spPr>
          <a:xfrm>
            <a:off x="7359064" y="5848653"/>
            <a:ext cx="1433472" cy="482005"/>
          </a:xfrm>
          <a:custGeom>
            <a:avLst/>
            <a:gdLst/>
            <a:ahLst/>
            <a:cxnLst/>
            <a:rect l="l" t="t" r="r" b="b"/>
            <a:pathLst>
              <a:path w="1433472" h="482005">
                <a:moveTo>
                  <a:pt x="0" y="0"/>
                </a:moveTo>
                <a:lnTo>
                  <a:pt x="1433472" y="0"/>
                </a:lnTo>
                <a:lnTo>
                  <a:pt x="1433472" y="482005"/>
                </a:lnTo>
                <a:lnTo>
                  <a:pt x="0" y="482005"/>
                </a:lnTo>
                <a:lnTo>
                  <a:pt x="0" y="0"/>
                </a:lnTo>
                <a:close/>
              </a:path>
            </a:pathLst>
          </a:custGeom>
          <a:blipFill>
            <a:blip r:embed="rId43">
              <a:extLst>
                <a:ext uri="{96DAC541-7B7A-43D3-8B79-37D633B846F1}">
                  <asvg:svgBlip xmlns:asvg="http://schemas.microsoft.com/office/drawing/2016/SVG/main" r:embed="rId44"/>
                </a:ext>
              </a:extLst>
            </a:blip>
            <a:stretch>
              <a:fillRect/>
            </a:stretch>
          </a:blipFill>
        </p:spPr>
      </p:sp>
      <p:sp>
        <p:nvSpPr>
          <p:cNvPr id="25" name="Freeform 25"/>
          <p:cNvSpPr/>
          <p:nvPr/>
        </p:nvSpPr>
        <p:spPr>
          <a:xfrm>
            <a:off x="13259701" y="5866488"/>
            <a:ext cx="1327390" cy="446335"/>
          </a:xfrm>
          <a:custGeom>
            <a:avLst/>
            <a:gdLst/>
            <a:ahLst/>
            <a:cxnLst/>
            <a:rect l="l" t="t" r="r" b="b"/>
            <a:pathLst>
              <a:path w="1327390" h="446335">
                <a:moveTo>
                  <a:pt x="0" y="0"/>
                </a:moveTo>
                <a:lnTo>
                  <a:pt x="1327390" y="0"/>
                </a:lnTo>
                <a:lnTo>
                  <a:pt x="1327390" y="446335"/>
                </a:lnTo>
                <a:lnTo>
                  <a:pt x="0" y="446335"/>
                </a:lnTo>
                <a:lnTo>
                  <a:pt x="0" y="0"/>
                </a:lnTo>
                <a:close/>
              </a:path>
            </a:pathLst>
          </a:custGeom>
          <a:blipFill>
            <a:blip r:embed="rId45">
              <a:extLst>
                <a:ext uri="{96DAC541-7B7A-43D3-8B79-37D633B846F1}">
                  <asvg:svgBlip xmlns:asvg="http://schemas.microsoft.com/office/drawing/2016/SVG/main" r:embed="rId46"/>
                </a:ext>
              </a:extLst>
            </a:blip>
            <a:stretch>
              <a:fillRect/>
            </a:stretch>
          </a:blipFill>
        </p:spPr>
      </p:sp>
      <p:sp>
        <p:nvSpPr>
          <p:cNvPr id="26" name="Freeform 26"/>
          <p:cNvSpPr/>
          <p:nvPr/>
        </p:nvSpPr>
        <p:spPr>
          <a:xfrm>
            <a:off x="10389257" y="5782804"/>
            <a:ext cx="1273723" cy="613703"/>
          </a:xfrm>
          <a:custGeom>
            <a:avLst/>
            <a:gdLst/>
            <a:ahLst/>
            <a:cxnLst/>
            <a:rect l="l" t="t" r="r" b="b"/>
            <a:pathLst>
              <a:path w="1273723" h="613703">
                <a:moveTo>
                  <a:pt x="0" y="0"/>
                </a:moveTo>
                <a:lnTo>
                  <a:pt x="1273723" y="0"/>
                </a:lnTo>
                <a:lnTo>
                  <a:pt x="1273723" y="613703"/>
                </a:lnTo>
                <a:lnTo>
                  <a:pt x="0" y="613703"/>
                </a:lnTo>
                <a:lnTo>
                  <a:pt x="0" y="0"/>
                </a:lnTo>
                <a:close/>
              </a:path>
            </a:pathLst>
          </a:custGeom>
          <a:blipFill>
            <a:blip r:embed="rId47">
              <a:extLst>
                <a:ext uri="{96DAC541-7B7A-43D3-8B79-37D633B846F1}">
                  <asvg:svgBlip xmlns:asvg="http://schemas.microsoft.com/office/drawing/2016/SVG/main" r:embed="rId48"/>
                </a:ext>
              </a:extLst>
            </a:blip>
            <a:stretch>
              <a:fillRect/>
            </a:stretch>
          </a:blipFill>
        </p:spPr>
      </p:sp>
      <p:sp>
        <p:nvSpPr>
          <p:cNvPr id="27" name="Freeform 27"/>
          <p:cNvSpPr/>
          <p:nvPr/>
        </p:nvSpPr>
        <p:spPr>
          <a:xfrm>
            <a:off x="4277346" y="5877513"/>
            <a:ext cx="1484997" cy="424285"/>
          </a:xfrm>
          <a:custGeom>
            <a:avLst/>
            <a:gdLst/>
            <a:ahLst/>
            <a:cxnLst/>
            <a:rect l="l" t="t" r="r" b="b"/>
            <a:pathLst>
              <a:path w="1484997" h="424285">
                <a:moveTo>
                  <a:pt x="0" y="0"/>
                </a:moveTo>
                <a:lnTo>
                  <a:pt x="1484997" y="0"/>
                </a:lnTo>
                <a:lnTo>
                  <a:pt x="1484997" y="424285"/>
                </a:lnTo>
                <a:lnTo>
                  <a:pt x="0" y="424285"/>
                </a:lnTo>
                <a:lnTo>
                  <a:pt x="0" y="0"/>
                </a:lnTo>
                <a:close/>
              </a:path>
            </a:pathLst>
          </a:custGeom>
          <a:blipFill>
            <a:blip r:embed="rId49">
              <a:extLst>
                <a:ext uri="{96DAC541-7B7A-43D3-8B79-37D633B846F1}">
                  <asvg:svgBlip xmlns:asvg="http://schemas.microsoft.com/office/drawing/2016/SVG/main" r:embed="rId50"/>
                </a:ext>
              </a:extLst>
            </a:blip>
            <a:stretch>
              <a:fillRect/>
            </a:stretch>
          </a:blipFill>
        </p:spPr>
      </p:sp>
      <p:sp>
        <p:nvSpPr>
          <p:cNvPr id="28" name="Freeform 28"/>
          <p:cNvSpPr/>
          <p:nvPr/>
        </p:nvSpPr>
        <p:spPr>
          <a:xfrm>
            <a:off x="682925" y="5751335"/>
            <a:ext cx="1997700" cy="676640"/>
          </a:xfrm>
          <a:custGeom>
            <a:avLst/>
            <a:gdLst/>
            <a:ahLst/>
            <a:cxnLst/>
            <a:rect l="l" t="t" r="r" b="b"/>
            <a:pathLst>
              <a:path w="1997700" h="676640">
                <a:moveTo>
                  <a:pt x="0" y="0"/>
                </a:moveTo>
                <a:lnTo>
                  <a:pt x="1997700" y="0"/>
                </a:lnTo>
                <a:lnTo>
                  <a:pt x="1997700" y="676641"/>
                </a:lnTo>
                <a:lnTo>
                  <a:pt x="0" y="676641"/>
                </a:lnTo>
                <a:lnTo>
                  <a:pt x="0" y="0"/>
                </a:lnTo>
                <a:close/>
              </a:path>
            </a:pathLst>
          </a:custGeom>
          <a:blipFill>
            <a:blip r:embed="rId51">
              <a:extLst>
                <a:ext uri="{96DAC541-7B7A-43D3-8B79-37D633B846F1}">
                  <asvg:svgBlip xmlns:asvg="http://schemas.microsoft.com/office/drawing/2016/SVG/main" r:embed="rId52"/>
                </a:ext>
              </a:extLst>
            </a:blip>
            <a:stretch>
              <a:fillRect/>
            </a:stretch>
          </a:blipFill>
        </p:spPr>
      </p:sp>
      <p:sp>
        <p:nvSpPr>
          <p:cNvPr id="29" name="Freeform 29"/>
          <p:cNvSpPr/>
          <p:nvPr/>
        </p:nvSpPr>
        <p:spPr>
          <a:xfrm rot="95458">
            <a:off x="16192162" y="5777511"/>
            <a:ext cx="1642868" cy="624290"/>
          </a:xfrm>
          <a:custGeom>
            <a:avLst/>
            <a:gdLst/>
            <a:ahLst/>
            <a:cxnLst/>
            <a:rect l="l" t="t" r="r" b="b"/>
            <a:pathLst>
              <a:path w="1642868" h="624290">
                <a:moveTo>
                  <a:pt x="0" y="0"/>
                </a:moveTo>
                <a:lnTo>
                  <a:pt x="1642869" y="0"/>
                </a:lnTo>
                <a:lnTo>
                  <a:pt x="1642869" y="624290"/>
                </a:lnTo>
                <a:lnTo>
                  <a:pt x="0" y="624290"/>
                </a:lnTo>
                <a:lnTo>
                  <a:pt x="0" y="0"/>
                </a:lnTo>
                <a:close/>
              </a:path>
            </a:pathLst>
          </a:custGeom>
          <a:blipFill>
            <a:blip r:embed="rId53">
              <a:extLst>
                <a:ext uri="{96DAC541-7B7A-43D3-8B79-37D633B846F1}">
                  <asvg:svgBlip xmlns:asvg="http://schemas.microsoft.com/office/drawing/2016/SVG/main" r:embed="rId54"/>
                </a:ext>
              </a:extLst>
            </a:blip>
            <a:stretch>
              <a:fillRect/>
            </a:stretch>
          </a:blipFill>
        </p:spPr>
      </p:sp>
    </p:spTree>
    <p:extLst>
      <p:ext uri="{BB962C8B-B14F-4D97-AF65-F5344CB8AC3E}">
        <p14:creationId xmlns:p14="http://schemas.microsoft.com/office/powerpoint/2010/main" val="12462553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1133</Words>
  <Application>Microsoft Office PowerPoint</Application>
  <PresentationFormat>Custom</PresentationFormat>
  <Paragraphs>184</Paragraphs>
  <Slides>30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Atkinson Hyperlegible</vt:lpstr>
      <vt:lpstr>Atkinson Hyperlegible Bold</vt:lpstr>
      <vt:lpstr>Arial</vt:lpstr>
      <vt:lpstr>Calibri</vt:lpstr>
      <vt:lpstr>Sensei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Cute Doodle Notebook Photocard Journal, копия</dc:title>
  <cp:lastModifiedBy>Nodir</cp:lastModifiedBy>
  <cp:revision>2</cp:revision>
  <dcterms:created xsi:type="dcterms:W3CDTF">2006-08-16T00:00:00Z</dcterms:created>
  <dcterms:modified xsi:type="dcterms:W3CDTF">2026-02-24T13:05:45Z</dcterms:modified>
  <dc:identifier>DAHCPE34-OI</dc:identifier>
</cp:coreProperties>
</file>