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0"/>
  </p:notesMasterIdLst>
  <p:sldIdLst>
    <p:sldId id="256" r:id="rId2"/>
    <p:sldId id="260" r:id="rId3"/>
    <p:sldId id="262" r:id="rId4"/>
    <p:sldId id="261" r:id="rId5"/>
    <p:sldId id="264" r:id="rId6"/>
    <p:sldId id="270" r:id="rId7"/>
    <p:sldId id="275" r:id="rId8"/>
    <p:sldId id="292" r:id="rId9"/>
  </p:sldIdLst>
  <p:sldSz cx="9144000" cy="5143500" type="screen16x9"/>
  <p:notesSz cx="6858000" cy="9144000"/>
  <p:embeddedFontLst>
    <p:embeddedFont>
      <p:font typeface="Inria Sans" panose="020B0604020202020204" charset="0"/>
      <p:regular r:id="rId11"/>
      <p:bold r:id="rId12"/>
      <p:italic r:id="rId13"/>
      <p:boldItalic r:id="rId14"/>
    </p:embeddedFont>
    <p:embeddedFont>
      <p:font typeface="Nunito Light" pitchFamily="2" charset="-52"/>
      <p:regular r:id="rId15"/>
      <p:italic r:id="rId16"/>
    </p:embeddedFont>
    <p:embeddedFont>
      <p:font typeface="Work Sans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B228601-EAB3-4902-AFE8-DAA6A963C138}">
  <a:tblStyle styleId="{1B228601-EAB3-4902-AFE8-DAA6A963C13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EEF7A17-68DF-4E4F-BC95-CF8D3924789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568" y="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54dda1946d_6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54dda1946d_6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54dda1946d_4_2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54dda1946d_4_27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2b024601a06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2b024601a06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l="29856" t="18804" r="28532"/>
          <a:stretch/>
        </p:blipFill>
        <p:spPr>
          <a:xfrm rot="-1898403">
            <a:off x="-1112314" y="-19241"/>
            <a:ext cx="5193730" cy="570075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2818450" y="1270925"/>
            <a:ext cx="5612400" cy="17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818450" y="3385075"/>
            <a:ext cx="2205300" cy="67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713225" y="2251538"/>
            <a:ext cx="4554900" cy="175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4089750" y="1138163"/>
            <a:ext cx="11784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pic>
        <p:nvPicPr>
          <p:cNvPr id="17" name="Google Shape;17;p3"/>
          <p:cNvPicPr preferRelativeResize="0"/>
          <p:nvPr/>
        </p:nvPicPr>
        <p:blipFill rotWithShape="1">
          <a:blip r:embed="rId3">
            <a:alphaModFix/>
          </a:blip>
          <a:srcRect l="33686" t="25019" r="33686" b="5386"/>
          <a:stretch/>
        </p:blipFill>
        <p:spPr>
          <a:xfrm rot="-2034576">
            <a:off x="4446826" y="87002"/>
            <a:ext cx="4950447" cy="59398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" name="Google Shape;39;p7"/>
          <p:cNvGrpSpPr/>
          <p:nvPr/>
        </p:nvGrpSpPr>
        <p:grpSpPr>
          <a:xfrm>
            <a:off x="-1841666" y="-514577"/>
            <a:ext cx="14391088" cy="7415934"/>
            <a:chOff x="-1841666" y="-514577"/>
            <a:chExt cx="14391088" cy="7415934"/>
          </a:xfrm>
        </p:grpSpPr>
        <p:pic>
          <p:nvPicPr>
            <p:cNvPr id="40" name="Google Shape;40;p7"/>
            <p:cNvPicPr preferRelativeResize="0"/>
            <p:nvPr/>
          </p:nvPicPr>
          <p:blipFill rotWithShape="1">
            <a:blip r:embed="rId3">
              <a:alphaModFix/>
            </a:blip>
            <a:srcRect l="29351" t="14882" r="20663" b="-1560"/>
            <a:stretch/>
          </p:blipFill>
          <p:spPr>
            <a:xfrm rot="1853686">
              <a:off x="7599888" y="272409"/>
              <a:ext cx="4196466" cy="40928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7"/>
            <p:cNvPicPr preferRelativeResize="0"/>
            <p:nvPr/>
          </p:nvPicPr>
          <p:blipFill rotWithShape="1">
            <a:blip r:embed="rId3">
              <a:alphaModFix/>
            </a:blip>
            <a:srcRect l="33543" t="37914" r="21177" b="1001"/>
            <a:stretch/>
          </p:blipFill>
          <p:spPr>
            <a:xfrm rot="9297534">
              <a:off x="-1409928" y="3348136"/>
              <a:ext cx="3801459" cy="288425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2163900" y="1942050"/>
            <a:ext cx="4816200" cy="16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ria Sans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" name="Google Shape;87;p15"/>
          <p:cNvGrpSpPr/>
          <p:nvPr/>
        </p:nvGrpSpPr>
        <p:grpSpPr>
          <a:xfrm>
            <a:off x="12" y="-72150"/>
            <a:ext cx="9143989" cy="5215638"/>
            <a:chOff x="12" y="-72150"/>
            <a:chExt cx="9143989" cy="5215638"/>
          </a:xfrm>
        </p:grpSpPr>
        <p:pic>
          <p:nvPicPr>
            <p:cNvPr id="88" name="Google Shape;88;p15"/>
            <p:cNvPicPr preferRelativeResize="0"/>
            <p:nvPr/>
          </p:nvPicPr>
          <p:blipFill rotWithShape="1">
            <a:blip r:embed="rId3">
              <a:alphaModFix/>
            </a:blip>
            <a:srcRect l="23690" t="38107" r="48703"/>
            <a:stretch/>
          </p:blipFill>
          <p:spPr>
            <a:xfrm>
              <a:off x="6619825" y="-72150"/>
              <a:ext cx="2524176" cy="3183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15"/>
            <p:cNvPicPr preferRelativeResize="0"/>
            <p:nvPr/>
          </p:nvPicPr>
          <p:blipFill rotWithShape="1">
            <a:blip r:embed="rId3">
              <a:alphaModFix/>
            </a:blip>
            <a:srcRect l="43311" r="35492" b="53957"/>
            <a:stretch/>
          </p:blipFill>
          <p:spPr>
            <a:xfrm>
              <a:off x="12" y="2775312"/>
              <a:ext cx="1938101" cy="2368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" name="Google Shape;90;p15"/>
          <p:cNvSpPr txBox="1">
            <a:spLocks noGrp="1"/>
          </p:cNvSpPr>
          <p:nvPr>
            <p:ph type="title"/>
          </p:nvPr>
        </p:nvSpPr>
        <p:spPr>
          <a:xfrm>
            <a:off x="713225" y="3493350"/>
            <a:ext cx="4702200" cy="11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subTitle" idx="1"/>
          </p:nvPr>
        </p:nvSpPr>
        <p:spPr>
          <a:xfrm>
            <a:off x="5415325" y="3493350"/>
            <a:ext cx="3015600" cy="11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5"/>
          <p:cNvSpPr>
            <a:spLocks noGrp="1"/>
          </p:cNvSpPr>
          <p:nvPr>
            <p:ph type="pic" idx="2"/>
          </p:nvPr>
        </p:nvSpPr>
        <p:spPr>
          <a:xfrm>
            <a:off x="713225" y="539500"/>
            <a:ext cx="7717800" cy="2499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7"/>
          <p:cNvPicPr preferRelativeResize="0"/>
          <p:nvPr/>
        </p:nvPicPr>
        <p:blipFill rotWithShape="1">
          <a:blip r:embed="rId3">
            <a:alphaModFix/>
          </a:blip>
          <a:srcRect l="47274" t="19257" r="33688" b="20920"/>
          <a:stretch/>
        </p:blipFill>
        <p:spPr>
          <a:xfrm rot="-8272334">
            <a:off x="7172094" y="2864891"/>
            <a:ext cx="2092187" cy="369844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>
            <a:spLocks noGrp="1"/>
          </p:cNvSpPr>
          <p:nvPr>
            <p:ph type="title"/>
          </p:nvPr>
        </p:nvSpPr>
        <p:spPr>
          <a:xfrm>
            <a:off x="713225" y="1637550"/>
            <a:ext cx="28323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subTitle" idx="1"/>
          </p:nvPr>
        </p:nvSpPr>
        <p:spPr>
          <a:xfrm>
            <a:off x="713225" y="2700750"/>
            <a:ext cx="28323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 rotWithShape="1">
          <a:blip r:embed="rId3">
            <a:alphaModFix/>
          </a:blip>
          <a:srcRect l="45668" t="10650" r="28534" b="52508"/>
          <a:stretch/>
        </p:blipFill>
        <p:spPr>
          <a:xfrm rot="5142910">
            <a:off x="-393240" y="3665324"/>
            <a:ext cx="2019456" cy="162227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subTitle" idx="1"/>
          </p:nvPr>
        </p:nvSpPr>
        <p:spPr>
          <a:xfrm>
            <a:off x="965250" y="3171950"/>
            <a:ext cx="7213500" cy="9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subTitle" idx="2"/>
          </p:nvPr>
        </p:nvSpPr>
        <p:spPr>
          <a:xfrm>
            <a:off x="965250" y="1667625"/>
            <a:ext cx="7213500" cy="9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 rotWithShape="1">
          <a:blip r:embed="rId3">
            <a:alphaModFix/>
          </a:blip>
          <a:srcRect l="43311" r="35492" b="53957"/>
          <a:stretch/>
        </p:blipFill>
        <p:spPr>
          <a:xfrm flipH="1">
            <a:off x="7205900" y="2775312"/>
            <a:ext cx="1938101" cy="236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0"/>
          <p:cNvSpPr txBox="1">
            <a:spLocks noGrp="1"/>
          </p:cNvSpPr>
          <p:nvPr>
            <p:ph type="subTitle" idx="1"/>
          </p:nvPr>
        </p:nvSpPr>
        <p:spPr>
          <a:xfrm>
            <a:off x="1272934" y="2367650"/>
            <a:ext cx="1886100" cy="16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0"/>
          <p:cNvSpPr txBox="1">
            <a:spLocks noGrp="1"/>
          </p:cNvSpPr>
          <p:nvPr>
            <p:ph type="subTitle" idx="2"/>
          </p:nvPr>
        </p:nvSpPr>
        <p:spPr>
          <a:xfrm>
            <a:off x="3917285" y="2367650"/>
            <a:ext cx="1886100" cy="16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0"/>
          <p:cNvSpPr txBox="1">
            <a:spLocks noGrp="1"/>
          </p:cNvSpPr>
          <p:nvPr>
            <p:ph type="subTitle" idx="3"/>
          </p:nvPr>
        </p:nvSpPr>
        <p:spPr>
          <a:xfrm>
            <a:off x="6561636" y="2367650"/>
            <a:ext cx="1886100" cy="16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0"/>
          <p:cNvSpPr txBox="1">
            <a:spLocks noGrp="1"/>
          </p:cNvSpPr>
          <p:nvPr>
            <p:ph type="subTitle" idx="4"/>
          </p:nvPr>
        </p:nvSpPr>
        <p:spPr>
          <a:xfrm>
            <a:off x="1272934" y="1988650"/>
            <a:ext cx="18861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None/>
              <a:defRPr sz="2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None/>
              <a:defRPr sz="2000">
                <a:latin typeface="Work Sans"/>
                <a:ea typeface="Work Sans"/>
                <a:cs typeface="Work Sans"/>
                <a:sym typeface="Work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None/>
              <a:defRPr sz="2000">
                <a:latin typeface="Work Sans"/>
                <a:ea typeface="Work Sans"/>
                <a:cs typeface="Work Sans"/>
                <a:sym typeface="Work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None/>
              <a:defRPr sz="2000">
                <a:latin typeface="Work Sans"/>
                <a:ea typeface="Work Sans"/>
                <a:cs typeface="Work Sans"/>
                <a:sym typeface="Work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None/>
              <a:defRPr sz="2000">
                <a:latin typeface="Work Sans"/>
                <a:ea typeface="Work Sans"/>
                <a:cs typeface="Work Sans"/>
                <a:sym typeface="Work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None/>
              <a:defRPr sz="2000">
                <a:latin typeface="Work Sans"/>
                <a:ea typeface="Work Sans"/>
                <a:cs typeface="Work Sans"/>
                <a:sym typeface="Work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None/>
              <a:defRPr sz="2000">
                <a:latin typeface="Work Sans"/>
                <a:ea typeface="Work Sans"/>
                <a:cs typeface="Work Sans"/>
                <a:sym typeface="Work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None/>
              <a:defRPr sz="2000">
                <a:latin typeface="Work Sans"/>
                <a:ea typeface="Work Sans"/>
                <a:cs typeface="Work Sans"/>
                <a:sym typeface="Work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None/>
              <a:defRPr sz="2000"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subTitle" idx="5"/>
          </p:nvPr>
        </p:nvSpPr>
        <p:spPr>
          <a:xfrm>
            <a:off x="3917285" y="1988650"/>
            <a:ext cx="18861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None/>
              <a:defRPr sz="2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None/>
              <a:defRPr sz="2000">
                <a:latin typeface="Work Sans"/>
                <a:ea typeface="Work Sans"/>
                <a:cs typeface="Work Sans"/>
                <a:sym typeface="Work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None/>
              <a:defRPr sz="2000">
                <a:latin typeface="Work Sans"/>
                <a:ea typeface="Work Sans"/>
                <a:cs typeface="Work Sans"/>
                <a:sym typeface="Work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None/>
              <a:defRPr sz="2000">
                <a:latin typeface="Work Sans"/>
                <a:ea typeface="Work Sans"/>
                <a:cs typeface="Work Sans"/>
                <a:sym typeface="Work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None/>
              <a:defRPr sz="2000">
                <a:latin typeface="Work Sans"/>
                <a:ea typeface="Work Sans"/>
                <a:cs typeface="Work Sans"/>
                <a:sym typeface="Work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None/>
              <a:defRPr sz="2000">
                <a:latin typeface="Work Sans"/>
                <a:ea typeface="Work Sans"/>
                <a:cs typeface="Work Sans"/>
                <a:sym typeface="Work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None/>
              <a:defRPr sz="2000">
                <a:latin typeface="Work Sans"/>
                <a:ea typeface="Work Sans"/>
                <a:cs typeface="Work Sans"/>
                <a:sym typeface="Work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None/>
              <a:defRPr sz="2000">
                <a:latin typeface="Work Sans"/>
                <a:ea typeface="Work Sans"/>
                <a:cs typeface="Work Sans"/>
                <a:sym typeface="Work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None/>
              <a:defRPr sz="2000"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ubTitle" idx="6"/>
          </p:nvPr>
        </p:nvSpPr>
        <p:spPr>
          <a:xfrm>
            <a:off x="6561636" y="1988650"/>
            <a:ext cx="18861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None/>
              <a:defRPr sz="2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None/>
              <a:defRPr sz="2000">
                <a:latin typeface="Work Sans"/>
                <a:ea typeface="Work Sans"/>
                <a:cs typeface="Work Sans"/>
                <a:sym typeface="Work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None/>
              <a:defRPr sz="2000">
                <a:latin typeface="Work Sans"/>
                <a:ea typeface="Work Sans"/>
                <a:cs typeface="Work Sans"/>
                <a:sym typeface="Work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None/>
              <a:defRPr sz="2000">
                <a:latin typeface="Work Sans"/>
                <a:ea typeface="Work Sans"/>
                <a:cs typeface="Work Sans"/>
                <a:sym typeface="Work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None/>
              <a:defRPr sz="2000">
                <a:latin typeface="Work Sans"/>
                <a:ea typeface="Work Sans"/>
                <a:cs typeface="Work Sans"/>
                <a:sym typeface="Work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None/>
              <a:defRPr sz="2000">
                <a:latin typeface="Work Sans"/>
                <a:ea typeface="Work Sans"/>
                <a:cs typeface="Work Sans"/>
                <a:sym typeface="Work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None/>
              <a:defRPr sz="2000">
                <a:latin typeface="Work Sans"/>
                <a:ea typeface="Work Sans"/>
                <a:cs typeface="Work Sans"/>
                <a:sym typeface="Work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None/>
              <a:defRPr sz="2000">
                <a:latin typeface="Work Sans"/>
                <a:ea typeface="Work Sans"/>
                <a:cs typeface="Work Sans"/>
                <a:sym typeface="Work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None/>
              <a:defRPr sz="2000"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5"/>
          <p:cNvPicPr preferRelativeResize="0"/>
          <p:nvPr/>
        </p:nvPicPr>
        <p:blipFill rotWithShape="1">
          <a:blip r:embed="rId3">
            <a:alphaModFix/>
          </a:blip>
          <a:srcRect l="21832" t="467" r="35392" b="37180"/>
          <a:stretch/>
        </p:blipFill>
        <p:spPr>
          <a:xfrm rot="-3000942">
            <a:off x="6522348" y="-1479442"/>
            <a:ext cx="3210927" cy="263250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8"/>
          <p:cNvPicPr preferRelativeResize="0"/>
          <p:nvPr/>
        </p:nvPicPr>
        <p:blipFill rotWithShape="1">
          <a:blip r:embed="rId3">
            <a:alphaModFix/>
          </a:blip>
          <a:srcRect l="38619" t="-468" r="28753" b="31560"/>
          <a:stretch/>
        </p:blipFill>
        <p:spPr>
          <a:xfrm rot="-3045642">
            <a:off x="6204851" y="-984024"/>
            <a:ext cx="4250274" cy="504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" name="Google Shape;191;p29"/>
          <p:cNvGrpSpPr/>
          <p:nvPr/>
        </p:nvGrpSpPr>
        <p:grpSpPr>
          <a:xfrm>
            <a:off x="-564101" y="3945852"/>
            <a:ext cx="9800573" cy="1948449"/>
            <a:chOff x="-564101" y="3945852"/>
            <a:chExt cx="9800573" cy="1948449"/>
          </a:xfrm>
        </p:grpSpPr>
        <p:pic>
          <p:nvPicPr>
            <p:cNvPr id="192" name="Google Shape;192;p29"/>
            <p:cNvPicPr preferRelativeResize="0"/>
            <p:nvPr/>
          </p:nvPicPr>
          <p:blipFill rotWithShape="1">
            <a:blip r:embed="rId3">
              <a:alphaModFix/>
            </a:blip>
            <a:srcRect l="21831" t="461" r="57085" b="71022"/>
            <a:stretch/>
          </p:blipFill>
          <p:spPr>
            <a:xfrm rot="2472831" flipH="1">
              <a:off x="-363523" y="4318093"/>
              <a:ext cx="1582619" cy="12039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29"/>
            <p:cNvPicPr preferRelativeResize="0"/>
            <p:nvPr/>
          </p:nvPicPr>
          <p:blipFill rotWithShape="1">
            <a:blip r:embed="rId4">
              <a:alphaModFix/>
            </a:blip>
            <a:srcRect l="47132" t="36905" r="41462" b="44231"/>
            <a:stretch/>
          </p:blipFill>
          <p:spPr>
            <a:xfrm rot="155834">
              <a:off x="7922255" y="4162887"/>
              <a:ext cx="1287737" cy="119797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ork Sans"/>
              <a:buNone/>
              <a:defRPr sz="3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ork Sans"/>
              <a:buNone/>
              <a:defRPr sz="3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ork Sans"/>
              <a:buNone/>
              <a:defRPr sz="3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ork Sans"/>
              <a:buNone/>
              <a:defRPr sz="3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ork Sans"/>
              <a:buNone/>
              <a:defRPr sz="3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ork Sans"/>
              <a:buNone/>
              <a:defRPr sz="3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ork Sans"/>
              <a:buNone/>
              <a:defRPr sz="3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ork Sans"/>
              <a:buNone/>
              <a:defRPr sz="3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ork Sans"/>
              <a:buNone/>
              <a:defRPr sz="3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ria Sans"/>
              <a:buChar char="●"/>
              <a:defRPr sz="1200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ria Sans"/>
              <a:buChar char="○"/>
              <a:defRPr sz="1200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ria Sans"/>
              <a:buChar char="■"/>
              <a:defRPr sz="1200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ria Sans"/>
              <a:buChar char="●"/>
              <a:defRPr sz="1200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ria Sans"/>
              <a:buChar char="○"/>
              <a:defRPr sz="1200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ria Sans"/>
              <a:buChar char="■"/>
              <a:defRPr sz="1200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ria Sans"/>
              <a:buChar char="●"/>
              <a:defRPr sz="1200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ria Sans"/>
              <a:buChar char="○"/>
              <a:defRPr sz="1200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ria Sans"/>
              <a:buChar char="■"/>
              <a:defRPr sz="1200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8" r:id="rId4"/>
    <p:sldLayoutId id="2147483661" r:id="rId5"/>
    <p:sldLayoutId id="2147483663" r:id="rId6"/>
    <p:sldLayoutId id="2147483665" r:id="rId7"/>
    <p:sldLayoutId id="2147483666" r:id="rId8"/>
    <p:sldLayoutId id="2147483671" r:id="rId9"/>
    <p:sldLayoutId id="2147483674" r:id="rId10"/>
    <p:sldLayoutId id="2147483675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" name="Google Shape;206;p33"/>
          <p:cNvCxnSpPr/>
          <p:nvPr/>
        </p:nvCxnSpPr>
        <p:spPr>
          <a:xfrm>
            <a:off x="2628653" y="1218600"/>
            <a:ext cx="0" cy="393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5" name="Google Shape;205;p33"/>
          <p:cNvSpPr txBox="1">
            <a:spLocks noGrp="1"/>
          </p:cNvSpPr>
          <p:nvPr>
            <p:ph type="subTitle" idx="1"/>
          </p:nvPr>
        </p:nvSpPr>
        <p:spPr>
          <a:xfrm>
            <a:off x="2818450" y="3385075"/>
            <a:ext cx="2205300" cy="67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Here is where your presentation begins</a:t>
            </a:r>
            <a:endParaRPr dirty="0"/>
          </a:p>
        </p:txBody>
      </p:sp>
      <p:sp>
        <p:nvSpPr>
          <p:cNvPr id="204" name="Google Shape;204;p33"/>
          <p:cNvSpPr txBox="1">
            <a:spLocks noGrp="1"/>
          </p:cNvSpPr>
          <p:nvPr>
            <p:ph type="ctrTitle"/>
          </p:nvPr>
        </p:nvSpPr>
        <p:spPr>
          <a:xfrm>
            <a:off x="2818450" y="1270925"/>
            <a:ext cx="5612400" cy="17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DNA, Genes and Chromosomes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 txBox="1">
            <a:spLocks noGrp="1"/>
          </p:cNvSpPr>
          <p:nvPr>
            <p:ph type="title" idx="2"/>
          </p:nvPr>
        </p:nvSpPr>
        <p:spPr>
          <a:xfrm>
            <a:off x="3177015" y="776525"/>
            <a:ext cx="2016185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REJA</a:t>
            </a:r>
            <a:endParaRPr dirty="0"/>
          </a:p>
        </p:txBody>
      </p:sp>
      <p:cxnSp>
        <p:nvCxnSpPr>
          <p:cNvPr id="252" name="Google Shape;252;p37"/>
          <p:cNvCxnSpPr/>
          <p:nvPr/>
        </p:nvCxnSpPr>
        <p:spPr>
          <a:xfrm>
            <a:off x="713225" y="1128600"/>
            <a:ext cx="0" cy="4014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0" name="Google Shape;250;p37"/>
          <p:cNvSpPr txBox="1">
            <a:spLocks noGrp="1"/>
          </p:cNvSpPr>
          <p:nvPr>
            <p:ph type="title"/>
          </p:nvPr>
        </p:nvSpPr>
        <p:spPr>
          <a:xfrm>
            <a:off x="795670" y="1919152"/>
            <a:ext cx="7314005" cy="27277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5" name="Google Shape;265;p39"/>
          <p:cNvSpPr txBox="1">
            <a:spLocks noGrp="1"/>
          </p:cNvSpPr>
          <p:nvPr>
            <p:ph type="subTitle" idx="1"/>
          </p:nvPr>
        </p:nvSpPr>
        <p:spPr>
          <a:xfrm>
            <a:off x="1235869" y="1942050"/>
            <a:ext cx="6593681" cy="16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8" name="Google Shape;258;p38"/>
          <p:cNvSpPr txBox="1">
            <a:spLocks noGrp="1"/>
          </p:cNvSpPr>
          <p:nvPr>
            <p:ph type="subTitle" idx="1"/>
          </p:nvPr>
        </p:nvSpPr>
        <p:spPr>
          <a:xfrm>
            <a:off x="5006898" y="1667625"/>
            <a:ext cx="3600000" cy="21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9" name="Google Shape;259;p38"/>
          <p:cNvSpPr txBox="1">
            <a:spLocks noGrp="1"/>
          </p:cNvSpPr>
          <p:nvPr>
            <p:ph type="subTitle" idx="2"/>
          </p:nvPr>
        </p:nvSpPr>
        <p:spPr>
          <a:xfrm>
            <a:off x="720000" y="1667625"/>
            <a:ext cx="3600000" cy="21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0" name="Google Shape;290;p41"/>
          <p:cNvSpPr txBox="1">
            <a:spLocks noGrp="1"/>
          </p:cNvSpPr>
          <p:nvPr>
            <p:ph type="subTitle" idx="1"/>
          </p:nvPr>
        </p:nvSpPr>
        <p:spPr>
          <a:xfrm>
            <a:off x="1272934" y="1966199"/>
            <a:ext cx="1886100" cy="29564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1" name="Google Shape;291;p41"/>
          <p:cNvSpPr txBox="1">
            <a:spLocks noGrp="1"/>
          </p:cNvSpPr>
          <p:nvPr>
            <p:ph type="subTitle" idx="2"/>
          </p:nvPr>
        </p:nvSpPr>
        <p:spPr>
          <a:xfrm>
            <a:off x="3917285" y="1966199"/>
            <a:ext cx="1886100" cy="29564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2" name="Google Shape;292;p41"/>
          <p:cNvSpPr txBox="1">
            <a:spLocks noGrp="1"/>
          </p:cNvSpPr>
          <p:nvPr>
            <p:ph type="subTitle" idx="3"/>
          </p:nvPr>
        </p:nvSpPr>
        <p:spPr>
          <a:xfrm>
            <a:off x="6561636" y="1966199"/>
            <a:ext cx="1886100" cy="29564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296" name="Google Shape;296;p41"/>
          <p:cNvCxnSpPr/>
          <p:nvPr/>
        </p:nvCxnSpPr>
        <p:spPr>
          <a:xfrm>
            <a:off x="1251734" y="1966200"/>
            <a:ext cx="0" cy="317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7" name="Google Shape;297;p41"/>
          <p:cNvCxnSpPr/>
          <p:nvPr/>
        </p:nvCxnSpPr>
        <p:spPr>
          <a:xfrm>
            <a:off x="6561634" y="1966200"/>
            <a:ext cx="0" cy="317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8" name="Google Shape;298;p41"/>
          <p:cNvCxnSpPr/>
          <p:nvPr/>
        </p:nvCxnSpPr>
        <p:spPr>
          <a:xfrm>
            <a:off x="3906684" y="1966200"/>
            <a:ext cx="0" cy="317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DD641F6-1336-5D97-977D-04A479582112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319908" y="2066548"/>
            <a:ext cx="5486532" cy="2499900"/>
          </a:xfrm>
        </p:spPr>
        <p:txBody>
          <a:bodyPr/>
          <a:lstStyle/>
          <a:p>
            <a:endParaRPr lang="ru-RU"/>
          </a:p>
        </p:txBody>
      </p:sp>
      <p:sp>
        <p:nvSpPr>
          <p:cNvPr id="434" name="Google Shape;434;p47"/>
          <p:cNvSpPr txBox="1">
            <a:spLocks noGrp="1"/>
          </p:cNvSpPr>
          <p:nvPr>
            <p:ph type="subTitle" idx="1"/>
          </p:nvPr>
        </p:nvSpPr>
        <p:spPr>
          <a:xfrm>
            <a:off x="5909101" y="1701126"/>
            <a:ext cx="3015600" cy="29348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3" name="Google Shape;433;p47"/>
          <p:cNvSpPr txBox="1">
            <a:spLocks noGrp="1"/>
          </p:cNvSpPr>
          <p:nvPr>
            <p:ph type="title"/>
          </p:nvPr>
        </p:nvSpPr>
        <p:spPr>
          <a:xfrm>
            <a:off x="603496" y="384390"/>
            <a:ext cx="7845559" cy="11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" name="Google Shape;496;p52"/>
          <p:cNvGrpSpPr/>
          <p:nvPr/>
        </p:nvGrpSpPr>
        <p:grpSpPr>
          <a:xfrm>
            <a:off x="4080125" y="1134450"/>
            <a:ext cx="4009800" cy="2675700"/>
            <a:chOff x="3927725" y="1134450"/>
            <a:chExt cx="4009800" cy="2675700"/>
          </a:xfrm>
        </p:grpSpPr>
        <p:sp>
          <p:nvSpPr>
            <p:cNvPr id="497" name="Google Shape;497;p52"/>
            <p:cNvSpPr/>
            <p:nvPr/>
          </p:nvSpPr>
          <p:spPr>
            <a:xfrm>
              <a:off x="3927725" y="1134450"/>
              <a:ext cx="4009800" cy="2675700"/>
            </a:xfrm>
            <a:prstGeom prst="roundRect">
              <a:avLst>
                <a:gd name="adj" fmla="val 5999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ria Sans"/>
                <a:ea typeface="Inria Sans"/>
                <a:cs typeface="Inria Sans"/>
                <a:sym typeface="Inria Sans"/>
              </a:endParaRPr>
            </a:p>
          </p:txBody>
        </p:sp>
        <p:sp>
          <p:nvSpPr>
            <p:cNvPr id="498" name="Google Shape;498;p52"/>
            <p:cNvSpPr/>
            <p:nvPr/>
          </p:nvSpPr>
          <p:spPr>
            <a:xfrm rot="-5400000">
              <a:off x="4000113" y="2805463"/>
              <a:ext cx="65400" cy="65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ria Sans"/>
                <a:ea typeface="Inria Sans"/>
                <a:cs typeface="Inria Sans"/>
                <a:sym typeface="Inria Sans"/>
              </a:endParaRPr>
            </a:p>
          </p:txBody>
        </p:sp>
        <p:sp>
          <p:nvSpPr>
            <p:cNvPr id="499" name="Google Shape;499;p52"/>
            <p:cNvSpPr/>
            <p:nvPr/>
          </p:nvSpPr>
          <p:spPr>
            <a:xfrm rot="-5400000">
              <a:off x="3721113" y="2352738"/>
              <a:ext cx="623400" cy="654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ria Sans"/>
                <a:ea typeface="Inria Sans"/>
                <a:cs typeface="Inria Sans"/>
                <a:sym typeface="Inria Sans"/>
              </a:endParaRPr>
            </a:p>
          </p:txBody>
        </p:sp>
        <p:sp>
          <p:nvSpPr>
            <p:cNvPr id="500" name="Google Shape;500;p52"/>
            <p:cNvSpPr/>
            <p:nvPr/>
          </p:nvSpPr>
          <p:spPr>
            <a:xfrm rot="-5400000">
              <a:off x="7520713" y="2352738"/>
              <a:ext cx="623400" cy="654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ria Sans"/>
                <a:ea typeface="Inria Sans"/>
                <a:cs typeface="Inria Sans"/>
                <a:sym typeface="Inria Sans"/>
              </a:endParaRPr>
            </a:p>
          </p:txBody>
        </p:sp>
      </p:grpSp>
      <p:sp>
        <p:nvSpPr>
          <p:cNvPr id="501" name="Google Shape;501;p52"/>
          <p:cNvSpPr txBox="1">
            <a:spLocks noGrp="1"/>
          </p:cNvSpPr>
          <p:nvPr>
            <p:ph type="title"/>
          </p:nvPr>
        </p:nvSpPr>
        <p:spPr>
          <a:xfrm>
            <a:off x="713225" y="503694"/>
            <a:ext cx="28323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02" name="Google Shape;502;p52"/>
          <p:cNvSpPr txBox="1">
            <a:spLocks noGrp="1"/>
          </p:cNvSpPr>
          <p:nvPr>
            <p:ph type="subTitle" idx="1"/>
          </p:nvPr>
        </p:nvSpPr>
        <p:spPr>
          <a:xfrm>
            <a:off x="661478" y="1821072"/>
            <a:ext cx="2832300" cy="28187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503" name="Google Shape;503;p52"/>
          <p:cNvCxnSpPr/>
          <p:nvPr/>
        </p:nvCxnSpPr>
        <p:spPr>
          <a:xfrm>
            <a:off x="3761078" y="1218600"/>
            <a:ext cx="0" cy="393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6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Thanks!</a:t>
            </a:r>
            <a:endParaRPr dirty="0"/>
          </a:p>
        </p:txBody>
      </p:sp>
      <p:sp>
        <p:nvSpPr>
          <p:cNvPr id="1124" name="Google Shape;1124;p69"/>
          <p:cNvSpPr txBox="1"/>
          <p:nvPr/>
        </p:nvSpPr>
        <p:spPr>
          <a:xfrm>
            <a:off x="713225" y="1316725"/>
            <a:ext cx="7717500" cy="2159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endParaRPr lang="en-US" sz="1200" dirty="0">
              <a:solidFill>
                <a:schemeClr val="dk1"/>
              </a:solidFill>
              <a:latin typeface="Inria Sans"/>
              <a:ea typeface="Inria Sans"/>
              <a:cs typeface="Inria Sans"/>
              <a:sym typeface="Inri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NA, Genes and Chromosomes by Slidesgo">
  <a:themeElements>
    <a:clrScheme name="Simple Light">
      <a:dk1>
        <a:srgbClr val="FFFFFF"/>
      </a:dk1>
      <a:lt1>
        <a:srgbClr val="8F94ED"/>
      </a:lt1>
      <a:dk2>
        <a:srgbClr val="180024"/>
      </a:dk2>
      <a:lt2>
        <a:srgbClr val="330021"/>
      </a:lt2>
      <a:accent1>
        <a:srgbClr val="A4387F"/>
      </a:accent1>
      <a:accent2>
        <a:srgbClr val="4B1155"/>
      </a:accent2>
      <a:accent3>
        <a:srgbClr val="5D246F"/>
      </a:accent3>
      <a:accent4>
        <a:srgbClr val="532E8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</Words>
  <Application>Microsoft Office PowerPoint</Application>
  <PresentationFormat>Экран (16:9)</PresentationFormat>
  <Paragraphs>4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Work Sans</vt:lpstr>
      <vt:lpstr>Inria Sans</vt:lpstr>
      <vt:lpstr>Inria Sans Light</vt:lpstr>
      <vt:lpstr>Nunito Light</vt:lpstr>
      <vt:lpstr>Arial</vt:lpstr>
      <vt:lpstr>DNA, Genes and Chromosomes by Slidesgo</vt:lpstr>
      <vt:lpstr>DNA, Genes and Chromosomes</vt:lpstr>
      <vt:lpstr>REJA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Nodir Qarshiyev</dc:creator>
  <cp:lastModifiedBy>Nodir Qarshiyev</cp:lastModifiedBy>
  <cp:revision>4</cp:revision>
  <dcterms:modified xsi:type="dcterms:W3CDTF">2026-03-23T09:44:21Z</dcterms:modified>
</cp:coreProperties>
</file>