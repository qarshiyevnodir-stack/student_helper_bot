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9" r:id="rId7"/>
    <p:sldId id="271" r:id="rId8"/>
    <p:sldId id="292" r:id="rId9"/>
  </p:sldIdLst>
  <p:sldSz cx="9144000" cy="5143500" type="screen16x9"/>
  <p:notesSz cx="6858000" cy="9144000"/>
  <p:embeddedFontLst>
    <p:embeddedFont>
      <p:font typeface="Anaheim" panose="020B0604020202020204" charset="0"/>
      <p:regular r:id="rId11"/>
      <p:bold r:id="rId12"/>
    </p:embeddedFont>
    <p:embeddedFont>
      <p:font typeface="Libre Baskerville" panose="02000000000000000000" pitchFamily="2" charset="0"/>
      <p:regular r:id="rId13"/>
      <p:bold r:id="rId14"/>
      <p:italic r:id="rId15"/>
      <p:boldItalic r:id="rId16"/>
    </p:embeddedFont>
    <p:embeddedFont>
      <p:font typeface="Nunito Light" pitchFamily="2" charset="-52"/>
      <p:regular r:id="rId17"/>
      <p:italic r:id="rId18"/>
    </p:embeddedFont>
    <p:embeddedFont>
      <p:font typeface="Source Sans 3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FFBFE8-E8E5-4F0F-AC5E-E1DCA2A2676C}">
  <a:tblStyle styleId="{3AFFBFE8-E8E5-4F0F-AC5E-E1DCA2A267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2D432ED-8494-4C1C-943A-1386F4C1668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8" name="Google Shape;233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5" name="Google Shape;234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2" name="Google Shape;299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9" name="Google Shape;3469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0" name="Google Shape;3470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2" name="Google Shape;5582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3" name="Google Shape;5583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1" name="Google Shape;11;p2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2361575" y="1453450"/>
            <a:ext cx="4421100" cy="205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2494100" y="3578625"/>
            <a:ext cx="4155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8" name="Google Shape;38;p4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291951"/>
            <a:ext cx="77040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79" name="Google Shape;79;p7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7"/>
          <p:cNvSpPr txBox="1">
            <a:spLocks noGrp="1"/>
          </p:cNvSpPr>
          <p:nvPr>
            <p:ph type="title"/>
          </p:nvPr>
        </p:nvSpPr>
        <p:spPr>
          <a:xfrm>
            <a:off x="4613575" y="945275"/>
            <a:ext cx="3817200" cy="9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"/>
          </p:nvPr>
        </p:nvSpPr>
        <p:spPr>
          <a:xfrm>
            <a:off x="4613575" y="2124600"/>
            <a:ext cx="3817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Source Sans 3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>
            <a:spLocks noGrp="1"/>
          </p:cNvSpPr>
          <p:nvPr>
            <p:ph type="pic" idx="2"/>
          </p:nvPr>
        </p:nvSpPr>
        <p:spPr>
          <a:xfrm>
            <a:off x="938600" y="1061400"/>
            <a:ext cx="3020700" cy="302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35" name="Google Shape;135;p13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13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1"/>
          </p:nvPr>
        </p:nvSpPr>
        <p:spPr>
          <a:xfrm>
            <a:off x="796000" y="2111290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2"/>
          </p:nvPr>
        </p:nvSpPr>
        <p:spPr>
          <a:xfrm>
            <a:off x="3442015" y="2111290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3"/>
          </p:nvPr>
        </p:nvSpPr>
        <p:spPr>
          <a:xfrm>
            <a:off x="796000" y="3844474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4"/>
          </p:nvPr>
        </p:nvSpPr>
        <p:spPr>
          <a:xfrm>
            <a:off x="3442015" y="3844474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5"/>
          </p:nvPr>
        </p:nvSpPr>
        <p:spPr>
          <a:xfrm>
            <a:off x="6088037" y="2111290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6"/>
          </p:nvPr>
        </p:nvSpPr>
        <p:spPr>
          <a:xfrm>
            <a:off x="6088037" y="3844474"/>
            <a:ext cx="225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title" idx="7" hasCustomPrompt="1"/>
          </p:nvPr>
        </p:nvSpPr>
        <p:spPr>
          <a:xfrm>
            <a:off x="1565904" y="1332025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 idx="8" hasCustomPrompt="1"/>
          </p:nvPr>
        </p:nvSpPr>
        <p:spPr>
          <a:xfrm>
            <a:off x="1565904" y="3064624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 idx="9" hasCustomPrompt="1"/>
          </p:nvPr>
        </p:nvSpPr>
        <p:spPr>
          <a:xfrm>
            <a:off x="4211919" y="1332025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>
            <a:spLocks noGrp="1"/>
          </p:cNvSpPr>
          <p:nvPr>
            <p:ph type="title" idx="13" hasCustomPrompt="1"/>
          </p:nvPr>
        </p:nvSpPr>
        <p:spPr>
          <a:xfrm>
            <a:off x="4211919" y="3064624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>
            <a:spLocks noGrp="1"/>
          </p:cNvSpPr>
          <p:nvPr>
            <p:ph type="title" idx="14" hasCustomPrompt="1"/>
          </p:nvPr>
        </p:nvSpPr>
        <p:spPr>
          <a:xfrm>
            <a:off x="6857941" y="1332025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>
            <a:spLocks noGrp="1"/>
          </p:cNvSpPr>
          <p:nvPr>
            <p:ph type="title" idx="15" hasCustomPrompt="1"/>
          </p:nvPr>
        </p:nvSpPr>
        <p:spPr>
          <a:xfrm>
            <a:off x="6857941" y="3064624"/>
            <a:ext cx="72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>
            <a:spLocks noGrp="1"/>
          </p:cNvSpPr>
          <p:nvPr>
            <p:ph type="subTitle" idx="16"/>
          </p:nvPr>
        </p:nvSpPr>
        <p:spPr>
          <a:xfrm>
            <a:off x="796000" y="1779408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subTitle" idx="17"/>
          </p:nvPr>
        </p:nvSpPr>
        <p:spPr>
          <a:xfrm>
            <a:off x="3442015" y="1779408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subTitle" idx="18"/>
          </p:nvPr>
        </p:nvSpPr>
        <p:spPr>
          <a:xfrm>
            <a:off x="6088037" y="1779408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subTitle" idx="19"/>
          </p:nvPr>
        </p:nvSpPr>
        <p:spPr>
          <a:xfrm>
            <a:off x="796000" y="3512074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20"/>
          </p:nvPr>
        </p:nvSpPr>
        <p:spPr>
          <a:xfrm>
            <a:off x="3442015" y="3512074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1"/>
          </p:nvPr>
        </p:nvSpPr>
        <p:spPr>
          <a:xfrm>
            <a:off x="6088037" y="3512074"/>
            <a:ext cx="2259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sz="2400" b="1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65" name="Google Shape;165;p14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Google Shape;173;p14"/>
          <p:cNvSpPr txBox="1">
            <a:spLocks noGrp="1"/>
          </p:cNvSpPr>
          <p:nvPr>
            <p:ph type="title"/>
          </p:nvPr>
        </p:nvSpPr>
        <p:spPr>
          <a:xfrm>
            <a:off x="3065400" y="3370075"/>
            <a:ext cx="3013200" cy="4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4" name="Google Shape;174;p14"/>
          <p:cNvSpPr txBox="1">
            <a:spLocks noGrp="1"/>
          </p:cNvSpPr>
          <p:nvPr>
            <p:ph type="subTitle" idx="1"/>
          </p:nvPr>
        </p:nvSpPr>
        <p:spPr>
          <a:xfrm>
            <a:off x="1749300" y="1491475"/>
            <a:ext cx="5645400" cy="16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1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78" name="Google Shape;178;p15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" name="Google Shape;186;p15"/>
          <p:cNvSpPr txBox="1">
            <a:spLocks noGrp="1"/>
          </p:cNvSpPr>
          <p:nvPr>
            <p:ph type="title"/>
          </p:nvPr>
        </p:nvSpPr>
        <p:spPr>
          <a:xfrm>
            <a:off x="720000" y="1370888"/>
            <a:ext cx="3519600" cy="150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5"/>
          <p:cNvSpPr txBox="1">
            <a:spLocks noGrp="1"/>
          </p:cNvSpPr>
          <p:nvPr>
            <p:ph type="subTitle" idx="1"/>
          </p:nvPr>
        </p:nvSpPr>
        <p:spPr>
          <a:xfrm>
            <a:off x="720000" y="2875613"/>
            <a:ext cx="3519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5"/>
          <p:cNvSpPr>
            <a:spLocks noGrp="1"/>
          </p:cNvSpPr>
          <p:nvPr>
            <p:ph type="pic" idx="2"/>
          </p:nvPr>
        </p:nvSpPr>
        <p:spPr>
          <a:xfrm>
            <a:off x="4931805" y="1000781"/>
            <a:ext cx="3246900" cy="3246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_AND_BODY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1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18" name="Google Shape;218;p18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18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body" idx="1"/>
          </p:nvPr>
        </p:nvSpPr>
        <p:spPr>
          <a:xfrm>
            <a:off x="720000" y="1291938"/>
            <a:ext cx="7704000" cy="33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60" name="Google Shape;260;p21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" name="Google Shape;268;p21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1"/>
          <p:cNvSpPr txBox="1">
            <a:spLocks noGrp="1"/>
          </p:cNvSpPr>
          <p:nvPr>
            <p:ph type="subTitle" idx="1"/>
          </p:nvPr>
        </p:nvSpPr>
        <p:spPr>
          <a:xfrm>
            <a:off x="4825664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1"/>
          <p:cNvSpPr txBox="1">
            <a:spLocks noGrp="1"/>
          </p:cNvSpPr>
          <p:nvPr>
            <p:ph type="subTitle" idx="2"/>
          </p:nvPr>
        </p:nvSpPr>
        <p:spPr>
          <a:xfrm>
            <a:off x="1144550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2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404" name="Google Shape;404;p29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412;p29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413" name="Google Shape;413;p29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9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9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9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9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9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9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9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9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9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9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9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9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9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9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9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9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9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9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9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9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9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9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9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9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9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9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9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9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9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9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9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9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9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9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9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9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9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9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9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9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9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9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9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9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9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9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9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9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9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9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9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9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9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9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9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9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9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9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9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9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9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9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9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9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9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9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9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9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9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9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9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9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9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9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9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9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9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9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9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9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9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9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9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9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9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9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9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9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9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9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9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9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9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9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9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9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9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9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9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9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9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9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9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9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9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9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9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9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9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9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9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9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9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9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9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9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9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9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9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9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9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9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9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9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9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9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9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9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9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9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1" name="Google Shape;871;p30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872" name="Google Shape;872;p30"/>
            <p:cNvSpPr/>
            <p:nvPr/>
          </p:nvSpPr>
          <p:spPr>
            <a:xfrm>
              <a:off x="246225" y="895325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374325" y="1023425"/>
              <a:ext cx="6859800" cy="3655000"/>
            </a:xfrm>
            <a:custGeom>
              <a:avLst/>
              <a:gdLst/>
              <a:ahLst/>
              <a:cxnLst/>
              <a:rect l="l" t="t" r="r" b="b"/>
              <a:pathLst>
                <a:path w="274392" h="146200" fill="none" extrusionOk="0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469300" y="1108400"/>
              <a:ext cx="6669850" cy="3485050"/>
            </a:xfrm>
            <a:custGeom>
              <a:avLst/>
              <a:gdLst/>
              <a:ahLst/>
              <a:cxnLst/>
              <a:rect l="l" t="t" r="r" b="b"/>
              <a:pathLst>
                <a:path w="266794" h="139402" fill="none" extrusionOk="0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299025" y="955950"/>
              <a:ext cx="7010700" cy="3789950"/>
            </a:xfrm>
            <a:custGeom>
              <a:avLst/>
              <a:gdLst/>
              <a:ahLst/>
              <a:cxnLst/>
              <a:rect l="l" t="t" r="r" b="b"/>
              <a:pathLst>
                <a:path w="280428" h="151598" fill="none" extrusionOk="0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7234100" y="895325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246225" y="4678400"/>
              <a:ext cx="128125" cy="128125"/>
            </a:xfrm>
            <a:custGeom>
              <a:avLst/>
              <a:gdLst/>
              <a:ahLst/>
              <a:cxnLst/>
              <a:rect l="l" t="t" r="r" b="b"/>
              <a:pathLst>
                <a:path w="5125" h="5125" fill="none" extrusionOk="0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234100" y="4678400"/>
              <a:ext cx="128100" cy="128125"/>
            </a:xfrm>
            <a:custGeom>
              <a:avLst/>
              <a:gdLst/>
              <a:ahLst/>
              <a:cxnLst/>
              <a:rect l="l" t="t" r="r" b="b"/>
              <a:pathLst>
                <a:path w="5124" h="5125" fill="none" extrusionOk="0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 cap="flat" cmpd="sng">
              <a:solidFill>
                <a:schemeClr val="dk2"/>
              </a:solidFill>
              <a:prstDash val="solid"/>
              <a:miter lim="124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59" r:id="rId5"/>
    <p:sldLayoutId id="2147483660" r:id="rId6"/>
    <p:sldLayoutId id="2147483661" r:id="rId7"/>
    <p:sldLayoutId id="2147483664" r:id="rId8"/>
    <p:sldLayoutId id="2147483667" r:id="rId9"/>
    <p:sldLayoutId id="2147483675" r:id="rId10"/>
    <p:sldLayoutId id="214748367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4"/>
          <p:cNvSpPr txBox="1">
            <a:spLocks noGrp="1"/>
          </p:cNvSpPr>
          <p:nvPr>
            <p:ph type="ctrTitle"/>
          </p:nvPr>
        </p:nvSpPr>
        <p:spPr>
          <a:xfrm>
            <a:off x="2361575" y="1453450"/>
            <a:ext cx="4421100" cy="205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/>
              <a:t>Reconstruction Era &amp; the Gilded Age</a:t>
            </a:r>
            <a:br>
              <a:rPr lang="en" sz="3700" dirty="0"/>
            </a:br>
            <a:r>
              <a:rPr lang="en" sz="3700" dirty="0"/>
              <a:t>- </a:t>
            </a:r>
            <a:r>
              <a:rPr lang="en" sz="5100" dirty="0"/>
              <a:t>History </a:t>
            </a:r>
            <a:r>
              <a:rPr lang="en" sz="3700" dirty="0"/>
              <a:t>-</a:t>
            </a:r>
            <a:endParaRPr sz="5100" dirty="0"/>
          </a:p>
        </p:txBody>
      </p:sp>
      <p:sp>
        <p:nvSpPr>
          <p:cNvPr id="891" name="Google Shape;891;p34"/>
          <p:cNvSpPr txBox="1">
            <a:spLocks noGrp="1"/>
          </p:cNvSpPr>
          <p:nvPr>
            <p:ph type="subTitle" idx="1"/>
          </p:nvPr>
        </p:nvSpPr>
        <p:spPr>
          <a:xfrm>
            <a:off x="2494100" y="3578625"/>
            <a:ext cx="4155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is where your presentation begins</a:t>
            </a:r>
            <a:endParaRPr dirty="0"/>
          </a:p>
        </p:txBody>
      </p:sp>
      <p:grpSp>
        <p:nvGrpSpPr>
          <p:cNvPr id="892" name="Google Shape;892;p34"/>
          <p:cNvGrpSpPr/>
          <p:nvPr/>
        </p:nvGrpSpPr>
        <p:grpSpPr>
          <a:xfrm>
            <a:off x="2361225" y="3521900"/>
            <a:ext cx="4421400" cy="589250"/>
            <a:chOff x="2361225" y="3521900"/>
            <a:chExt cx="4421400" cy="589250"/>
          </a:xfrm>
        </p:grpSpPr>
        <p:cxnSp>
          <p:nvCxnSpPr>
            <p:cNvPr id="893" name="Google Shape;893;p3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4" name="Google Shape;894;p3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96" name="Google Shape;896;p34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897" name="Google Shape;897;p34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4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4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4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4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4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4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4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4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4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4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4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4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4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4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4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4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4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4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4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4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4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4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4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4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4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4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4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4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4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4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4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4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4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4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4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4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4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4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4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4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4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4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4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4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4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4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4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4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4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4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4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35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Reja</a:t>
            </a:r>
            <a:endParaRPr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A73713-1567-E035-1850-26EA37233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35597"/>
            <a:ext cx="7704000" cy="1978243"/>
          </a:xfrm>
        </p:spPr>
        <p:txBody>
          <a:bodyPr/>
          <a:lstStyle/>
          <a:p>
            <a:pPr marL="482600" indent="-342900" algn="l">
              <a:buFont typeface="+mj-lt"/>
              <a:buAutoNum type="arabicPeriod"/>
            </a:pPr>
            <a:endParaRPr lang="en-US" sz="1700" dirty="0"/>
          </a:p>
          <a:p>
            <a:pPr marL="139700" indent="0" algn="l">
              <a:buNone/>
            </a:pPr>
            <a:endParaRPr lang="ru-RU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36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8" name="Google Shape;1368;p36"/>
          <p:cNvSpPr txBox="1">
            <a:spLocks noGrp="1"/>
          </p:cNvSpPr>
          <p:nvPr>
            <p:ph type="subTitle" idx="1"/>
          </p:nvPr>
        </p:nvSpPr>
        <p:spPr>
          <a:xfrm>
            <a:off x="796000" y="1343089"/>
            <a:ext cx="2259900" cy="34145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" name="Google Shape;1368;p36">
            <a:extLst>
              <a:ext uri="{FF2B5EF4-FFF2-40B4-BE49-F238E27FC236}">
                <a16:creationId xmlns:a16="http://schemas.microsoft.com/office/drawing/2014/main" id="{AB6F9503-F4CE-291C-A18E-7E9D69EC0405}"/>
              </a:ext>
            </a:extLst>
          </p:cNvPr>
          <p:cNvSpPr txBox="1">
            <a:spLocks/>
          </p:cNvSpPr>
          <p:nvPr>
            <p:ph type="body" idx="10"/>
          </p:nvPr>
        </p:nvSpPr>
        <p:spPr>
          <a:xfrm>
            <a:off x="3442050" y="1343089"/>
            <a:ext cx="2259900" cy="3414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marL="0" indent="0"/>
            <a:endParaRPr lang="en-US" dirty="0"/>
          </a:p>
        </p:txBody>
      </p:sp>
      <p:sp>
        <p:nvSpPr>
          <p:cNvPr id="37" name="Google Shape;1368;p36">
            <a:extLst>
              <a:ext uri="{FF2B5EF4-FFF2-40B4-BE49-F238E27FC236}">
                <a16:creationId xmlns:a16="http://schemas.microsoft.com/office/drawing/2014/main" id="{36D8CF34-A128-9D3D-40AF-2A50024249E7}"/>
              </a:ext>
            </a:extLst>
          </p:cNvPr>
          <p:cNvSpPr txBox="1">
            <a:spLocks/>
          </p:cNvSpPr>
          <p:nvPr>
            <p:ph type="body" idx="11"/>
          </p:nvPr>
        </p:nvSpPr>
        <p:spPr>
          <a:xfrm>
            <a:off x="6290421" y="1343089"/>
            <a:ext cx="2259900" cy="3414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marL="0" indent="0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39"/>
          <p:cNvSpPr txBox="1">
            <a:spLocks noGrp="1"/>
          </p:cNvSpPr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41" name="Google Shape;2341;p39"/>
          <p:cNvSpPr txBox="1">
            <a:spLocks noGrp="1"/>
          </p:cNvSpPr>
          <p:nvPr>
            <p:ph type="subTitle" idx="1"/>
          </p:nvPr>
        </p:nvSpPr>
        <p:spPr>
          <a:xfrm>
            <a:off x="4825664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42" name="Google Shape;2342;p39"/>
          <p:cNvSpPr txBox="1">
            <a:spLocks noGrp="1"/>
          </p:cNvSpPr>
          <p:nvPr>
            <p:ph type="subTitle" idx="2"/>
          </p:nvPr>
        </p:nvSpPr>
        <p:spPr>
          <a:xfrm>
            <a:off x="1144550" y="2070950"/>
            <a:ext cx="3174000" cy="18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40"/>
          <p:cNvSpPr/>
          <p:nvPr/>
        </p:nvSpPr>
        <p:spPr>
          <a:xfrm>
            <a:off x="713225" y="835950"/>
            <a:ext cx="3471600" cy="3471600"/>
          </a:xfrm>
          <a:prstGeom prst="plaque">
            <a:avLst>
              <a:gd name="adj" fmla="val 553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8" name="Google Shape;2348;p40"/>
          <p:cNvSpPr txBox="1">
            <a:spLocks noGrp="1"/>
          </p:cNvSpPr>
          <p:nvPr>
            <p:ph type="title"/>
          </p:nvPr>
        </p:nvSpPr>
        <p:spPr>
          <a:xfrm>
            <a:off x="4613575" y="945275"/>
            <a:ext cx="3817200" cy="9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49" name="Google Shape;2349;p40"/>
          <p:cNvSpPr txBox="1">
            <a:spLocks noGrp="1"/>
          </p:cNvSpPr>
          <p:nvPr>
            <p:ph type="subTitle" idx="1"/>
          </p:nvPr>
        </p:nvSpPr>
        <p:spPr>
          <a:xfrm>
            <a:off x="4613575" y="2124600"/>
            <a:ext cx="3817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E7FE24-9D01-8E35-ACA9-E8A5D86A323C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Google Shape;2994;p47"/>
          <p:cNvSpPr txBox="1">
            <a:spLocks noGrp="1"/>
          </p:cNvSpPr>
          <p:nvPr>
            <p:ph type="subTitle" idx="1"/>
          </p:nvPr>
        </p:nvSpPr>
        <p:spPr>
          <a:xfrm>
            <a:off x="720000" y="1335600"/>
            <a:ext cx="7703999" cy="30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95" name="Google Shape;2995;p47"/>
          <p:cNvSpPr txBox="1">
            <a:spLocks noGrp="1"/>
          </p:cNvSpPr>
          <p:nvPr>
            <p:ph type="title"/>
          </p:nvPr>
        </p:nvSpPr>
        <p:spPr>
          <a:xfrm>
            <a:off x="720000" y="597600"/>
            <a:ext cx="7703999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996" name="Google Shape;2996;p47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2997" name="Google Shape;2997;p47"/>
            <p:cNvSpPr/>
            <p:nvPr/>
          </p:nvSpPr>
          <p:spPr>
            <a:xfrm>
              <a:off x="83952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47"/>
            <p:cNvSpPr/>
            <p:nvPr/>
          </p:nvSpPr>
          <p:spPr>
            <a:xfrm>
              <a:off x="844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47"/>
            <p:cNvSpPr/>
            <p:nvPr/>
          </p:nvSpPr>
          <p:spPr>
            <a:xfrm>
              <a:off x="898575" y="13480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47"/>
            <p:cNvSpPr/>
            <p:nvPr/>
          </p:nvSpPr>
          <p:spPr>
            <a:xfrm>
              <a:off x="9448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47"/>
            <p:cNvSpPr/>
            <p:nvPr/>
          </p:nvSpPr>
          <p:spPr>
            <a:xfrm>
              <a:off x="752350" y="1240875"/>
              <a:ext cx="206850" cy="104050"/>
            </a:xfrm>
            <a:custGeom>
              <a:avLst/>
              <a:gdLst/>
              <a:ahLst/>
              <a:cxnLst/>
              <a:rect l="l" t="t" r="r" b="b"/>
              <a:pathLst>
                <a:path w="8274" h="4162" extrusionOk="0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47"/>
            <p:cNvSpPr/>
            <p:nvPr/>
          </p:nvSpPr>
          <p:spPr>
            <a:xfrm>
              <a:off x="1012600" y="1245875"/>
              <a:ext cx="88750" cy="80000"/>
            </a:xfrm>
            <a:custGeom>
              <a:avLst/>
              <a:gdLst/>
              <a:ahLst/>
              <a:cxnLst/>
              <a:rect l="l" t="t" r="r" b="b"/>
              <a:pathLst>
                <a:path w="3550" h="3200" extrusionOk="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47"/>
            <p:cNvSpPr/>
            <p:nvPr/>
          </p:nvSpPr>
          <p:spPr>
            <a:xfrm>
              <a:off x="1123500" y="1272100"/>
              <a:ext cx="33450" cy="43775"/>
            </a:xfrm>
            <a:custGeom>
              <a:avLst/>
              <a:gdLst/>
              <a:ahLst/>
              <a:cxnLst/>
              <a:rect l="l" t="t" r="r" b="b"/>
              <a:pathLst>
                <a:path w="1338" h="1751" extrusionOk="0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47"/>
            <p:cNvSpPr/>
            <p:nvPr/>
          </p:nvSpPr>
          <p:spPr>
            <a:xfrm>
              <a:off x="732975" y="129210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47"/>
            <p:cNvSpPr/>
            <p:nvPr/>
          </p:nvSpPr>
          <p:spPr>
            <a:xfrm>
              <a:off x="809225" y="1274925"/>
              <a:ext cx="77800" cy="113125"/>
            </a:xfrm>
            <a:custGeom>
              <a:avLst/>
              <a:gdLst/>
              <a:ahLst/>
              <a:cxnLst/>
              <a:rect l="l" t="t" r="r" b="b"/>
              <a:pathLst>
                <a:path w="3112" h="4525" extrusionOk="0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47"/>
            <p:cNvSpPr/>
            <p:nvPr/>
          </p:nvSpPr>
          <p:spPr>
            <a:xfrm>
              <a:off x="792650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47"/>
            <p:cNvSpPr/>
            <p:nvPr/>
          </p:nvSpPr>
          <p:spPr>
            <a:xfrm>
              <a:off x="841400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47"/>
            <p:cNvSpPr/>
            <p:nvPr/>
          </p:nvSpPr>
          <p:spPr>
            <a:xfrm>
              <a:off x="973550" y="1363650"/>
              <a:ext cx="9700" cy="6900"/>
            </a:xfrm>
            <a:custGeom>
              <a:avLst/>
              <a:gdLst/>
              <a:ahLst/>
              <a:cxnLst/>
              <a:rect l="l" t="t" r="r" b="b"/>
              <a:pathLst>
                <a:path w="388" h="276" extrusionOk="0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47"/>
            <p:cNvSpPr/>
            <p:nvPr/>
          </p:nvSpPr>
          <p:spPr>
            <a:xfrm>
              <a:off x="832025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47"/>
            <p:cNvSpPr/>
            <p:nvPr/>
          </p:nvSpPr>
          <p:spPr>
            <a:xfrm>
              <a:off x="810775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47"/>
            <p:cNvSpPr/>
            <p:nvPr/>
          </p:nvSpPr>
          <p:spPr>
            <a:xfrm>
              <a:off x="766400" y="1291175"/>
              <a:ext cx="73150" cy="22525"/>
            </a:xfrm>
            <a:custGeom>
              <a:avLst/>
              <a:gdLst/>
              <a:ahLst/>
              <a:cxnLst/>
              <a:rect l="l" t="t" r="r" b="b"/>
              <a:pathLst>
                <a:path w="2926" h="901" extrusionOk="0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47"/>
            <p:cNvSpPr/>
            <p:nvPr/>
          </p:nvSpPr>
          <p:spPr>
            <a:xfrm>
              <a:off x="767350" y="12968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47"/>
            <p:cNvSpPr/>
            <p:nvPr/>
          </p:nvSpPr>
          <p:spPr>
            <a:xfrm>
              <a:off x="919500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47"/>
            <p:cNvSpPr/>
            <p:nvPr/>
          </p:nvSpPr>
          <p:spPr>
            <a:xfrm>
              <a:off x="914500" y="1250875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47"/>
            <p:cNvSpPr/>
            <p:nvPr/>
          </p:nvSpPr>
          <p:spPr>
            <a:xfrm>
              <a:off x="1186925" y="1310225"/>
              <a:ext cx="83125" cy="26900"/>
            </a:xfrm>
            <a:custGeom>
              <a:avLst/>
              <a:gdLst/>
              <a:ahLst/>
              <a:cxnLst/>
              <a:rect l="l" t="t" r="r" b="b"/>
              <a:pathLst>
                <a:path w="3325" h="1076" extrusionOk="0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47"/>
            <p:cNvSpPr/>
            <p:nvPr/>
          </p:nvSpPr>
          <p:spPr>
            <a:xfrm>
              <a:off x="1187250" y="1314900"/>
              <a:ext cx="100600" cy="30975"/>
            </a:xfrm>
            <a:custGeom>
              <a:avLst/>
              <a:gdLst/>
              <a:ahLst/>
              <a:cxnLst/>
              <a:rect l="l" t="t" r="r" b="b"/>
              <a:pathLst>
                <a:path w="4024" h="1239" extrusionOk="0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47"/>
            <p:cNvSpPr/>
            <p:nvPr/>
          </p:nvSpPr>
          <p:spPr>
            <a:xfrm>
              <a:off x="5855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47"/>
            <p:cNvSpPr/>
            <p:nvPr/>
          </p:nvSpPr>
          <p:spPr>
            <a:xfrm>
              <a:off x="762975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47"/>
            <p:cNvSpPr/>
            <p:nvPr/>
          </p:nvSpPr>
          <p:spPr>
            <a:xfrm>
              <a:off x="741425" y="1520175"/>
              <a:ext cx="77175" cy="73125"/>
            </a:xfrm>
            <a:custGeom>
              <a:avLst/>
              <a:gdLst/>
              <a:ahLst/>
              <a:cxnLst/>
              <a:rect l="l" t="t" r="r" b="b"/>
              <a:pathLst>
                <a:path w="3087" h="2925" extrusionOk="0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47"/>
            <p:cNvSpPr/>
            <p:nvPr/>
          </p:nvSpPr>
          <p:spPr>
            <a:xfrm>
              <a:off x="812325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47"/>
            <p:cNvSpPr/>
            <p:nvPr/>
          </p:nvSpPr>
          <p:spPr>
            <a:xfrm>
              <a:off x="633950" y="13739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47"/>
            <p:cNvSpPr/>
            <p:nvPr/>
          </p:nvSpPr>
          <p:spPr>
            <a:xfrm>
              <a:off x="638950" y="1634200"/>
              <a:ext cx="81550" cy="88450"/>
            </a:xfrm>
            <a:custGeom>
              <a:avLst/>
              <a:gdLst/>
              <a:ahLst/>
              <a:cxnLst/>
              <a:rect l="l" t="t" r="r" b="b"/>
              <a:pathLst>
                <a:path w="3262" h="3538" extrusionOk="0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47"/>
            <p:cNvSpPr/>
            <p:nvPr/>
          </p:nvSpPr>
          <p:spPr>
            <a:xfrm>
              <a:off x="66520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47"/>
            <p:cNvSpPr/>
            <p:nvPr/>
          </p:nvSpPr>
          <p:spPr>
            <a:xfrm>
              <a:off x="68517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47"/>
            <p:cNvSpPr/>
            <p:nvPr/>
          </p:nvSpPr>
          <p:spPr>
            <a:xfrm>
              <a:off x="6683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47"/>
            <p:cNvSpPr/>
            <p:nvPr/>
          </p:nvSpPr>
          <p:spPr>
            <a:xfrm>
              <a:off x="769525" y="1413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47"/>
            <p:cNvSpPr/>
            <p:nvPr/>
          </p:nvSpPr>
          <p:spPr>
            <a:xfrm>
              <a:off x="786400" y="1462675"/>
              <a:ext cx="10025" cy="5975"/>
            </a:xfrm>
            <a:custGeom>
              <a:avLst/>
              <a:gdLst/>
              <a:ahLst/>
              <a:cxnLst/>
              <a:rect l="l" t="t" r="r" b="b"/>
              <a:pathLst>
                <a:path w="401" h="239" extrusionOk="0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47"/>
            <p:cNvSpPr/>
            <p:nvPr/>
          </p:nvSpPr>
          <p:spPr>
            <a:xfrm>
              <a:off x="756725" y="1594850"/>
              <a:ext cx="7200" cy="10000"/>
            </a:xfrm>
            <a:custGeom>
              <a:avLst/>
              <a:gdLst/>
              <a:ahLst/>
              <a:cxnLst/>
              <a:rect l="l" t="t" r="r" b="b"/>
              <a:pathLst>
                <a:path w="288" h="400" extrusionOk="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47"/>
            <p:cNvSpPr/>
            <p:nvPr/>
          </p:nvSpPr>
          <p:spPr>
            <a:xfrm>
              <a:off x="62707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7"/>
            <p:cNvSpPr/>
            <p:nvPr/>
          </p:nvSpPr>
          <p:spPr>
            <a:xfrm>
              <a:off x="627075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7"/>
            <p:cNvSpPr/>
            <p:nvPr/>
          </p:nvSpPr>
          <p:spPr>
            <a:xfrm>
              <a:off x="684550" y="1388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47"/>
            <p:cNvSpPr/>
            <p:nvPr/>
          </p:nvSpPr>
          <p:spPr>
            <a:xfrm>
              <a:off x="690175" y="1388950"/>
              <a:ext cx="23775" cy="70625"/>
            </a:xfrm>
            <a:custGeom>
              <a:avLst/>
              <a:gdLst/>
              <a:ahLst/>
              <a:cxnLst/>
              <a:rect l="l" t="t" r="r" b="b"/>
              <a:pathLst>
                <a:path w="951" h="2825" extrusionOk="0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47"/>
            <p:cNvSpPr/>
            <p:nvPr/>
          </p:nvSpPr>
          <p:spPr>
            <a:xfrm>
              <a:off x="6420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7"/>
            <p:cNvSpPr/>
            <p:nvPr/>
          </p:nvSpPr>
          <p:spPr>
            <a:xfrm>
              <a:off x="642375" y="1531100"/>
              <a:ext cx="55950" cy="20950"/>
            </a:xfrm>
            <a:custGeom>
              <a:avLst/>
              <a:gdLst/>
              <a:ahLst/>
              <a:cxnLst/>
              <a:rect l="l" t="t" r="r" b="b"/>
              <a:pathLst>
                <a:path w="2238" h="838" extrusionOk="0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7"/>
            <p:cNvSpPr/>
            <p:nvPr/>
          </p:nvSpPr>
          <p:spPr>
            <a:xfrm>
              <a:off x="703625" y="1808525"/>
              <a:ext cx="26875" cy="82825"/>
            </a:xfrm>
            <a:custGeom>
              <a:avLst/>
              <a:gdLst/>
              <a:ahLst/>
              <a:cxnLst/>
              <a:rect l="l" t="t" r="r" b="b"/>
              <a:pathLst>
                <a:path w="1075" h="3313" extrusionOk="0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7"/>
            <p:cNvSpPr/>
            <p:nvPr/>
          </p:nvSpPr>
          <p:spPr>
            <a:xfrm>
              <a:off x="708300" y="1808525"/>
              <a:ext cx="30950" cy="100950"/>
            </a:xfrm>
            <a:custGeom>
              <a:avLst/>
              <a:gdLst/>
              <a:ahLst/>
              <a:cxnLst/>
              <a:rect l="l" t="t" r="r" b="b"/>
              <a:pathLst>
                <a:path w="1238" h="4038" extrusionOk="0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47"/>
            <p:cNvSpPr/>
            <p:nvPr/>
          </p:nvSpPr>
          <p:spPr>
            <a:xfrm>
              <a:off x="88700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47"/>
            <p:cNvSpPr/>
            <p:nvPr/>
          </p:nvSpPr>
          <p:spPr>
            <a:xfrm>
              <a:off x="893575" y="1496125"/>
              <a:ext cx="58750" cy="15000"/>
            </a:xfrm>
            <a:custGeom>
              <a:avLst/>
              <a:gdLst/>
              <a:ahLst/>
              <a:cxnLst/>
              <a:rect l="l" t="t" r="r" b="b"/>
              <a:pathLst>
                <a:path w="2350" h="600" extrusionOk="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47"/>
            <p:cNvSpPr/>
            <p:nvPr/>
          </p:nvSpPr>
          <p:spPr>
            <a:xfrm>
              <a:off x="927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47"/>
            <p:cNvSpPr/>
            <p:nvPr/>
          </p:nvSpPr>
          <p:spPr>
            <a:xfrm>
              <a:off x="88670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47"/>
            <p:cNvSpPr/>
            <p:nvPr/>
          </p:nvSpPr>
          <p:spPr>
            <a:xfrm>
              <a:off x="897000" y="1522975"/>
              <a:ext cx="17200" cy="34700"/>
            </a:xfrm>
            <a:custGeom>
              <a:avLst/>
              <a:gdLst/>
              <a:ahLst/>
              <a:cxnLst/>
              <a:rect l="l" t="t" r="r" b="b"/>
              <a:pathLst>
                <a:path w="688" h="1388" extrusionOk="0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47"/>
            <p:cNvSpPr/>
            <p:nvPr/>
          </p:nvSpPr>
          <p:spPr>
            <a:xfrm>
              <a:off x="907925" y="1521425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47"/>
            <p:cNvSpPr/>
            <p:nvPr/>
          </p:nvSpPr>
          <p:spPr>
            <a:xfrm>
              <a:off x="915425" y="1512975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47"/>
            <p:cNvSpPr/>
            <p:nvPr/>
          </p:nvSpPr>
          <p:spPr>
            <a:xfrm>
              <a:off x="917300" y="1513300"/>
              <a:ext cx="17225" cy="6900"/>
            </a:xfrm>
            <a:custGeom>
              <a:avLst/>
              <a:gdLst/>
              <a:ahLst/>
              <a:cxnLst/>
              <a:rect l="l" t="t" r="r" b="b"/>
              <a:pathLst>
                <a:path w="689" h="276" extrusionOk="0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47"/>
            <p:cNvSpPr/>
            <p:nvPr/>
          </p:nvSpPr>
          <p:spPr>
            <a:xfrm>
              <a:off x="92605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47"/>
            <p:cNvSpPr/>
            <p:nvPr/>
          </p:nvSpPr>
          <p:spPr>
            <a:xfrm>
              <a:off x="6209675" y="1202450"/>
              <a:ext cx="551125" cy="190275"/>
            </a:xfrm>
            <a:custGeom>
              <a:avLst/>
              <a:gdLst/>
              <a:ahLst/>
              <a:cxnLst/>
              <a:rect l="l" t="t" r="r" b="b"/>
              <a:pathLst>
                <a:path w="22045" h="7611" extrusionOk="0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47"/>
            <p:cNvSpPr/>
            <p:nvPr/>
          </p:nvSpPr>
          <p:spPr>
            <a:xfrm>
              <a:off x="6575200" y="1369575"/>
              <a:ext cx="180925" cy="121575"/>
            </a:xfrm>
            <a:custGeom>
              <a:avLst/>
              <a:gdLst/>
              <a:ahLst/>
              <a:cxnLst/>
              <a:rect l="l" t="t" r="r" b="b"/>
              <a:pathLst>
                <a:path w="7237" h="4863" extrusionOk="0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47"/>
            <p:cNvSpPr/>
            <p:nvPr/>
          </p:nvSpPr>
          <p:spPr>
            <a:xfrm>
              <a:off x="6628300" y="1348025"/>
              <a:ext cx="73450" cy="77200"/>
            </a:xfrm>
            <a:custGeom>
              <a:avLst/>
              <a:gdLst/>
              <a:ahLst/>
              <a:cxnLst/>
              <a:rect l="l" t="t" r="r" b="b"/>
              <a:pathLst>
                <a:path w="2938" h="3088" extrusionOk="0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47"/>
            <p:cNvSpPr/>
            <p:nvPr/>
          </p:nvSpPr>
          <p:spPr>
            <a:xfrm>
              <a:off x="6655500" y="14189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47"/>
            <p:cNvSpPr/>
            <p:nvPr/>
          </p:nvSpPr>
          <p:spPr>
            <a:xfrm>
              <a:off x="6641425" y="1240875"/>
              <a:ext cx="206550" cy="104050"/>
            </a:xfrm>
            <a:custGeom>
              <a:avLst/>
              <a:gdLst/>
              <a:ahLst/>
              <a:cxnLst/>
              <a:rect l="l" t="t" r="r" b="b"/>
              <a:pathLst>
                <a:path w="8262" h="4162" extrusionOk="0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47"/>
            <p:cNvSpPr/>
            <p:nvPr/>
          </p:nvSpPr>
          <p:spPr>
            <a:xfrm>
              <a:off x="6499275" y="1245875"/>
              <a:ext cx="88450" cy="80000"/>
            </a:xfrm>
            <a:custGeom>
              <a:avLst/>
              <a:gdLst/>
              <a:ahLst/>
              <a:cxnLst/>
              <a:rect l="l" t="t" r="r" b="b"/>
              <a:pathLst>
                <a:path w="3538" h="3200" extrusionOk="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47"/>
            <p:cNvSpPr/>
            <p:nvPr/>
          </p:nvSpPr>
          <p:spPr>
            <a:xfrm>
              <a:off x="6443675" y="1272100"/>
              <a:ext cx="33125" cy="43775"/>
            </a:xfrm>
            <a:custGeom>
              <a:avLst/>
              <a:gdLst/>
              <a:ahLst/>
              <a:cxnLst/>
              <a:rect l="l" t="t" r="r" b="b"/>
              <a:pathLst>
                <a:path w="1325" h="1751" extrusionOk="0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7"/>
            <p:cNvSpPr/>
            <p:nvPr/>
          </p:nvSpPr>
          <p:spPr>
            <a:xfrm>
              <a:off x="6835450" y="1292100"/>
              <a:ext cx="31875" cy="31900"/>
            </a:xfrm>
            <a:custGeom>
              <a:avLst/>
              <a:gdLst/>
              <a:ahLst/>
              <a:cxnLst/>
              <a:rect l="l" t="t" r="r" b="b"/>
              <a:pathLst>
                <a:path w="1275" h="1276" extrusionOk="0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47"/>
            <p:cNvSpPr/>
            <p:nvPr/>
          </p:nvSpPr>
          <p:spPr>
            <a:xfrm>
              <a:off x="6713600" y="1274925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47"/>
            <p:cNvSpPr/>
            <p:nvPr/>
          </p:nvSpPr>
          <p:spPr>
            <a:xfrm>
              <a:off x="6777025" y="1376150"/>
              <a:ext cx="30650" cy="32525"/>
            </a:xfrm>
            <a:custGeom>
              <a:avLst/>
              <a:gdLst/>
              <a:ahLst/>
              <a:cxnLst/>
              <a:rect l="l" t="t" r="r" b="b"/>
              <a:pathLst>
                <a:path w="1226" h="1301" extrusionOk="0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7"/>
            <p:cNvSpPr/>
            <p:nvPr/>
          </p:nvSpPr>
          <p:spPr>
            <a:xfrm>
              <a:off x="6753275" y="1393325"/>
              <a:ext cx="5650" cy="9725"/>
            </a:xfrm>
            <a:custGeom>
              <a:avLst/>
              <a:gdLst/>
              <a:ahLst/>
              <a:cxnLst/>
              <a:rect l="l" t="t" r="r" b="b"/>
              <a:pathLst>
                <a:path w="226" h="389" extrusionOk="0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7"/>
            <p:cNvSpPr/>
            <p:nvPr/>
          </p:nvSpPr>
          <p:spPr>
            <a:xfrm>
              <a:off x="6617075" y="1363650"/>
              <a:ext cx="10000" cy="6900"/>
            </a:xfrm>
            <a:custGeom>
              <a:avLst/>
              <a:gdLst/>
              <a:ahLst/>
              <a:cxnLst/>
              <a:rect l="l" t="t" r="r" b="b"/>
              <a:pathLst>
                <a:path w="400" h="276" extrusionOk="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47"/>
            <p:cNvSpPr/>
            <p:nvPr/>
          </p:nvSpPr>
          <p:spPr>
            <a:xfrm>
              <a:off x="6611450" y="1234000"/>
              <a:ext cx="156850" cy="27525"/>
            </a:xfrm>
            <a:custGeom>
              <a:avLst/>
              <a:gdLst/>
              <a:ahLst/>
              <a:cxnLst/>
              <a:rect l="l" t="t" r="r" b="b"/>
              <a:pathLst>
                <a:path w="6274" h="1101" extrusionOk="0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47"/>
            <p:cNvSpPr/>
            <p:nvPr/>
          </p:nvSpPr>
          <p:spPr>
            <a:xfrm>
              <a:off x="6756400" y="1233675"/>
              <a:ext cx="33150" cy="30975"/>
            </a:xfrm>
            <a:custGeom>
              <a:avLst/>
              <a:gdLst/>
              <a:ahLst/>
              <a:cxnLst/>
              <a:rect l="l" t="t" r="r" b="b"/>
              <a:pathLst>
                <a:path w="1326" h="1239" extrusionOk="0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47"/>
            <p:cNvSpPr/>
            <p:nvPr/>
          </p:nvSpPr>
          <p:spPr>
            <a:xfrm>
              <a:off x="6761100" y="1291175"/>
              <a:ext cx="72800" cy="22525"/>
            </a:xfrm>
            <a:custGeom>
              <a:avLst/>
              <a:gdLst/>
              <a:ahLst/>
              <a:cxnLst/>
              <a:rect l="l" t="t" r="r" b="b"/>
              <a:pathLst>
                <a:path w="2912" h="901" extrusionOk="0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47"/>
            <p:cNvSpPr/>
            <p:nvPr/>
          </p:nvSpPr>
          <p:spPr>
            <a:xfrm>
              <a:off x="6762650" y="1296800"/>
              <a:ext cx="70325" cy="23450"/>
            </a:xfrm>
            <a:custGeom>
              <a:avLst/>
              <a:gdLst/>
              <a:ahLst/>
              <a:cxnLst/>
              <a:rect l="l" t="t" r="r" b="b"/>
              <a:pathLst>
                <a:path w="2813" h="938" extrusionOk="0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47"/>
            <p:cNvSpPr/>
            <p:nvPr/>
          </p:nvSpPr>
          <p:spPr>
            <a:xfrm>
              <a:off x="6662675" y="1249000"/>
              <a:ext cx="18150" cy="56875"/>
            </a:xfrm>
            <a:custGeom>
              <a:avLst/>
              <a:gdLst/>
              <a:ahLst/>
              <a:cxnLst/>
              <a:rect l="l" t="t" r="r" b="b"/>
              <a:pathLst>
                <a:path w="726" h="2275" extrusionOk="0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47"/>
            <p:cNvSpPr/>
            <p:nvPr/>
          </p:nvSpPr>
          <p:spPr>
            <a:xfrm>
              <a:off x="6669850" y="1250875"/>
              <a:ext cx="15975" cy="54375"/>
            </a:xfrm>
            <a:custGeom>
              <a:avLst/>
              <a:gdLst/>
              <a:ahLst/>
              <a:cxnLst/>
              <a:rect l="l" t="t" r="r" b="b"/>
              <a:pathLst>
                <a:path w="639" h="2175" extrusionOk="0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47"/>
            <p:cNvSpPr/>
            <p:nvPr/>
          </p:nvSpPr>
          <p:spPr>
            <a:xfrm>
              <a:off x="6330275" y="1310225"/>
              <a:ext cx="82800" cy="26900"/>
            </a:xfrm>
            <a:custGeom>
              <a:avLst/>
              <a:gdLst/>
              <a:ahLst/>
              <a:cxnLst/>
              <a:rect l="l" t="t" r="r" b="b"/>
              <a:pathLst>
                <a:path w="3312" h="1076" extrusionOk="0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47"/>
            <p:cNvSpPr/>
            <p:nvPr/>
          </p:nvSpPr>
          <p:spPr>
            <a:xfrm>
              <a:off x="6312450" y="1314900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47"/>
            <p:cNvSpPr/>
            <p:nvPr/>
          </p:nvSpPr>
          <p:spPr>
            <a:xfrm>
              <a:off x="6814825" y="1460800"/>
              <a:ext cx="199975" cy="551150"/>
            </a:xfrm>
            <a:custGeom>
              <a:avLst/>
              <a:gdLst/>
              <a:ahLst/>
              <a:cxnLst/>
              <a:rect l="l" t="t" r="r" b="b"/>
              <a:pathLst>
                <a:path w="7999" h="22046" extrusionOk="0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47"/>
            <p:cNvSpPr/>
            <p:nvPr/>
          </p:nvSpPr>
          <p:spPr>
            <a:xfrm>
              <a:off x="6715800" y="1465800"/>
              <a:ext cx="121550" cy="180925"/>
            </a:xfrm>
            <a:custGeom>
              <a:avLst/>
              <a:gdLst/>
              <a:ahLst/>
              <a:cxnLst/>
              <a:rect l="l" t="t" r="r" b="b"/>
              <a:pathLst>
                <a:path w="4862" h="7237" extrusionOk="0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47"/>
            <p:cNvSpPr/>
            <p:nvPr/>
          </p:nvSpPr>
          <p:spPr>
            <a:xfrm>
              <a:off x="6781700" y="1520175"/>
              <a:ext cx="77200" cy="73125"/>
            </a:xfrm>
            <a:custGeom>
              <a:avLst/>
              <a:gdLst/>
              <a:ahLst/>
              <a:cxnLst/>
              <a:rect l="l" t="t" r="r" b="b"/>
              <a:pathLst>
                <a:path w="3088" h="2925" extrusionOk="0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47"/>
            <p:cNvSpPr/>
            <p:nvPr/>
          </p:nvSpPr>
          <p:spPr>
            <a:xfrm>
              <a:off x="6787950" y="1566400"/>
              <a:ext cx="25" cy="350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47"/>
            <p:cNvSpPr/>
            <p:nvPr/>
          </p:nvSpPr>
          <p:spPr>
            <a:xfrm>
              <a:off x="6862300" y="1373950"/>
              <a:ext cx="104075" cy="206550"/>
            </a:xfrm>
            <a:custGeom>
              <a:avLst/>
              <a:gdLst/>
              <a:ahLst/>
              <a:cxnLst/>
              <a:rect l="l" t="t" r="r" b="b"/>
              <a:pathLst>
                <a:path w="4163" h="8262" extrusionOk="0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47"/>
            <p:cNvSpPr/>
            <p:nvPr/>
          </p:nvSpPr>
          <p:spPr>
            <a:xfrm>
              <a:off x="6879800" y="1634200"/>
              <a:ext cx="81575" cy="88450"/>
            </a:xfrm>
            <a:custGeom>
              <a:avLst/>
              <a:gdLst/>
              <a:ahLst/>
              <a:cxnLst/>
              <a:rect l="l" t="t" r="r" b="b"/>
              <a:pathLst>
                <a:path w="3263" h="3538" extrusionOk="0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47"/>
            <p:cNvSpPr/>
            <p:nvPr/>
          </p:nvSpPr>
          <p:spPr>
            <a:xfrm>
              <a:off x="6891050" y="1745425"/>
              <a:ext cx="44075" cy="33150"/>
            </a:xfrm>
            <a:custGeom>
              <a:avLst/>
              <a:gdLst/>
              <a:ahLst/>
              <a:cxnLst/>
              <a:rect l="l" t="t" r="r" b="b"/>
              <a:pathLst>
                <a:path w="1763" h="1326" extrusionOk="0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47"/>
            <p:cNvSpPr/>
            <p:nvPr/>
          </p:nvSpPr>
          <p:spPr>
            <a:xfrm>
              <a:off x="6882925" y="1354600"/>
              <a:ext cx="32200" cy="31875"/>
            </a:xfrm>
            <a:custGeom>
              <a:avLst/>
              <a:gdLst/>
              <a:ahLst/>
              <a:cxnLst/>
              <a:rect l="l" t="t" r="r" b="b"/>
              <a:pathLst>
                <a:path w="1288" h="1275" extrusionOk="0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47"/>
            <p:cNvSpPr/>
            <p:nvPr/>
          </p:nvSpPr>
          <p:spPr>
            <a:xfrm>
              <a:off x="6819200" y="143050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47"/>
            <p:cNvSpPr/>
            <p:nvPr/>
          </p:nvSpPr>
          <p:spPr>
            <a:xfrm>
              <a:off x="6798275" y="1413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47"/>
            <p:cNvSpPr/>
            <p:nvPr/>
          </p:nvSpPr>
          <p:spPr>
            <a:xfrm>
              <a:off x="6803900" y="1462675"/>
              <a:ext cx="10000" cy="5975"/>
            </a:xfrm>
            <a:custGeom>
              <a:avLst/>
              <a:gdLst/>
              <a:ahLst/>
              <a:cxnLst/>
              <a:rect l="l" t="t" r="r" b="b"/>
              <a:pathLst>
                <a:path w="400" h="239" extrusionOk="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47"/>
            <p:cNvSpPr/>
            <p:nvPr/>
          </p:nvSpPr>
          <p:spPr>
            <a:xfrm>
              <a:off x="6836375" y="1594850"/>
              <a:ext cx="7225" cy="10000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47"/>
            <p:cNvSpPr/>
            <p:nvPr/>
          </p:nvSpPr>
          <p:spPr>
            <a:xfrm>
              <a:off x="6945425" y="1453625"/>
              <a:ext cx="27825" cy="156850"/>
            </a:xfrm>
            <a:custGeom>
              <a:avLst/>
              <a:gdLst/>
              <a:ahLst/>
              <a:cxnLst/>
              <a:rect l="l" t="t" r="r" b="b"/>
              <a:pathLst>
                <a:path w="1113" h="6274" extrusionOk="0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47"/>
            <p:cNvSpPr/>
            <p:nvPr/>
          </p:nvSpPr>
          <p:spPr>
            <a:xfrm>
              <a:off x="6942300" y="1432375"/>
              <a:ext cx="30950" cy="33150"/>
            </a:xfrm>
            <a:custGeom>
              <a:avLst/>
              <a:gdLst/>
              <a:ahLst/>
              <a:cxnLst/>
              <a:rect l="l" t="t" r="r" b="b"/>
              <a:pathLst>
                <a:path w="1238" h="1326" extrusionOk="0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47"/>
            <p:cNvSpPr/>
            <p:nvPr/>
          </p:nvSpPr>
          <p:spPr>
            <a:xfrm>
              <a:off x="6893250" y="1388025"/>
              <a:ext cx="22500" cy="72800"/>
            </a:xfrm>
            <a:custGeom>
              <a:avLst/>
              <a:gdLst/>
              <a:ahLst/>
              <a:cxnLst/>
              <a:rect l="l" t="t" r="r" b="b"/>
              <a:pathLst>
                <a:path w="900" h="2912" extrusionOk="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47"/>
            <p:cNvSpPr/>
            <p:nvPr/>
          </p:nvSpPr>
          <p:spPr>
            <a:xfrm>
              <a:off x="6886375" y="1388950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47"/>
            <p:cNvSpPr/>
            <p:nvPr/>
          </p:nvSpPr>
          <p:spPr>
            <a:xfrm>
              <a:off x="6901375" y="1541100"/>
              <a:ext cx="56875" cy="18150"/>
            </a:xfrm>
            <a:custGeom>
              <a:avLst/>
              <a:gdLst/>
              <a:ahLst/>
              <a:cxnLst/>
              <a:rect l="l" t="t" r="r" b="b"/>
              <a:pathLst>
                <a:path w="2275" h="726" extrusionOk="0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47"/>
            <p:cNvSpPr/>
            <p:nvPr/>
          </p:nvSpPr>
          <p:spPr>
            <a:xfrm>
              <a:off x="6901675" y="1530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47"/>
            <p:cNvSpPr/>
            <p:nvPr/>
          </p:nvSpPr>
          <p:spPr>
            <a:xfrm>
              <a:off x="6869800" y="1808525"/>
              <a:ext cx="26900" cy="82825"/>
            </a:xfrm>
            <a:custGeom>
              <a:avLst/>
              <a:gdLst/>
              <a:ahLst/>
              <a:cxnLst/>
              <a:rect l="l" t="t" r="r" b="b"/>
              <a:pathLst>
                <a:path w="1076" h="3313" extrusionOk="0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47"/>
            <p:cNvSpPr/>
            <p:nvPr/>
          </p:nvSpPr>
          <p:spPr>
            <a:xfrm>
              <a:off x="6861050" y="1808525"/>
              <a:ext cx="30975" cy="100950"/>
            </a:xfrm>
            <a:custGeom>
              <a:avLst/>
              <a:gdLst/>
              <a:ahLst/>
              <a:cxnLst/>
              <a:rect l="l" t="t" r="r" b="b"/>
              <a:pathLst>
                <a:path w="1239" h="4038" extrusionOk="0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47"/>
            <p:cNvSpPr/>
            <p:nvPr/>
          </p:nvSpPr>
          <p:spPr>
            <a:xfrm>
              <a:off x="6704850" y="1496125"/>
              <a:ext cx="8475" cy="8125"/>
            </a:xfrm>
            <a:custGeom>
              <a:avLst/>
              <a:gdLst/>
              <a:ahLst/>
              <a:cxnLst/>
              <a:rect l="l" t="t" r="r" b="b"/>
              <a:pathLst>
                <a:path w="339" h="325" extrusionOk="0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47"/>
            <p:cNvSpPr/>
            <p:nvPr/>
          </p:nvSpPr>
          <p:spPr>
            <a:xfrm>
              <a:off x="6648000" y="1496125"/>
              <a:ext cx="59075" cy="15000"/>
            </a:xfrm>
            <a:custGeom>
              <a:avLst/>
              <a:gdLst/>
              <a:ahLst/>
              <a:cxnLst/>
              <a:rect l="l" t="t" r="r" b="b"/>
              <a:pathLst>
                <a:path w="2363" h="600" extrusionOk="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47"/>
            <p:cNvSpPr/>
            <p:nvPr/>
          </p:nvSpPr>
          <p:spPr>
            <a:xfrm>
              <a:off x="6648000" y="1501125"/>
              <a:ext cx="25325" cy="17200"/>
            </a:xfrm>
            <a:custGeom>
              <a:avLst/>
              <a:gdLst/>
              <a:ahLst/>
              <a:cxnLst/>
              <a:rect l="l" t="t" r="r" b="b"/>
              <a:pathLst>
                <a:path w="1013" h="688" extrusionOk="0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47"/>
            <p:cNvSpPr/>
            <p:nvPr/>
          </p:nvSpPr>
          <p:spPr>
            <a:xfrm>
              <a:off x="6687050" y="1501125"/>
              <a:ext cx="26575" cy="55300"/>
            </a:xfrm>
            <a:custGeom>
              <a:avLst/>
              <a:gdLst/>
              <a:ahLst/>
              <a:cxnLst/>
              <a:rect l="l" t="t" r="r" b="b"/>
              <a:pathLst>
                <a:path w="1063" h="2212" extrusionOk="0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47"/>
            <p:cNvSpPr/>
            <p:nvPr/>
          </p:nvSpPr>
          <p:spPr>
            <a:xfrm>
              <a:off x="6686100" y="1522975"/>
              <a:ext cx="17225" cy="34700"/>
            </a:xfrm>
            <a:custGeom>
              <a:avLst/>
              <a:gdLst/>
              <a:ahLst/>
              <a:cxnLst/>
              <a:rect l="l" t="t" r="r" b="b"/>
              <a:pathLst>
                <a:path w="689" h="1388" extrusionOk="0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47"/>
            <p:cNvSpPr/>
            <p:nvPr/>
          </p:nvSpPr>
          <p:spPr>
            <a:xfrm>
              <a:off x="6669850" y="1521425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47"/>
            <p:cNvSpPr/>
            <p:nvPr/>
          </p:nvSpPr>
          <p:spPr>
            <a:xfrm>
              <a:off x="6668925" y="1512975"/>
              <a:ext cx="15650" cy="19100"/>
            </a:xfrm>
            <a:custGeom>
              <a:avLst/>
              <a:gdLst/>
              <a:ahLst/>
              <a:cxnLst/>
              <a:rect l="l" t="t" r="r" b="b"/>
              <a:pathLst>
                <a:path w="626" h="764" extrusionOk="0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47"/>
            <p:cNvSpPr/>
            <p:nvPr/>
          </p:nvSpPr>
          <p:spPr>
            <a:xfrm>
              <a:off x="6665800" y="151330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47"/>
            <p:cNvSpPr/>
            <p:nvPr/>
          </p:nvSpPr>
          <p:spPr>
            <a:xfrm>
              <a:off x="6645800" y="1528925"/>
              <a:ext cx="28775" cy="23450"/>
            </a:xfrm>
            <a:custGeom>
              <a:avLst/>
              <a:gdLst/>
              <a:ahLst/>
              <a:cxnLst/>
              <a:rect l="l" t="t" r="r" b="b"/>
              <a:pathLst>
                <a:path w="1151" h="938" extrusionOk="0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47"/>
            <p:cNvSpPr/>
            <p:nvPr/>
          </p:nvSpPr>
          <p:spPr>
            <a:xfrm>
              <a:off x="6217175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47"/>
            <p:cNvSpPr/>
            <p:nvPr/>
          </p:nvSpPr>
          <p:spPr>
            <a:xfrm>
              <a:off x="6582375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47"/>
            <p:cNvSpPr/>
            <p:nvPr/>
          </p:nvSpPr>
          <p:spPr>
            <a:xfrm>
              <a:off x="6636125" y="4276625"/>
              <a:ext cx="72825" cy="77200"/>
            </a:xfrm>
            <a:custGeom>
              <a:avLst/>
              <a:gdLst/>
              <a:ahLst/>
              <a:cxnLst/>
              <a:rect l="l" t="t" r="r" b="b"/>
              <a:pathLst>
                <a:path w="2913" h="3088" extrusionOk="0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47"/>
            <p:cNvSpPr/>
            <p:nvPr/>
          </p:nvSpPr>
          <p:spPr>
            <a:xfrm>
              <a:off x="6662675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47"/>
            <p:cNvSpPr/>
            <p:nvPr/>
          </p:nvSpPr>
          <p:spPr>
            <a:xfrm>
              <a:off x="6648925" y="4357225"/>
              <a:ext cx="206550" cy="103750"/>
            </a:xfrm>
            <a:custGeom>
              <a:avLst/>
              <a:gdLst/>
              <a:ahLst/>
              <a:cxnLst/>
              <a:rect l="l" t="t" r="r" b="b"/>
              <a:pathLst>
                <a:path w="8262" h="4150" extrusionOk="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47"/>
            <p:cNvSpPr/>
            <p:nvPr/>
          </p:nvSpPr>
          <p:spPr>
            <a:xfrm>
              <a:off x="6506475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47"/>
            <p:cNvSpPr/>
            <p:nvPr/>
          </p:nvSpPr>
          <p:spPr>
            <a:xfrm>
              <a:off x="6450850" y="4386300"/>
              <a:ext cx="33150" cy="43450"/>
            </a:xfrm>
            <a:custGeom>
              <a:avLst/>
              <a:gdLst/>
              <a:ahLst/>
              <a:cxnLst/>
              <a:rect l="l" t="t" r="r" b="b"/>
              <a:pathLst>
                <a:path w="1326" h="1738" extrusionOk="0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47"/>
            <p:cNvSpPr/>
            <p:nvPr/>
          </p:nvSpPr>
          <p:spPr>
            <a:xfrm>
              <a:off x="684262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47"/>
            <p:cNvSpPr/>
            <p:nvPr/>
          </p:nvSpPr>
          <p:spPr>
            <a:xfrm>
              <a:off x="67207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47"/>
            <p:cNvSpPr/>
            <p:nvPr/>
          </p:nvSpPr>
          <p:spPr>
            <a:xfrm>
              <a:off x="6784200" y="4293200"/>
              <a:ext cx="30650" cy="32500"/>
            </a:xfrm>
            <a:custGeom>
              <a:avLst/>
              <a:gdLst/>
              <a:ahLst/>
              <a:cxnLst/>
              <a:rect l="l" t="t" r="r" b="b"/>
              <a:pathLst>
                <a:path w="1226" h="1300" extrusionOk="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47"/>
            <p:cNvSpPr/>
            <p:nvPr/>
          </p:nvSpPr>
          <p:spPr>
            <a:xfrm>
              <a:off x="67607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47"/>
            <p:cNvSpPr/>
            <p:nvPr/>
          </p:nvSpPr>
          <p:spPr>
            <a:xfrm>
              <a:off x="6624250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47"/>
            <p:cNvSpPr/>
            <p:nvPr/>
          </p:nvSpPr>
          <p:spPr>
            <a:xfrm>
              <a:off x="66186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47"/>
            <p:cNvSpPr/>
            <p:nvPr/>
          </p:nvSpPr>
          <p:spPr>
            <a:xfrm>
              <a:off x="6763900" y="4437225"/>
              <a:ext cx="32825" cy="31250"/>
            </a:xfrm>
            <a:custGeom>
              <a:avLst/>
              <a:gdLst/>
              <a:ahLst/>
              <a:cxnLst/>
              <a:rect l="l" t="t" r="r" b="b"/>
              <a:pathLst>
                <a:path w="1313" h="1250" extrusionOk="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47"/>
            <p:cNvSpPr/>
            <p:nvPr/>
          </p:nvSpPr>
          <p:spPr>
            <a:xfrm>
              <a:off x="6768275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47"/>
            <p:cNvSpPr/>
            <p:nvPr/>
          </p:nvSpPr>
          <p:spPr>
            <a:xfrm>
              <a:off x="6769525" y="4381600"/>
              <a:ext cx="70625" cy="23450"/>
            </a:xfrm>
            <a:custGeom>
              <a:avLst/>
              <a:gdLst/>
              <a:ahLst/>
              <a:cxnLst/>
              <a:rect l="l" t="t" r="r" b="b"/>
              <a:pathLst>
                <a:path w="2825" h="938" extrusionOk="0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47"/>
            <p:cNvSpPr/>
            <p:nvPr/>
          </p:nvSpPr>
          <p:spPr>
            <a:xfrm>
              <a:off x="666985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47"/>
            <p:cNvSpPr/>
            <p:nvPr/>
          </p:nvSpPr>
          <p:spPr>
            <a:xfrm>
              <a:off x="6677050" y="4396600"/>
              <a:ext cx="16275" cy="54375"/>
            </a:xfrm>
            <a:custGeom>
              <a:avLst/>
              <a:gdLst/>
              <a:ahLst/>
              <a:cxnLst/>
              <a:rect l="l" t="t" r="r" b="b"/>
              <a:pathLst>
                <a:path w="651" h="2175" extrusionOk="0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47"/>
            <p:cNvSpPr/>
            <p:nvPr/>
          </p:nvSpPr>
          <p:spPr>
            <a:xfrm>
              <a:off x="6337750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47"/>
            <p:cNvSpPr/>
            <p:nvPr/>
          </p:nvSpPr>
          <p:spPr>
            <a:xfrm>
              <a:off x="6319650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47"/>
            <p:cNvSpPr/>
            <p:nvPr/>
          </p:nvSpPr>
          <p:spPr>
            <a:xfrm>
              <a:off x="68223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47"/>
            <p:cNvSpPr/>
            <p:nvPr/>
          </p:nvSpPr>
          <p:spPr>
            <a:xfrm>
              <a:off x="6723275" y="4055125"/>
              <a:ext cx="121250" cy="180925"/>
            </a:xfrm>
            <a:custGeom>
              <a:avLst/>
              <a:gdLst/>
              <a:ahLst/>
              <a:cxnLst/>
              <a:rect l="l" t="t" r="r" b="b"/>
              <a:pathLst>
                <a:path w="4850" h="7237" extrusionOk="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47"/>
            <p:cNvSpPr/>
            <p:nvPr/>
          </p:nvSpPr>
          <p:spPr>
            <a:xfrm>
              <a:off x="67892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47"/>
            <p:cNvSpPr/>
            <p:nvPr/>
          </p:nvSpPr>
          <p:spPr>
            <a:xfrm>
              <a:off x="6795150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47"/>
            <p:cNvSpPr/>
            <p:nvPr/>
          </p:nvSpPr>
          <p:spPr>
            <a:xfrm>
              <a:off x="6869500" y="4121350"/>
              <a:ext cx="104050" cy="206550"/>
            </a:xfrm>
            <a:custGeom>
              <a:avLst/>
              <a:gdLst/>
              <a:ahLst/>
              <a:cxnLst/>
              <a:rect l="l" t="t" r="r" b="b"/>
              <a:pathLst>
                <a:path w="4162" h="8262" extrusionOk="0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47"/>
            <p:cNvSpPr/>
            <p:nvPr/>
          </p:nvSpPr>
          <p:spPr>
            <a:xfrm>
              <a:off x="6887000" y="3978900"/>
              <a:ext cx="81875" cy="88750"/>
            </a:xfrm>
            <a:custGeom>
              <a:avLst/>
              <a:gdLst/>
              <a:ahLst/>
              <a:cxnLst/>
              <a:rect l="l" t="t" r="r" b="b"/>
              <a:pathLst>
                <a:path w="3275" h="3550" extrusionOk="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47"/>
            <p:cNvSpPr/>
            <p:nvPr/>
          </p:nvSpPr>
          <p:spPr>
            <a:xfrm>
              <a:off x="6898550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47"/>
            <p:cNvSpPr/>
            <p:nvPr/>
          </p:nvSpPr>
          <p:spPr>
            <a:xfrm>
              <a:off x="6890425" y="4315375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47"/>
            <p:cNvSpPr/>
            <p:nvPr/>
          </p:nvSpPr>
          <p:spPr>
            <a:xfrm>
              <a:off x="6826375" y="4193850"/>
              <a:ext cx="112825" cy="77500"/>
            </a:xfrm>
            <a:custGeom>
              <a:avLst/>
              <a:gdLst/>
              <a:ahLst/>
              <a:cxnLst/>
              <a:rect l="l" t="t" r="r" b="b"/>
              <a:pathLst>
                <a:path w="4513" h="3100" extrusionOk="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47"/>
            <p:cNvSpPr/>
            <p:nvPr/>
          </p:nvSpPr>
          <p:spPr>
            <a:xfrm>
              <a:off x="6805775" y="4256950"/>
              <a:ext cx="32500" cy="30950"/>
            </a:xfrm>
            <a:custGeom>
              <a:avLst/>
              <a:gdLst/>
              <a:ahLst/>
              <a:cxnLst/>
              <a:rect l="l" t="t" r="r" b="b"/>
              <a:pathLst>
                <a:path w="1300" h="1238" extrusionOk="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47"/>
            <p:cNvSpPr/>
            <p:nvPr/>
          </p:nvSpPr>
          <p:spPr>
            <a:xfrm>
              <a:off x="6811400" y="4233200"/>
              <a:ext cx="9700" cy="5975"/>
            </a:xfrm>
            <a:custGeom>
              <a:avLst/>
              <a:gdLst/>
              <a:ahLst/>
              <a:cxnLst/>
              <a:rect l="l" t="t" r="r" b="b"/>
              <a:pathLst>
                <a:path w="388" h="239" extrusionOk="0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47"/>
            <p:cNvSpPr/>
            <p:nvPr/>
          </p:nvSpPr>
          <p:spPr>
            <a:xfrm>
              <a:off x="684387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47"/>
            <p:cNvSpPr/>
            <p:nvPr/>
          </p:nvSpPr>
          <p:spPr>
            <a:xfrm>
              <a:off x="6952925" y="4091375"/>
              <a:ext cx="27500" cy="156850"/>
            </a:xfrm>
            <a:custGeom>
              <a:avLst/>
              <a:gdLst/>
              <a:ahLst/>
              <a:cxnLst/>
              <a:rect l="l" t="t" r="r" b="b"/>
              <a:pathLst>
                <a:path w="1100" h="6274" extrusionOk="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47"/>
            <p:cNvSpPr/>
            <p:nvPr/>
          </p:nvSpPr>
          <p:spPr>
            <a:xfrm>
              <a:off x="6949475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47"/>
            <p:cNvSpPr/>
            <p:nvPr/>
          </p:nvSpPr>
          <p:spPr>
            <a:xfrm>
              <a:off x="6900425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47"/>
            <p:cNvSpPr/>
            <p:nvPr/>
          </p:nvSpPr>
          <p:spPr>
            <a:xfrm>
              <a:off x="68938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47"/>
            <p:cNvSpPr/>
            <p:nvPr/>
          </p:nvSpPr>
          <p:spPr>
            <a:xfrm>
              <a:off x="6908850" y="4142600"/>
              <a:ext cx="56575" cy="17850"/>
            </a:xfrm>
            <a:custGeom>
              <a:avLst/>
              <a:gdLst/>
              <a:ahLst/>
              <a:cxnLst/>
              <a:rect l="l" t="t" r="r" b="b"/>
              <a:pathLst>
                <a:path w="2263" h="714" extrusionOk="0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47"/>
            <p:cNvSpPr/>
            <p:nvPr/>
          </p:nvSpPr>
          <p:spPr>
            <a:xfrm>
              <a:off x="69091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47"/>
            <p:cNvSpPr/>
            <p:nvPr/>
          </p:nvSpPr>
          <p:spPr>
            <a:xfrm>
              <a:off x="6877300" y="3810500"/>
              <a:ext cx="26600" cy="82825"/>
            </a:xfrm>
            <a:custGeom>
              <a:avLst/>
              <a:gdLst/>
              <a:ahLst/>
              <a:cxnLst/>
              <a:rect l="l" t="t" r="r" b="b"/>
              <a:pathLst>
                <a:path w="1064" h="3313" extrusionOk="0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47"/>
            <p:cNvSpPr/>
            <p:nvPr/>
          </p:nvSpPr>
          <p:spPr>
            <a:xfrm>
              <a:off x="6868550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47"/>
            <p:cNvSpPr/>
            <p:nvPr/>
          </p:nvSpPr>
          <p:spPr>
            <a:xfrm>
              <a:off x="6712050" y="4197600"/>
              <a:ext cx="8450" cy="8150"/>
            </a:xfrm>
            <a:custGeom>
              <a:avLst/>
              <a:gdLst/>
              <a:ahLst/>
              <a:cxnLst/>
              <a:rect l="l" t="t" r="r" b="b"/>
              <a:pathLst>
                <a:path w="338" h="326" extrusionOk="0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47"/>
            <p:cNvSpPr/>
            <p:nvPr/>
          </p:nvSpPr>
          <p:spPr>
            <a:xfrm>
              <a:off x="6655500" y="4190725"/>
              <a:ext cx="58750" cy="15025"/>
            </a:xfrm>
            <a:custGeom>
              <a:avLst/>
              <a:gdLst/>
              <a:ahLst/>
              <a:cxnLst/>
              <a:rect l="l" t="t" r="r" b="b"/>
              <a:pathLst>
                <a:path w="2350" h="601" extrusionOk="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47"/>
            <p:cNvSpPr/>
            <p:nvPr/>
          </p:nvSpPr>
          <p:spPr>
            <a:xfrm>
              <a:off x="6655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47"/>
            <p:cNvSpPr/>
            <p:nvPr/>
          </p:nvSpPr>
          <p:spPr>
            <a:xfrm>
              <a:off x="6694550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47"/>
            <p:cNvSpPr/>
            <p:nvPr/>
          </p:nvSpPr>
          <p:spPr>
            <a:xfrm>
              <a:off x="66936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47"/>
            <p:cNvSpPr/>
            <p:nvPr/>
          </p:nvSpPr>
          <p:spPr>
            <a:xfrm>
              <a:off x="6676725" y="4169150"/>
              <a:ext cx="22850" cy="11275"/>
            </a:xfrm>
            <a:custGeom>
              <a:avLst/>
              <a:gdLst/>
              <a:ahLst/>
              <a:cxnLst/>
              <a:rect l="l" t="t" r="r" b="b"/>
              <a:pathLst>
                <a:path w="914" h="451" extrusionOk="0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47"/>
            <p:cNvSpPr/>
            <p:nvPr/>
          </p:nvSpPr>
          <p:spPr>
            <a:xfrm>
              <a:off x="6675800" y="4169150"/>
              <a:ext cx="16275" cy="19725"/>
            </a:xfrm>
            <a:custGeom>
              <a:avLst/>
              <a:gdLst/>
              <a:ahLst/>
              <a:cxnLst/>
              <a:rect l="l" t="t" r="r" b="b"/>
              <a:pathLst>
                <a:path w="651" h="789" extrusionOk="0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47"/>
            <p:cNvSpPr/>
            <p:nvPr/>
          </p:nvSpPr>
          <p:spPr>
            <a:xfrm>
              <a:off x="6672975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47"/>
            <p:cNvSpPr/>
            <p:nvPr/>
          </p:nvSpPr>
          <p:spPr>
            <a:xfrm>
              <a:off x="665300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47"/>
            <p:cNvSpPr/>
            <p:nvPr/>
          </p:nvSpPr>
          <p:spPr>
            <a:xfrm>
              <a:off x="846700" y="4309125"/>
              <a:ext cx="551125" cy="190600"/>
            </a:xfrm>
            <a:custGeom>
              <a:avLst/>
              <a:gdLst/>
              <a:ahLst/>
              <a:cxnLst/>
              <a:rect l="l" t="t" r="r" b="b"/>
              <a:pathLst>
                <a:path w="22045" h="7624" extrusionOk="0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47"/>
            <p:cNvSpPr/>
            <p:nvPr/>
          </p:nvSpPr>
          <p:spPr>
            <a:xfrm>
              <a:off x="851700" y="4210725"/>
              <a:ext cx="180925" cy="121225"/>
            </a:xfrm>
            <a:custGeom>
              <a:avLst/>
              <a:gdLst/>
              <a:ahLst/>
              <a:cxnLst/>
              <a:rect l="l" t="t" r="r" b="b"/>
              <a:pathLst>
                <a:path w="7237" h="4849" extrusionOk="0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47"/>
            <p:cNvSpPr/>
            <p:nvPr/>
          </p:nvSpPr>
          <p:spPr>
            <a:xfrm>
              <a:off x="905750" y="4276625"/>
              <a:ext cx="73125" cy="77200"/>
            </a:xfrm>
            <a:custGeom>
              <a:avLst/>
              <a:gdLst/>
              <a:ahLst/>
              <a:cxnLst/>
              <a:rect l="l" t="t" r="r" b="b"/>
              <a:pathLst>
                <a:path w="2925" h="3088" extrusionOk="0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47"/>
            <p:cNvSpPr/>
            <p:nvPr/>
          </p:nvSpPr>
          <p:spPr>
            <a:xfrm>
              <a:off x="952300" y="42825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47"/>
            <p:cNvSpPr/>
            <p:nvPr/>
          </p:nvSpPr>
          <p:spPr>
            <a:xfrm>
              <a:off x="759550" y="4357225"/>
              <a:ext cx="206825" cy="103750"/>
            </a:xfrm>
            <a:custGeom>
              <a:avLst/>
              <a:gdLst/>
              <a:ahLst/>
              <a:cxnLst/>
              <a:rect l="l" t="t" r="r" b="b"/>
              <a:pathLst>
                <a:path w="8273" h="4150" extrusionOk="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47"/>
            <p:cNvSpPr/>
            <p:nvPr/>
          </p:nvSpPr>
          <p:spPr>
            <a:xfrm>
              <a:off x="1020100" y="4375975"/>
              <a:ext cx="88425" cy="80000"/>
            </a:xfrm>
            <a:custGeom>
              <a:avLst/>
              <a:gdLst/>
              <a:ahLst/>
              <a:cxnLst/>
              <a:rect l="l" t="t" r="r" b="b"/>
              <a:pathLst>
                <a:path w="3537" h="3200" extrusionOk="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47"/>
            <p:cNvSpPr/>
            <p:nvPr/>
          </p:nvSpPr>
          <p:spPr>
            <a:xfrm>
              <a:off x="1130700" y="4386300"/>
              <a:ext cx="33450" cy="43450"/>
            </a:xfrm>
            <a:custGeom>
              <a:avLst/>
              <a:gdLst/>
              <a:ahLst/>
              <a:cxnLst/>
              <a:rect l="l" t="t" r="r" b="b"/>
              <a:pathLst>
                <a:path w="1338" h="1738" extrusionOk="0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47"/>
            <p:cNvSpPr/>
            <p:nvPr/>
          </p:nvSpPr>
          <p:spPr>
            <a:xfrm>
              <a:off x="740475" y="4377850"/>
              <a:ext cx="31900" cy="31900"/>
            </a:xfrm>
            <a:custGeom>
              <a:avLst/>
              <a:gdLst/>
              <a:ahLst/>
              <a:cxnLst/>
              <a:rect l="l" t="t" r="r" b="b"/>
              <a:pathLst>
                <a:path w="1276" h="1276" extrusionOk="0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47"/>
            <p:cNvSpPr/>
            <p:nvPr/>
          </p:nvSpPr>
          <p:spPr>
            <a:xfrm>
              <a:off x="816075" y="4313800"/>
              <a:ext cx="77825" cy="113125"/>
            </a:xfrm>
            <a:custGeom>
              <a:avLst/>
              <a:gdLst/>
              <a:ahLst/>
              <a:cxnLst/>
              <a:rect l="l" t="t" r="r" b="b"/>
              <a:pathLst>
                <a:path w="3113" h="4525" extrusionOk="0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47"/>
            <p:cNvSpPr/>
            <p:nvPr/>
          </p:nvSpPr>
          <p:spPr>
            <a:xfrm>
              <a:off x="799850" y="4293200"/>
              <a:ext cx="30950" cy="32500"/>
            </a:xfrm>
            <a:custGeom>
              <a:avLst/>
              <a:gdLst/>
              <a:ahLst/>
              <a:cxnLst/>
              <a:rect l="l" t="t" r="r" b="b"/>
              <a:pathLst>
                <a:path w="1238" h="1300" extrusionOk="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47"/>
            <p:cNvSpPr/>
            <p:nvPr/>
          </p:nvSpPr>
          <p:spPr>
            <a:xfrm>
              <a:off x="848575" y="4298825"/>
              <a:ext cx="5650" cy="9375"/>
            </a:xfrm>
            <a:custGeom>
              <a:avLst/>
              <a:gdLst/>
              <a:ahLst/>
              <a:cxnLst/>
              <a:rect l="l" t="t" r="r" b="b"/>
              <a:pathLst>
                <a:path w="226" h="375" extrusionOk="0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47"/>
            <p:cNvSpPr/>
            <p:nvPr/>
          </p:nvSpPr>
          <p:spPr>
            <a:xfrm>
              <a:off x="980725" y="4331300"/>
              <a:ext cx="10025" cy="6900"/>
            </a:xfrm>
            <a:custGeom>
              <a:avLst/>
              <a:gdLst/>
              <a:ahLst/>
              <a:cxnLst/>
              <a:rect l="l" t="t" r="r" b="b"/>
              <a:pathLst>
                <a:path w="401" h="276" extrusionOk="0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47"/>
            <p:cNvSpPr/>
            <p:nvPr/>
          </p:nvSpPr>
          <p:spPr>
            <a:xfrm>
              <a:off x="839525" y="4440350"/>
              <a:ext cx="156850" cy="27825"/>
            </a:xfrm>
            <a:custGeom>
              <a:avLst/>
              <a:gdLst/>
              <a:ahLst/>
              <a:cxnLst/>
              <a:rect l="l" t="t" r="r" b="b"/>
              <a:pathLst>
                <a:path w="6274" h="1113" extrusionOk="0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47"/>
            <p:cNvSpPr/>
            <p:nvPr/>
          </p:nvSpPr>
          <p:spPr>
            <a:xfrm>
              <a:off x="817950" y="4437225"/>
              <a:ext cx="33150" cy="31250"/>
            </a:xfrm>
            <a:custGeom>
              <a:avLst/>
              <a:gdLst/>
              <a:ahLst/>
              <a:cxnLst/>
              <a:rect l="l" t="t" r="r" b="b"/>
              <a:pathLst>
                <a:path w="1326" h="1250" extrusionOk="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47"/>
            <p:cNvSpPr/>
            <p:nvPr/>
          </p:nvSpPr>
          <p:spPr>
            <a:xfrm>
              <a:off x="773900" y="4388175"/>
              <a:ext cx="72825" cy="22500"/>
            </a:xfrm>
            <a:custGeom>
              <a:avLst/>
              <a:gdLst/>
              <a:ahLst/>
              <a:cxnLst/>
              <a:rect l="l" t="t" r="r" b="b"/>
              <a:pathLst>
                <a:path w="2913" h="900" extrusionOk="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47"/>
            <p:cNvSpPr/>
            <p:nvPr/>
          </p:nvSpPr>
          <p:spPr>
            <a:xfrm>
              <a:off x="774525" y="4381600"/>
              <a:ext cx="70650" cy="23450"/>
            </a:xfrm>
            <a:custGeom>
              <a:avLst/>
              <a:gdLst/>
              <a:ahLst/>
              <a:cxnLst/>
              <a:rect l="l" t="t" r="r" b="b"/>
              <a:pathLst>
                <a:path w="2826" h="938" extrusionOk="0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47"/>
            <p:cNvSpPr/>
            <p:nvPr/>
          </p:nvSpPr>
          <p:spPr>
            <a:xfrm>
              <a:off x="927300" y="4396600"/>
              <a:ext cx="17850" cy="55950"/>
            </a:xfrm>
            <a:custGeom>
              <a:avLst/>
              <a:gdLst/>
              <a:ahLst/>
              <a:cxnLst/>
              <a:rect l="l" t="t" r="r" b="b"/>
              <a:pathLst>
                <a:path w="714" h="2238" extrusionOk="0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47"/>
            <p:cNvSpPr/>
            <p:nvPr/>
          </p:nvSpPr>
          <p:spPr>
            <a:xfrm>
              <a:off x="922000" y="4396600"/>
              <a:ext cx="15950" cy="54375"/>
            </a:xfrm>
            <a:custGeom>
              <a:avLst/>
              <a:gdLst/>
              <a:ahLst/>
              <a:cxnLst/>
              <a:rect l="l" t="t" r="r" b="b"/>
              <a:pathLst>
                <a:path w="638" h="2175" extrusionOk="0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47"/>
            <p:cNvSpPr/>
            <p:nvPr/>
          </p:nvSpPr>
          <p:spPr>
            <a:xfrm>
              <a:off x="1194425" y="4364725"/>
              <a:ext cx="82825" cy="26900"/>
            </a:xfrm>
            <a:custGeom>
              <a:avLst/>
              <a:gdLst/>
              <a:ahLst/>
              <a:cxnLst/>
              <a:rect l="l" t="t" r="r" b="b"/>
              <a:pathLst>
                <a:path w="3313" h="1076" extrusionOk="0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47"/>
            <p:cNvSpPr/>
            <p:nvPr/>
          </p:nvSpPr>
          <p:spPr>
            <a:xfrm>
              <a:off x="1194425" y="4355975"/>
              <a:ext cx="100625" cy="30975"/>
            </a:xfrm>
            <a:custGeom>
              <a:avLst/>
              <a:gdLst/>
              <a:ahLst/>
              <a:cxnLst/>
              <a:rect l="l" t="t" r="r" b="b"/>
              <a:pathLst>
                <a:path w="4025" h="1239" extrusionOk="0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47"/>
            <p:cNvSpPr/>
            <p:nvPr/>
          </p:nvSpPr>
          <p:spPr>
            <a:xfrm>
              <a:off x="593025" y="3689900"/>
              <a:ext cx="199650" cy="551150"/>
            </a:xfrm>
            <a:custGeom>
              <a:avLst/>
              <a:gdLst/>
              <a:ahLst/>
              <a:cxnLst/>
              <a:rect l="l" t="t" r="r" b="b"/>
              <a:pathLst>
                <a:path w="7986" h="22046" extrusionOk="0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47"/>
            <p:cNvSpPr/>
            <p:nvPr/>
          </p:nvSpPr>
          <p:spPr>
            <a:xfrm>
              <a:off x="770150" y="4055125"/>
              <a:ext cx="121575" cy="180925"/>
            </a:xfrm>
            <a:custGeom>
              <a:avLst/>
              <a:gdLst/>
              <a:ahLst/>
              <a:cxnLst/>
              <a:rect l="l" t="t" r="r" b="b"/>
              <a:pathLst>
                <a:path w="4863" h="7237" extrusionOk="0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47"/>
            <p:cNvSpPr/>
            <p:nvPr/>
          </p:nvSpPr>
          <p:spPr>
            <a:xfrm>
              <a:off x="748600" y="4108250"/>
              <a:ext cx="77200" cy="73425"/>
            </a:xfrm>
            <a:custGeom>
              <a:avLst/>
              <a:gdLst/>
              <a:ahLst/>
              <a:cxnLst/>
              <a:rect l="l" t="t" r="r" b="b"/>
              <a:pathLst>
                <a:path w="3088" h="2937" extrusionOk="0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47"/>
            <p:cNvSpPr/>
            <p:nvPr/>
          </p:nvSpPr>
          <p:spPr>
            <a:xfrm>
              <a:off x="819525" y="4135100"/>
              <a:ext cx="325" cy="350"/>
            </a:xfrm>
            <a:custGeom>
              <a:avLst/>
              <a:gdLst/>
              <a:ahLst/>
              <a:cxnLst/>
              <a:rect l="l" t="t" r="r" b="b"/>
              <a:pathLst>
                <a:path w="13" h="14" extrusionOk="0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47"/>
            <p:cNvSpPr/>
            <p:nvPr/>
          </p:nvSpPr>
          <p:spPr>
            <a:xfrm>
              <a:off x="641450" y="4121350"/>
              <a:ext cx="103750" cy="206550"/>
            </a:xfrm>
            <a:custGeom>
              <a:avLst/>
              <a:gdLst/>
              <a:ahLst/>
              <a:cxnLst/>
              <a:rect l="l" t="t" r="r" b="b"/>
              <a:pathLst>
                <a:path w="4150" h="8262" extrusionOk="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47"/>
            <p:cNvSpPr/>
            <p:nvPr/>
          </p:nvSpPr>
          <p:spPr>
            <a:xfrm>
              <a:off x="646450" y="3978900"/>
              <a:ext cx="81250" cy="88750"/>
            </a:xfrm>
            <a:custGeom>
              <a:avLst/>
              <a:gdLst/>
              <a:ahLst/>
              <a:cxnLst/>
              <a:rect l="l" t="t" r="r" b="b"/>
              <a:pathLst>
                <a:path w="3250" h="3550" extrusionOk="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47"/>
            <p:cNvSpPr/>
            <p:nvPr/>
          </p:nvSpPr>
          <p:spPr>
            <a:xfrm>
              <a:off x="672675" y="3923300"/>
              <a:ext cx="43775" cy="33450"/>
            </a:xfrm>
            <a:custGeom>
              <a:avLst/>
              <a:gdLst/>
              <a:ahLst/>
              <a:cxnLst/>
              <a:rect l="l" t="t" r="r" b="b"/>
              <a:pathLst>
                <a:path w="1751" h="1338" extrusionOk="0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47"/>
            <p:cNvSpPr/>
            <p:nvPr/>
          </p:nvSpPr>
          <p:spPr>
            <a:xfrm>
              <a:off x="692375" y="4315375"/>
              <a:ext cx="32200" cy="31900"/>
            </a:xfrm>
            <a:custGeom>
              <a:avLst/>
              <a:gdLst/>
              <a:ahLst/>
              <a:cxnLst/>
              <a:rect l="l" t="t" r="r" b="b"/>
              <a:pathLst>
                <a:path w="1288" h="1276" extrusionOk="0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47"/>
            <p:cNvSpPr/>
            <p:nvPr/>
          </p:nvSpPr>
          <p:spPr>
            <a:xfrm>
              <a:off x="675500" y="4193850"/>
              <a:ext cx="113125" cy="77500"/>
            </a:xfrm>
            <a:custGeom>
              <a:avLst/>
              <a:gdLst/>
              <a:ahLst/>
              <a:cxnLst/>
              <a:rect l="l" t="t" r="r" b="b"/>
              <a:pathLst>
                <a:path w="4525" h="3100" extrusionOk="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47"/>
            <p:cNvSpPr/>
            <p:nvPr/>
          </p:nvSpPr>
          <p:spPr>
            <a:xfrm>
              <a:off x="776725" y="4256950"/>
              <a:ext cx="32525" cy="30950"/>
            </a:xfrm>
            <a:custGeom>
              <a:avLst/>
              <a:gdLst/>
              <a:ahLst/>
              <a:cxnLst/>
              <a:rect l="l" t="t" r="r" b="b"/>
              <a:pathLst>
                <a:path w="1301" h="1238" extrusionOk="0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47"/>
            <p:cNvSpPr/>
            <p:nvPr/>
          </p:nvSpPr>
          <p:spPr>
            <a:xfrm>
              <a:off x="793900" y="4233200"/>
              <a:ext cx="9725" cy="5975"/>
            </a:xfrm>
            <a:custGeom>
              <a:avLst/>
              <a:gdLst/>
              <a:ahLst/>
              <a:cxnLst/>
              <a:rect l="l" t="t" r="r" b="b"/>
              <a:pathLst>
                <a:path w="389" h="239" extrusionOk="0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47"/>
            <p:cNvSpPr/>
            <p:nvPr/>
          </p:nvSpPr>
          <p:spPr>
            <a:xfrm>
              <a:off x="764225" y="4097000"/>
              <a:ext cx="6900" cy="10025"/>
            </a:xfrm>
            <a:custGeom>
              <a:avLst/>
              <a:gdLst/>
              <a:ahLst/>
              <a:cxnLst/>
              <a:rect l="l" t="t" r="r" b="b"/>
              <a:pathLst>
                <a:path w="276" h="401" extrusionOk="0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47"/>
            <p:cNvSpPr/>
            <p:nvPr/>
          </p:nvSpPr>
          <p:spPr>
            <a:xfrm>
              <a:off x="634250" y="4091375"/>
              <a:ext cx="27850" cy="156850"/>
            </a:xfrm>
            <a:custGeom>
              <a:avLst/>
              <a:gdLst/>
              <a:ahLst/>
              <a:cxnLst/>
              <a:rect l="l" t="t" r="r" b="b"/>
              <a:pathLst>
                <a:path w="1114" h="6274" extrusionOk="0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47"/>
            <p:cNvSpPr/>
            <p:nvPr/>
          </p:nvSpPr>
          <p:spPr>
            <a:xfrm>
              <a:off x="634250" y="4236325"/>
              <a:ext cx="31275" cy="33150"/>
            </a:xfrm>
            <a:custGeom>
              <a:avLst/>
              <a:gdLst/>
              <a:ahLst/>
              <a:cxnLst/>
              <a:rect l="l" t="t" r="r" b="b"/>
              <a:pathLst>
                <a:path w="1251" h="1326" extrusionOk="0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47"/>
            <p:cNvSpPr/>
            <p:nvPr/>
          </p:nvSpPr>
          <p:spPr>
            <a:xfrm>
              <a:off x="691750" y="4241025"/>
              <a:ext cx="22525" cy="72800"/>
            </a:xfrm>
            <a:custGeom>
              <a:avLst/>
              <a:gdLst/>
              <a:ahLst/>
              <a:cxnLst/>
              <a:rect l="l" t="t" r="r" b="b"/>
              <a:pathLst>
                <a:path w="901" h="2912" extrusionOk="0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47"/>
            <p:cNvSpPr/>
            <p:nvPr/>
          </p:nvSpPr>
          <p:spPr>
            <a:xfrm>
              <a:off x="697675" y="4242575"/>
              <a:ext cx="23450" cy="70625"/>
            </a:xfrm>
            <a:custGeom>
              <a:avLst/>
              <a:gdLst/>
              <a:ahLst/>
              <a:cxnLst/>
              <a:rect l="l" t="t" r="r" b="b"/>
              <a:pathLst>
                <a:path w="938" h="2825" extrusionOk="0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47"/>
            <p:cNvSpPr/>
            <p:nvPr/>
          </p:nvSpPr>
          <p:spPr>
            <a:xfrm>
              <a:off x="649250" y="4142600"/>
              <a:ext cx="56900" cy="18150"/>
            </a:xfrm>
            <a:custGeom>
              <a:avLst/>
              <a:gdLst/>
              <a:ahLst/>
              <a:cxnLst/>
              <a:rect l="l" t="t" r="r" b="b"/>
              <a:pathLst>
                <a:path w="2276" h="726" extrusionOk="0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47"/>
            <p:cNvSpPr/>
            <p:nvPr/>
          </p:nvSpPr>
          <p:spPr>
            <a:xfrm>
              <a:off x="649575" y="4149800"/>
              <a:ext cx="56250" cy="21250"/>
            </a:xfrm>
            <a:custGeom>
              <a:avLst/>
              <a:gdLst/>
              <a:ahLst/>
              <a:cxnLst/>
              <a:rect l="l" t="t" r="r" b="b"/>
              <a:pathLst>
                <a:path w="2250" h="850" extrusionOk="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47"/>
            <p:cNvSpPr/>
            <p:nvPr/>
          </p:nvSpPr>
          <p:spPr>
            <a:xfrm>
              <a:off x="710800" y="3810500"/>
              <a:ext cx="26575" cy="82825"/>
            </a:xfrm>
            <a:custGeom>
              <a:avLst/>
              <a:gdLst/>
              <a:ahLst/>
              <a:cxnLst/>
              <a:rect l="l" t="t" r="r" b="b"/>
              <a:pathLst>
                <a:path w="1063" h="3313" extrusionOk="0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47"/>
            <p:cNvSpPr/>
            <p:nvPr/>
          </p:nvSpPr>
          <p:spPr>
            <a:xfrm>
              <a:off x="715475" y="3792700"/>
              <a:ext cx="30975" cy="100625"/>
            </a:xfrm>
            <a:custGeom>
              <a:avLst/>
              <a:gdLst/>
              <a:ahLst/>
              <a:cxnLst/>
              <a:rect l="l" t="t" r="r" b="b"/>
              <a:pathLst>
                <a:path w="1239" h="4025" extrusionOk="0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47"/>
            <p:cNvSpPr/>
            <p:nvPr/>
          </p:nvSpPr>
          <p:spPr>
            <a:xfrm>
              <a:off x="894500" y="4197600"/>
              <a:ext cx="8475" cy="8150"/>
            </a:xfrm>
            <a:custGeom>
              <a:avLst/>
              <a:gdLst/>
              <a:ahLst/>
              <a:cxnLst/>
              <a:rect l="l" t="t" r="r" b="b"/>
              <a:pathLst>
                <a:path w="339" h="326" extrusionOk="0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47"/>
            <p:cNvSpPr/>
            <p:nvPr/>
          </p:nvSpPr>
          <p:spPr>
            <a:xfrm>
              <a:off x="900450" y="4190725"/>
              <a:ext cx="59050" cy="15025"/>
            </a:xfrm>
            <a:custGeom>
              <a:avLst/>
              <a:gdLst/>
              <a:ahLst/>
              <a:cxnLst/>
              <a:rect l="l" t="t" r="r" b="b"/>
              <a:pathLst>
                <a:path w="2362" h="601" extrusionOk="0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47"/>
            <p:cNvSpPr/>
            <p:nvPr/>
          </p:nvSpPr>
          <p:spPr>
            <a:xfrm>
              <a:off x="934175" y="4183525"/>
              <a:ext cx="25325" cy="16900"/>
            </a:xfrm>
            <a:custGeom>
              <a:avLst/>
              <a:gdLst/>
              <a:ahLst/>
              <a:cxnLst/>
              <a:rect l="l" t="t" r="r" b="b"/>
              <a:pathLst>
                <a:path w="1013" h="676" extrusionOk="0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47"/>
            <p:cNvSpPr/>
            <p:nvPr/>
          </p:nvSpPr>
          <p:spPr>
            <a:xfrm>
              <a:off x="893875" y="4145425"/>
              <a:ext cx="26575" cy="55325"/>
            </a:xfrm>
            <a:custGeom>
              <a:avLst/>
              <a:gdLst/>
              <a:ahLst/>
              <a:cxnLst/>
              <a:rect l="l" t="t" r="r" b="b"/>
              <a:pathLst>
                <a:path w="1063" h="2213" extrusionOk="0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47"/>
            <p:cNvSpPr/>
            <p:nvPr/>
          </p:nvSpPr>
          <p:spPr>
            <a:xfrm>
              <a:off x="904500" y="4144175"/>
              <a:ext cx="16900" cy="34700"/>
            </a:xfrm>
            <a:custGeom>
              <a:avLst/>
              <a:gdLst/>
              <a:ahLst/>
              <a:cxnLst/>
              <a:rect l="l" t="t" r="r" b="b"/>
              <a:pathLst>
                <a:path w="676" h="1388" extrusionOk="0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47"/>
            <p:cNvSpPr/>
            <p:nvPr/>
          </p:nvSpPr>
          <p:spPr>
            <a:xfrm>
              <a:off x="915425" y="4169150"/>
              <a:ext cx="22525" cy="11275"/>
            </a:xfrm>
            <a:custGeom>
              <a:avLst/>
              <a:gdLst/>
              <a:ahLst/>
              <a:cxnLst/>
              <a:rect l="l" t="t" r="r" b="b"/>
              <a:pathLst>
                <a:path w="901" h="451" extrusionOk="0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47"/>
            <p:cNvSpPr/>
            <p:nvPr/>
          </p:nvSpPr>
          <p:spPr>
            <a:xfrm>
              <a:off x="922925" y="4169150"/>
              <a:ext cx="15975" cy="19725"/>
            </a:xfrm>
            <a:custGeom>
              <a:avLst/>
              <a:gdLst/>
              <a:ahLst/>
              <a:cxnLst/>
              <a:rect l="l" t="t" r="r" b="b"/>
              <a:pathLst>
                <a:path w="639" h="789" extrusionOk="0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47"/>
            <p:cNvSpPr/>
            <p:nvPr/>
          </p:nvSpPr>
          <p:spPr>
            <a:xfrm>
              <a:off x="924500" y="4181650"/>
              <a:ext cx="17525" cy="6900"/>
            </a:xfrm>
            <a:custGeom>
              <a:avLst/>
              <a:gdLst/>
              <a:ahLst/>
              <a:cxnLst/>
              <a:rect l="l" t="t" r="r" b="b"/>
              <a:pathLst>
                <a:path w="701" h="276" extrusionOk="0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47"/>
            <p:cNvSpPr/>
            <p:nvPr/>
          </p:nvSpPr>
          <p:spPr>
            <a:xfrm>
              <a:off x="933250" y="4149475"/>
              <a:ext cx="28750" cy="23450"/>
            </a:xfrm>
            <a:custGeom>
              <a:avLst/>
              <a:gdLst/>
              <a:ahLst/>
              <a:cxnLst/>
              <a:rect l="l" t="t" r="r" b="b"/>
              <a:pathLst>
                <a:path w="1150" h="938" extrusionOk="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47"/>
            <p:cNvSpPr/>
            <p:nvPr/>
          </p:nvSpPr>
          <p:spPr>
            <a:xfrm>
              <a:off x="37012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47"/>
            <p:cNvSpPr/>
            <p:nvPr/>
          </p:nvSpPr>
          <p:spPr>
            <a:xfrm>
              <a:off x="3442900" y="1237425"/>
              <a:ext cx="263700" cy="147175"/>
            </a:xfrm>
            <a:custGeom>
              <a:avLst/>
              <a:gdLst/>
              <a:ahLst/>
              <a:cxnLst/>
              <a:rect l="l" t="t" r="r" b="b"/>
              <a:pathLst>
                <a:path w="10548" h="5887" extrusionOk="0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47"/>
            <p:cNvSpPr/>
            <p:nvPr/>
          </p:nvSpPr>
          <p:spPr>
            <a:xfrm>
              <a:off x="3410100" y="1277100"/>
              <a:ext cx="100300" cy="85325"/>
            </a:xfrm>
            <a:custGeom>
              <a:avLst/>
              <a:gdLst/>
              <a:ahLst/>
              <a:cxnLst/>
              <a:rect l="l" t="t" r="r" b="b"/>
              <a:pathLst>
                <a:path w="4012" h="3413" extrusionOk="0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47"/>
            <p:cNvSpPr/>
            <p:nvPr/>
          </p:nvSpPr>
          <p:spPr>
            <a:xfrm>
              <a:off x="3347925" y="1331775"/>
              <a:ext cx="55325" cy="13775"/>
            </a:xfrm>
            <a:custGeom>
              <a:avLst/>
              <a:gdLst/>
              <a:ahLst/>
              <a:cxnLst/>
              <a:rect l="l" t="t" r="r" b="b"/>
              <a:pathLst>
                <a:path w="2213" h="551" extrusionOk="0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47"/>
            <p:cNvSpPr/>
            <p:nvPr/>
          </p:nvSpPr>
          <p:spPr>
            <a:xfrm>
              <a:off x="3593475" y="1301475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47"/>
            <p:cNvSpPr/>
            <p:nvPr/>
          </p:nvSpPr>
          <p:spPr>
            <a:xfrm>
              <a:off x="3666275" y="1329600"/>
              <a:ext cx="22825" cy="110925"/>
            </a:xfrm>
            <a:custGeom>
              <a:avLst/>
              <a:gdLst/>
              <a:ahLst/>
              <a:cxnLst/>
              <a:rect l="l" t="t" r="r" b="b"/>
              <a:pathLst>
                <a:path w="913" h="4437" extrusionOk="0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47"/>
            <p:cNvSpPr/>
            <p:nvPr/>
          </p:nvSpPr>
          <p:spPr>
            <a:xfrm>
              <a:off x="3666600" y="1439875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47"/>
            <p:cNvSpPr/>
            <p:nvPr/>
          </p:nvSpPr>
          <p:spPr>
            <a:xfrm>
              <a:off x="3665025" y="1437700"/>
              <a:ext cx="17825" cy="16275"/>
            </a:xfrm>
            <a:custGeom>
              <a:avLst/>
              <a:gdLst/>
              <a:ahLst/>
              <a:cxnLst/>
              <a:rect l="l" t="t" r="r" b="b"/>
              <a:pathLst>
                <a:path w="713" h="651" extrusionOk="0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47"/>
            <p:cNvSpPr/>
            <p:nvPr/>
          </p:nvSpPr>
          <p:spPr>
            <a:xfrm>
              <a:off x="343790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47"/>
            <p:cNvSpPr/>
            <p:nvPr/>
          </p:nvSpPr>
          <p:spPr>
            <a:xfrm>
              <a:off x="3308550" y="1315225"/>
              <a:ext cx="42200" cy="17825"/>
            </a:xfrm>
            <a:custGeom>
              <a:avLst/>
              <a:gdLst/>
              <a:ahLst/>
              <a:cxnLst/>
              <a:rect l="l" t="t" r="r" b="b"/>
              <a:pathLst>
                <a:path w="1688" h="713" extrusionOk="0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47"/>
            <p:cNvSpPr/>
            <p:nvPr/>
          </p:nvSpPr>
          <p:spPr>
            <a:xfrm>
              <a:off x="3308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47"/>
            <p:cNvSpPr/>
            <p:nvPr/>
          </p:nvSpPr>
          <p:spPr>
            <a:xfrm>
              <a:off x="3377600" y="1341475"/>
              <a:ext cx="33150" cy="30000"/>
            </a:xfrm>
            <a:custGeom>
              <a:avLst/>
              <a:gdLst/>
              <a:ahLst/>
              <a:cxnLst/>
              <a:rect l="l" t="t" r="r" b="b"/>
              <a:pathLst>
                <a:path w="1326" h="1200" extrusionOk="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47"/>
            <p:cNvSpPr/>
            <p:nvPr/>
          </p:nvSpPr>
          <p:spPr>
            <a:xfrm>
              <a:off x="3376975" y="1342100"/>
              <a:ext cx="33150" cy="29375"/>
            </a:xfrm>
            <a:custGeom>
              <a:avLst/>
              <a:gdLst/>
              <a:ahLst/>
              <a:cxnLst/>
              <a:rect l="l" t="t" r="r" b="b"/>
              <a:pathLst>
                <a:path w="1326" h="1175" extrusionOk="0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47"/>
            <p:cNvSpPr/>
            <p:nvPr/>
          </p:nvSpPr>
          <p:spPr>
            <a:xfrm>
              <a:off x="3680025" y="1349275"/>
              <a:ext cx="38450" cy="86875"/>
            </a:xfrm>
            <a:custGeom>
              <a:avLst/>
              <a:gdLst/>
              <a:ahLst/>
              <a:cxnLst/>
              <a:rect l="l" t="t" r="r" b="b"/>
              <a:pathLst>
                <a:path w="1538" h="3475" extrusionOk="0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47"/>
            <p:cNvSpPr/>
            <p:nvPr/>
          </p:nvSpPr>
          <p:spPr>
            <a:xfrm>
              <a:off x="3711275" y="1433625"/>
              <a:ext cx="17500" cy="16275"/>
            </a:xfrm>
            <a:custGeom>
              <a:avLst/>
              <a:gdLst/>
              <a:ahLst/>
              <a:cxnLst/>
              <a:rect l="l" t="t" r="r" b="b"/>
              <a:pathLst>
                <a:path w="700" h="651" extrusionOk="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47"/>
            <p:cNvSpPr/>
            <p:nvPr/>
          </p:nvSpPr>
          <p:spPr>
            <a:xfrm>
              <a:off x="3642850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47"/>
            <p:cNvSpPr/>
            <p:nvPr/>
          </p:nvSpPr>
          <p:spPr>
            <a:xfrm>
              <a:off x="3633475" y="1414575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47"/>
            <p:cNvSpPr/>
            <p:nvPr/>
          </p:nvSpPr>
          <p:spPr>
            <a:xfrm>
              <a:off x="3232325" y="1254625"/>
              <a:ext cx="237475" cy="60300"/>
            </a:xfrm>
            <a:custGeom>
              <a:avLst/>
              <a:gdLst/>
              <a:ahLst/>
              <a:cxnLst/>
              <a:rect l="l" t="t" r="r" b="b"/>
              <a:pathLst>
                <a:path w="9499" h="2412" extrusionOk="0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47"/>
            <p:cNvSpPr/>
            <p:nvPr/>
          </p:nvSpPr>
          <p:spPr>
            <a:xfrm>
              <a:off x="3717200" y="130930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47"/>
            <p:cNvSpPr/>
            <p:nvPr/>
          </p:nvSpPr>
          <p:spPr>
            <a:xfrm>
              <a:off x="3471650" y="1283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47"/>
            <p:cNvSpPr/>
            <p:nvPr/>
          </p:nvSpPr>
          <p:spPr>
            <a:xfrm>
              <a:off x="3504750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47"/>
            <p:cNvSpPr/>
            <p:nvPr/>
          </p:nvSpPr>
          <p:spPr>
            <a:xfrm>
              <a:off x="369440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47"/>
            <p:cNvSpPr/>
            <p:nvPr/>
          </p:nvSpPr>
          <p:spPr>
            <a:xfrm>
              <a:off x="3515075" y="1320225"/>
              <a:ext cx="30950" cy="15325"/>
            </a:xfrm>
            <a:custGeom>
              <a:avLst/>
              <a:gdLst/>
              <a:ahLst/>
              <a:cxnLst/>
              <a:rect l="l" t="t" r="r" b="b"/>
              <a:pathLst>
                <a:path w="1238" h="613" extrusionOk="0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47"/>
            <p:cNvSpPr/>
            <p:nvPr/>
          </p:nvSpPr>
          <p:spPr>
            <a:xfrm>
              <a:off x="35122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47"/>
            <p:cNvSpPr/>
            <p:nvPr/>
          </p:nvSpPr>
          <p:spPr>
            <a:xfrm>
              <a:off x="3177975" y="1278975"/>
              <a:ext cx="132175" cy="60025"/>
            </a:xfrm>
            <a:custGeom>
              <a:avLst/>
              <a:gdLst/>
              <a:ahLst/>
              <a:cxnLst/>
              <a:rect l="l" t="t" r="r" b="b"/>
              <a:pathLst>
                <a:path w="5287" h="2401" extrusionOk="0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47"/>
            <p:cNvSpPr/>
            <p:nvPr/>
          </p:nvSpPr>
          <p:spPr>
            <a:xfrm>
              <a:off x="3184525" y="1311175"/>
              <a:ext cx="61575" cy="65000"/>
            </a:xfrm>
            <a:custGeom>
              <a:avLst/>
              <a:gdLst/>
              <a:ahLst/>
              <a:cxnLst/>
              <a:rect l="l" t="t" r="r" b="b"/>
              <a:pathLst>
                <a:path w="2463" h="2600" extrusionOk="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47"/>
            <p:cNvSpPr/>
            <p:nvPr/>
          </p:nvSpPr>
          <p:spPr>
            <a:xfrm>
              <a:off x="3219825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47"/>
            <p:cNvSpPr/>
            <p:nvPr/>
          </p:nvSpPr>
          <p:spPr>
            <a:xfrm>
              <a:off x="3208275" y="1322725"/>
              <a:ext cx="17200" cy="30650"/>
            </a:xfrm>
            <a:custGeom>
              <a:avLst/>
              <a:gdLst/>
              <a:ahLst/>
              <a:cxnLst/>
              <a:rect l="l" t="t" r="r" b="b"/>
              <a:pathLst>
                <a:path w="688" h="1226" extrusionOk="0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47"/>
            <p:cNvSpPr/>
            <p:nvPr/>
          </p:nvSpPr>
          <p:spPr>
            <a:xfrm>
              <a:off x="3454150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47"/>
            <p:cNvSpPr/>
            <p:nvPr/>
          </p:nvSpPr>
          <p:spPr>
            <a:xfrm>
              <a:off x="3796875" y="1305225"/>
              <a:ext cx="111550" cy="104375"/>
            </a:xfrm>
            <a:custGeom>
              <a:avLst/>
              <a:gdLst/>
              <a:ahLst/>
              <a:cxnLst/>
              <a:rect l="l" t="t" r="r" b="b"/>
              <a:pathLst>
                <a:path w="4462" h="4175" extrusionOk="0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47"/>
            <p:cNvSpPr/>
            <p:nvPr/>
          </p:nvSpPr>
          <p:spPr>
            <a:xfrm>
              <a:off x="3903100" y="1237750"/>
              <a:ext cx="263700" cy="146850"/>
            </a:xfrm>
            <a:custGeom>
              <a:avLst/>
              <a:gdLst/>
              <a:ahLst/>
              <a:cxnLst/>
              <a:rect l="l" t="t" r="r" b="b"/>
              <a:pathLst>
                <a:path w="10548" h="5874" extrusionOk="0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47"/>
            <p:cNvSpPr/>
            <p:nvPr/>
          </p:nvSpPr>
          <p:spPr>
            <a:xfrm>
              <a:off x="4098975" y="1277425"/>
              <a:ext cx="100925" cy="84375"/>
            </a:xfrm>
            <a:custGeom>
              <a:avLst/>
              <a:gdLst/>
              <a:ahLst/>
              <a:cxnLst/>
              <a:rect l="l" t="t" r="r" b="b"/>
              <a:pathLst>
                <a:path w="4037" h="3375" extrusionOk="0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47"/>
            <p:cNvSpPr/>
            <p:nvPr/>
          </p:nvSpPr>
          <p:spPr>
            <a:xfrm>
              <a:off x="4206450" y="1331775"/>
              <a:ext cx="55625" cy="13775"/>
            </a:xfrm>
            <a:custGeom>
              <a:avLst/>
              <a:gdLst/>
              <a:ahLst/>
              <a:cxnLst/>
              <a:rect l="l" t="t" r="r" b="b"/>
              <a:pathLst>
                <a:path w="2225" h="551" extrusionOk="0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47"/>
            <p:cNvSpPr/>
            <p:nvPr/>
          </p:nvSpPr>
          <p:spPr>
            <a:xfrm>
              <a:off x="3934650" y="1301475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47"/>
            <p:cNvSpPr/>
            <p:nvPr/>
          </p:nvSpPr>
          <p:spPr>
            <a:xfrm>
              <a:off x="3920275" y="1329900"/>
              <a:ext cx="23150" cy="110625"/>
            </a:xfrm>
            <a:custGeom>
              <a:avLst/>
              <a:gdLst/>
              <a:ahLst/>
              <a:cxnLst/>
              <a:rect l="l" t="t" r="r" b="b"/>
              <a:pathLst>
                <a:path w="926" h="4425" extrusionOk="0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47"/>
            <p:cNvSpPr/>
            <p:nvPr/>
          </p:nvSpPr>
          <p:spPr>
            <a:xfrm>
              <a:off x="3931200" y="1439875"/>
              <a:ext cx="11900" cy="11900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47"/>
            <p:cNvSpPr/>
            <p:nvPr/>
          </p:nvSpPr>
          <p:spPr>
            <a:xfrm>
              <a:off x="3926825" y="1437075"/>
              <a:ext cx="22225" cy="17200"/>
            </a:xfrm>
            <a:custGeom>
              <a:avLst/>
              <a:gdLst/>
              <a:ahLst/>
              <a:cxnLst/>
              <a:rect l="l" t="t" r="r" b="b"/>
              <a:pathLst>
                <a:path w="889" h="688" extrusionOk="0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47"/>
            <p:cNvSpPr/>
            <p:nvPr/>
          </p:nvSpPr>
          <p:spPr>
            <a:xfrm>
              <a:off x="4168650" y="12718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47"/>
            <p:cNvSpPr/>
            <p:nvPr/>
          </p:nvSpPr>
          <p:spPr>
            <a:xfrm>
              <a:off x="4259250" y="1315225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47"/>
            <p:cNvSpPr/>
            <p:nvPr/>
          </p:nvSpPr>
          <p:spPr>
            <a:xfrm>
              <a:off x="4259250" y="13177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47"/>
            <p:cNvSpPr/>
            <p:nvPr/>
          </p:nvSpPr>
          <p:spPr>
            <a:xfrm>
              <a:off x="4198950" y="1341475"/>
              <a:ext cx="33450" cy="30325"/>
            </a:xfrm>
            <a:custGeom>
              <a:avLst/>
              <a:gdLst/>
              <a:ahLst/>
              <a:cxnLst/>
              <a:rect l="l" t="t" r="r" b="b"/>
              <a:pathLst>
                <a:path w="1338" h="1213" extrusionOk="0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47"/>
            <p:cNvSpPr/>
            <p:nvPr/>
          </p:nvSpPr>
          <p:spPr>
            <a:xfrm>
              <a:off x="4199250" y="1342100"/>
              <a:ext cx="33475" cy="29375"/>
            </a:xfrm>
            <a:custGeom>
              <a:avLst/>
              <a:gdLst/>
              <a:ahLst/>
              <a:cxnLst/>
              <a:rect l="l" t="t" r="r" b="b"/>
              <a:pathLst>
                <a:path w="1339" h="1175" extrusionOk="0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47"/>
            <p:cNvSpPr/>
            <p:nvPr/>
          </p:nvSpPr>
          <p:spPr>
            <a:xfrm>
              <a:off x="3890900" y="1349275"/>
              <a:ext cx="38775" cy="86875"/>
            </a:xfrm>
            <a:custGeom>
              <a:avLst/>
              <a:gdLst/>
              <a:ahLst/>
              <a:cxnLst/>
              <a:rect l="l" t="t" r="r" b="b"/>
              <a:pathLst>
                <a:path w="1551" h="3475" extrusionOk="0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47"/>
            <p:cNvSpPr/>
            <p:nvPr/>
          </p:nvSpPr>
          <p:spPr>
            <a:xfrm>
              <a:off x="3880600" y="1433625"/>
              <a:ext cx="18150" cy="16600"/>
            </a:xfrm>
            <a:custGeom>
              <a:avLst/>
              <a:gdLst/>
              <a:ahLst/>
              <a:cxnLst/>
              <a:rect l="l" t="t" r="r" b="b"/>
              <a:pathLst>
                <a:path w="726" h="664" extrusionOk="0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47"/>
            <p:cNvSpPr/>
            <p:nvPr/>
          </p:nvSpPr>
          <p:spPr>
            <a:xfrm>
              <a:off x="3936525" y="1338025"/>
              <a:ext cx="30325" cy="81875"/>
            </a:xfrm>
            <a:custGeom>
              <a:avLst/>
              <a:gdLst/>
              <a:ahLst/>
              <a:cxnLst/>
              <a:rect l="l" t="t" r="r" b="b"/>
              <a:pathLst>
                <a:path w="1213" h="3275" extrusionOk="0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47"/>
            <p:cNvSpPr/>
            <p:nvPr/>
          </p:nvSpPr>
          <p:spPr>
            <a:xfrm>
              <a:off x="3963375" y="1414575"/>
              <a:ext cx="13475" cy="15650"/>
            </a:xfrm>
            <a:custGeom>
              <a:avLst/>
              <a:gdLst/>
              <a:ahLst/>
              <a:cxnLst/>
              <a:rect l="l" t="t" r="r" b="b"/>
              <a:pathLst>
                <a:path w="539" h="626" extrusionOk="0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47"/>
            <p:cNvSpPr/>
            <p:nvPr/>
          </p:nvSpPr>
          <p:spPr>
            <a:xfrm>
              <a:off x="4139900" y="1254625"/>
              <a:ext cx="237775" cy="60000"/>
            </a:xfrm>
            <a:custGeom>
              <a:avLst/>
              <a:gdLst/>
              <a:ahLst/>
              <a:cxnLst/>
              <a:rect l="l" t="t" r="r" b="b"/>
              <a:pathLst>
                <a:path w="9511" h="2400" extrusionOk="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47"/>
            <p:cNvSpPr/>
            <p:nvPr/>
          </p:nvSpPr>
          <p:spPr>
            <a:xfrm>
              <a:off x="3860900" y="1309600"/>
              <a:ext cx="31900" cy="49400"/>
            </a:xfrm>
            <a:custGeom>
              <a:avLst/>
              <a:gdLst/>
              <a:ahLst/>
              <a:cxnLst/>
              <a:rect l="l" t="t" r="r" b="b"/>
              <a:pathLst>
                <a:path w="1276" h="1976" extrusionOk="0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47"/>
            <p:cNvSpPr/>
            <p:nvPr/>
          </p:nvSpPr>
          <p:spPr>
            <a:xfrm>
              <a:off x="4075225" y="1283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47"/>
            <p:cNvSpPr/>
            <p:nvPr/>
          </p:nvSpPr>
          <p:spPr>
            <a:xfrm>
              <a:off x="4073975" y="1268675"/>
              <a:ext cx="30950" cy="21275"/>
            </a:xfrm>
            <a:custGeom>
              <a:avLst/>
              <a:gdLst/>
              <a:ahLst/>
              <a:cxnLst/>
              <a:rect l="l" t="t" r="r" b="b"/>
              <a:pathLst>
                <a:path w="1238" h="851" extrusionOk="0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47"/>
            <p:cNvSpPr/>
            <p:nvPr/>
          </p:nvSpPr>
          <p:spPr>
            <a:xfrm>
              <a:off x="3834050" y="1371450"/>
              <a:ext cx="81250" cy="56275"/>
            </a:xfrm>
            <a:custGeom>
              <a:avLst/>
              <a:gdLst/>
              <a:ahLst/>
              <a:cxnLst/>
              <a:rect l="l" t="t" r="r" b="b"/>
              <a:pathLst>
                <a:path w="3250" h="2251" extrusionOk="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47"/>
            <p:cNvSpPr/>
            <p:nvPr/>
          </p:nvSpPr>
          <p:spPr>
            <a:xfrm>
              <a:off x="4063675" y="1320225"/>
              <a:ext cx="30950" cy="15025"/>
            </a:xfrm>
            <a:custGeom>
              <a:avLst/>
              <a:gdLst/>
              <a:ahLst/>
              <a:cxnLst/>
              <a:rect l="l" t="t" r="r" b="b"/>
              <a:pathLst>
                <a:path w="1238" h="601" extrusionOk="0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47"/>
            <p:cNvSpPr/>
            <p:nvPr/>
          </p:nvSpPr>
          <p:spPr>
            <a:xfrm>
              <a:off x="4063350" y="1319900"/>
              <a:ext cx="34075" cy="21900"/>
            </a:xfrm>
            <a:custGeom>
              <a:avLst/>
              <a:gdLst/>
              <a:ahLst/>
              <a:cxnLst/>
              <a:rect l="l" t="t" r="r" b="b"/>
              <a:pathLst>
                <a:path w="1363" h="876" extrusionOk="0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47"/>
            <p:cNvSpPr/>
            <p:nvPr/>
          </p:nvSpPr>
          <p:spPr>
            <a:xfrm>
              <a:off x="4299850" y="1278975"/>
              <a:ext cx="132500" cy="60025"/>
            </a:xfrm>
            <a:custGeom>
              <a:avLst/>
              <a:gdLst/>
              <a:ahLst/>
              <a:cxnLst/>
              <a:rect l="l" t="t" r="r" b="b"/>
              <a:pathLst>
                <a:path w="5300" h="2401" extrusionOk="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47"/>
            <p:cNvSpPr/>
            <p:nvPr/>
          </p:nvSpPr>
          <p:spPr>
            <a:xfrm>
              <a:off x="4363900" y="1311175"/>
              <a:ext cx="60950" cy="65000"/>
            </a:xfrm>
            <a:custGeom>
              <a:avLst/>
              <a:gdLst/>
              <a:ahLst/>
              <a:cxnLst/>
              <a:rect l="l" t="t" r="r" b="b"/>
              <a:pathLst>
                <a:path w="2438" h="2600" extrusionOk="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47"/>
            <p:cNvSpPr/>
            <p:nvPr/>
          </p:nvSpPr>
          <p:spPr>
            <a:xfrm>
              <a:off x="4353900" y="1318975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47"/>
            <p:cNvSpPr/>
            <p:nvPr/>
          </p:nvSpPr>
          <p:spPr>
            <a:xfrm>
              <a:off x="4384200" y="1322725"/>
              <a:ext cx="17225" cy="30650"/>
            </a:xfrm>
            <a:custGeom>
              <a:avLst/>
              <a:gdLst/>
              <a:ahLst/>
              <a:cxnLst/>
              <a:rect l="l" t="t" r="r" b="b"/>
              <a:pathLst>
                <a:path w="689" h="1226" extrusionOk="0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47"/>
            <p:cNvSpPr/>
            <p:nvPr/>
          </p:nvSpPr>
          <p:spPr>
            <a:xfrm>
              <a:off x="4100225" y="131242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47"/>
            <p:cNvSpPr/>
            <p:nvPr/>
          </p:nvSpPr>
          <p:spPr>
            <a:xfrm>
              <a:off x="3780925" y="138957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47"/>
            <p:cNvSpPr/>
            <p:nvPr/>
          </p:nvSpPr>
          <p:spPr>
            <a:xfrm>
              <a:off x="3780300" y="14024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47"/>
            <p:cNvSpPr/>
            <p:nvPr/>
          </p:nvSpPr>
          <p:spPr>
            <a:xfrm>
              <a:off x="3799050" y="1384900"/>
              <a:ext cx="9400" cy="7525"/>
            </a:xfrm>
            <a:custGeom>
              <a:avLst/>
              <a:gdLst/>
              <a:ahLst/>
              <a:cxnLst/>
              <a:rect l="l" t="t" r="r" b="b"/>
              <a:pathLst>
                <a:path w="376" h="301" extrusionOk="0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47"/>
            <p:cNvSpPr/>
            <p:nvPr/>
          </p:nvSpPr>
          <p:spPr>
            <a:xfrm>
              <a:off x="3806550" y="13902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47"/>
            <p:cNvSpPr/>
            <p:nvPr/>
          </p:nvSpPr>
          <p:spPr>
            <a:xfrm>
              <a:off x="3801875" y="1399900"/>
              <a:ext cx="24375" cy="10325"/>
            </a:xfrm>
            <a:custGeom>
              <a:avLst/>
              <a:gdLst/>
              <a:ahLst/>
              <a:cxnLst/>
              <a:rect l="l" t="t" r="r" b="b"/>
              <a:pathLst>
                <a:path w="975" h="413" extrusionOk="0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47"/>
            <p:cNvSpPr/>
            <p:nvPr/>
          </p:nvSpPr>
          <p:spPr>
            <a:xfrm>
              <a:off x="3791550" y="1399900"/>
              <a:ext cx="13475" cy="7825"/>
            </a:xfrm>
            <a:custGeom>
              <a:avLst/>
              <a:gdLst/>
              <a:ahLst/>
              <a:cxnLst/>
              <a:rect l="l" t="t" r="r" b="b"/>
              <a:pathLst>
                <a:path w="539" h="313" extrusionOk="0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47"/>
            <p:cNvSpPr/>
            <p:nvPr/>
          </p:nvSpPr>
          <p:spPr>
            <a:xfrm>
              <a:off x="3796550" y="1409275"/>
              <a:ext cx="14400" cy="12500"/>
            </a:xfrm>
            <a:custGeom>
              <a:avLst/>
              <a:gdLst/>
              <a:ahLst/>
              <a:cxnLst/>
              <a:rect l="l" t="t" r="r" b="b"/>
              <a:pathLst>
                <a:path w="576" h="500" extrusionOk="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47"/>
            <p:cNvSpPr/>
            <p:nvPr/>
          </p:nvSpPr>
          <p:spPr>
            <a:xfrm>
              <a:off x="3796550" y="4276950"/>
              <a:ext cx="111875" cy="104375"/>
            </a:xfrm>
            <a:custGeom>
              <a:avLst/>
              <a:gdLst/>
              <a:ahLst/>
              <a:cxnLst/>
              <a:rect l="l" t="t" r="r" b="b"/>
              <a:pathLst>
                <a:path w="4475" h="4175" extrusionOk="0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47"/>
            <p:cNvSpPr/>
            <p:nvPr/>
          </p:nvSpPr>
          <p:spPr>
            <a:xfrm>
              <a:off x="3903400" y="4301950"/>
              <a:ext cx="263400" cy="146850"/>
            </a:xfrm>
            <a:custGeom>
              <a:avLst/>
              <a:gdLst/>
              <a:ahLst/>
              <a:cxnLst/>
              <a:rect l="l" t="t" r="r" b="b"/>
              <a:pathLst>
                <a:path w="10536" h="5874" extrusionOk="0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47"/>
            <p:cNvSpPr/>
            <p:nvPr/>
          </p:nvSpPr>
          <p:spPr>
            <a:xfrm>
              <a:off x="4099600" y="4324125"/>
              <a:ext cx="100300" cy="85000"/>
            </a:xfrm>
            <a:custGeom>
              <a:avLst/>
              <a:gdLst/>
              <a:ahLst/>
              <a:cxnLst/>
              <a:rect l="l" t="t" r="r" b="b"/>
              <a:pathLst>
                <a:path w="4012" h="3400" extrusionOk="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47"/>
            <p:cNvSpPr/>
            <p:nvPr/>
          </p:nvSpPr>
          <p:spPr>
            <a:xfrm>
              <a:off x="4206450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47"/>
            <p:cNvSpPr/>
            <p:nvPr/>
          </p:nvSpPr>
          <p:spPr>
            <a:xfrm>
              <a:off x="3933700" y="4288500"/>
              <a:ext cx="82500" cy="96575"/>
            </a:xfrm>
            <a:custGeom>
              <a:avLst/>
              <a:gdLst/>
              <a:ahLst/>
              <a:cxnLst/>
              <a:rect l="l" t="t" r="r" b="b"/>
              <a:pathLst>
                <a:path w="3300" h="3863" extrusionOk="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47"/>
            <p:cNvSpPr/>
            <p:nvPr/>
          </p:nvSpPr>
          <p:spPr>
            <a:xfrm>
              <a:off x="3920575" y="4246025"/>
              <a:ext cx="22850" cy="110925"/>
            </a:xfrm>
            <a:custGeom>
              <a:avLst/>
              <a:gdLst/>
              <a:ahLst/>
              <a:cxnLst/>
              <a:rect l="l" t="t" r="r" b="b"/>
              <a:pathLst>
                <a:path w="914" h="4437" extrusionOk="0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47"/>
            <p:cNvSpPr/>
            <p:nvPr/>
          </p:nvSpPr>
          <p:spPr>
            <a:xfrm>
              <a:off x="39309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47"/>
            <p:cNvSpPr/>
            <p:nvPr/>
          </p:nvSpPr>
          <p:spPr>
            <a:xfrm>
              <a:off x="3926825" y="4232575"/>
              <a:ext cx="18475" cy="15975"/>
            </a:xfrm>
            <a:custGeom>
              <a:avLst/>
              <a:gdLst/>
              <a:ahLst/>
              <a:cxnLst/>
              <a:rect l="l" t="t" r="r" b="b"/>
              <a:pathLst>
                <a:path w="739" h="639" extrusionOk="0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47"/>
            <p:cNvSpPr/>
            <p:nvPr/>
          </p:nvSpPr>
          <p:spPr>
            <a:xfrm>
              <a:off x="4169275" y="4411600"/>
              <a:ext cx="2825" cy="3150"/>
            </a:xfrm>
            <a:custGeom>
              <a:avLst/>
              <a:gdLst/>
              <a:ahLst/>
              <a:cxnLst/>
              <a:rect l="l" t="t" r="r" b="b"/>
              <a:pathLst>
                <a:path w="113" h="126" extrusionOk="0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47"/>
            <p:cNvSpPr/>
            <p:nvPr/>
          </p:nvSpPr>
          <p:spPr>
            <a:xfrm>
              <a:off x="4259250" y="4353500"/>
              <a:ext cx="41875" cy="17825"/>
            </a:xfrm>
            <a:custGeom>
              <a:avLst/>
              <a:gdLst/>
              <a:ahLst/>
              <a:cxnLst/>
              <a:rect l="l" t="t" r="r" b="b"/>
              <a:pathLst>
                <a:path w="1675" h="713" extrusionOk="0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47"/>
            <p:cNvSpPr/>
            <p:nvPr/>
          </p:nvSpPr>
          <p:spPr>
            <a:xfrm>
              <a:off x="4259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47"/>
            <p:cNvSpPr/>
            <p:nvPr/>
          </p:nvSpPr>
          <p:spPr>
            <a:xfrm>
              <a:off x="4198950" y="4314750"/>
              <a:ext cx="33150" cy="30025"/>
            </a:xfrm>
            <a:custGeom>
              <a:avLst/>
              <a:gdLst/>
              <a:ahLst/>
              <a:cxnLst/>
              <a:rect l="l" t="t" r="r" b="b"/>
              <a:pathLst>
                <a:path w="1326" h="1201" extrusionOk="0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47"/>
            <p:cNvSpPr/>
            <p:nvPr/>
          </p:nvSpPr>
          <p:spPr>
            <a:xfrm>
              <a:off x="4199575" y="4315050"/>
              <a:ext cx="33150" cy="29100"/>
            </a:xfrm>
            <a:custGeom>
              <a:avLst/>
              <a:gdLst/>
              <a:ahLst/>
              <a:cxnLst/>
              <a:rect l="l" t="t" r="r" b="b"/>
              <a:pathLst>
                <a:path w="1326" h="1164" extrusionOk="0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47"/>
            <p:cNvSpPr/>
            <p:nvPr/>
          </p:nvSpPr>
          <p:spPr>
            <a:xfrm>
              <a:off x="38912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47"/>
            <p:cNvSpPr/>
            <p:nvPr/>
          </p:nvSpPr>
          <p:spPr>
            <a:xfrm>
              <a:off x="3880900" y="4236650"/>
              <a:ext cx="17850" cy="16275"/>
            </a:xfrm>
            <a:custGeom>
              <a:avLst/>
              <a:gdLst/>
              <a:ahLst/>
              <a:cxnLst/>
              <a:rect l="l" t="t" r="r" b="b"/>
              <a:pathLst>
                <a:path w="714" h="651" extrusionOk="0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47"/>
            <p:cNvSpPr/>
            <p:nvPr/>
          </p:nvSpPr>
          <p:spPr>
            <a:xfrm>
              <a:off x="3936525" y="4266325"/>
              <a:ext cx="30625" cy="82200"/>
            </a:xfrm>
            <a:custGeom>
              <a:avLst/>
              <a:gdLst/>
              <a:ahLst/>
              <a:cxnLst/>
              <a:rect l="l" t="t" r="r" b="b"/>
              <a:pathLst>
                <a:path w="1225" h="3288" extrusionOk="0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47"/>
            <p:cNvSpPr/>
            <p:nvPr/>
          </p:nvSpPr>
          <p:spPr>
            <a:xfrm>
              <a:off x="3963700" y="4258200"/>
              <a:ext cx="13450" cy="13775"/>
            </a:xfrm>
            <a:custGeom>
              <a:avLst/>
              <a:gdLst/>
              <a:ahLst/>
              <a:cxnLst/>
              <a:rect l="l" t="t" r="r" b="b"/>
              <a:pathLst>
                <a:path w="538" h="551" extrusionOk="0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47"/>
            <p:cNvSpPr/>
            <p:nvPr/>
          </p:nvSpPr>
          <p:spPr>
            <a:xfrm>
              <a:off x="4139900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47"/>
            <p:cNvSpPr/>
            <p:nvPr/>
          </p:nvSpPr>
          <p:spPr>
            <a:xfrm>
              <a:off x="3860600" y="4327550"/>
              <a:ext cx="31900" cy="49700"/>
            </a:xfrm>
            <a:custGeom>
              <a:avLst/>
              <a:gdLst/>
              <a:ahLst/>
              <a:cxnLst/>
              <a:rect l="l" t="t" r="r" b="b"/>
              <a:pathLst>
                <a:path w="1276" h="1988" extrusionOk="0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47"/>
            <p:cNvSpPr/>
            <p:nvPr/>
          </p:nvSpPr>
          <p:spPr>
            <a:xfrm>
              <a:off x="4075225" y="4370975"/>
              <a:ext cx="62825" cy="31575"/>
            </a:xfrm>
            <a:custGeom>
              <a:avLst/>
              <a:gdLst/>
              <a:ahLst/>
              <a:cxnLst/>
              <a:rect l="l" t="t" r="r" b="b"/>
              <a:pathLst>
                <a:path w="2513" h="1263" extrusionOk="0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47"/>
            <p:cNvSpPr/>
            <p:nvPr/>
          </p:nvSpPr>
          <p:spPr>
            <a:xfrm>
              <a:off x="4073975" y="4396300"/>
              <a:ext cx="30950" cy="21575"/>
            </a:xfrm>
            <a:custGeom>
              <a:avLst/>
              <a:gdLst/>
              <a:ahLst/>
              <a:cxnLst/>
              <a:rect l="l" t="t" r="r" b="b"/>
              <a:pathLst>
                <a:path w="1238" h="863" extrusionOk="0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47"/>
            <p:cNvSpPr/>
            <p:nvPr/>
          </p:nvSpPr>
          <p:spPr>
            <a:xfrm>
              <a:off x="3834050" y="4258825"/>
              <a:ext cx="81250" cy="56250"/>
            </a:xfrm>
            <a:custGeom>
              <a:avLst/>
              <a:gdLst/>
              <a:ahLst/>
              <a:cxnLst/>
              <a:rect l="l" t="t" r="r" b="b"/>
              <a:pathLst>
                <a:path w="3250" h="2250" extrusionOk="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47"/>
            <p:cNvSpPr/>
            <p:nvPr/>
          </p:nvSpPr>
          <p:spPr>
            <a:xfrm>
              <a:off x="4063350" y="4351000"/>
              <a:ext cx="31275" cy="15325"/>
            </a:xfrm>
            <a:custGeom>
              <a:avLst/>
              <a:gdLst/>
              <a:ahLst/>
              <a:cxnLst/>
              <a:rect l="l" t="t" r="r" b="b"/>
              <a:pathLst>
                <a:path w="1251" h="613" extrusionOk="0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47"/>
            <p:cNvSpPr/>
            <p:nvPr/>
          </p:nvSpPr>
          <p:spPr>
            <a:xfrm>
              <a:off x="4063350" y="4344750"/>
              <a:ext cx="34075" cy="21875"/>
            </a:xfrm>
            <a:custGeom>
              <a:avLst/>
              <a:gdLst/>
              <a:ahLst/>
              <a:cxnLst/>
              <a:rect l="l" t="t" r="r" b="b"/>
              <a:pathLst>
                <a:path w="1363" h="875" extrusionOk="0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47"/>
            <p:cNvSpPr/>
            <p:nvPr/>
          </p:nvSpPr>
          <p:spPr>
            <a:xfrm>
              <a:off x="4299550" y="4347550"/>
              <a:ext cx="132475" cy="60000"/>
            </a:xfrm>
            <a:custGeom>
              <a:avLst/>
              <a:gdLst/>
              <a:ahLst/>
              <a:cxnLst/>
              <a:rect l="l" t="t" r="r" b="b"/>
              <a:pathLst>
                <a:path w="5299" h="2400" extrusionOk="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47"/>
            <p:cNvSpPr/>
            <p:nvPr/>
          </p:nvSpPr>
          <p:spPr>
            <a:xfrm>
              <a:off x="4363900" y="4310050"/>
              <a:ext cx="61575" cy="65325"/>
            </a:xfrm>
            <a:custGeom>
              <a:avLst/>
              <a:gdLst/>
              <a:ahLst/>
              <a:cxnLst/>
              <a:rect l="l" t="t" r="r" b="b"/>
              <a:pathLst>
                <a:path w="2463" h="2613" extrusionOk="0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47"/>
            <p:cNvSpPr/>
            <p:nvPr/>
          </p:nvSpPr>
          <p:spPr>
            <a:xfrm>
              <a:off x="4353900" y="4321000"/>
              <a:ext cx="35950" cy="46575"/>
            </a:xfrm>
            <a:custGeom>
              <a:avLst/>
              <a:gdLst/>
              <a:ahLst/>
              <a:cxnLst/>
              <a:rect l="l" t="t" r="r" b="b"/>
              <a:pathLst>
                <a:path w="1438" h="1863" extrusionOk="0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47"/>
            <p:cNvSpPr/>
            <p:nvPr/>
          </p:nvSpPr>
          <p:spPr>
            <a:xfrm>
              <a:off x="4384200" y="4332875"/>
              <a:ext cx="17225" cy="30950"/>
            </a:xfrm>
            <a:custGeom>
              <a:avLst/>
              <a:gdLst/>
              <a:ahLst/>
              <a:cxnLst/>
              <a:rect l="l" t="t" r="r" b="b"/>
              <a:pathLst>
                <a:path w="689" h="1238" extrusionOk="0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47"/>
            <p:cNvSpPr/>
            <p:nvPr/>
          </p:nvSpPr>
          <p:spPr>
            <a:xfrm>
              <a:off x="4100225" y="4302575"/>
              <a:ext cx="55325" cy="71550"/>
            </a:xfrm>
            <a:custGeom>
              <a:avLst/>
              <a:gdLst/>
              <a:ahLst/>
              <a:cxnLst/>
              <a:rect l="l" t="t" r="r" b="b"/>
              <a:pathLst>
                <a:path w="2213" h="2862" extrusionOk="0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47"/>
            <p:cNvSpPr/>
            <p:nvPr/>
          </p:nvSpPr>
          <p:spPr>
            <a:xfrm>
              <a:off x="3701275" y="4276950"/>
              <a:ext cx="111850" cy="104375"/>
            </a:xfrm>
            <a:custGeom>
              <a:avLst/>
              <a:gdLst/>
              <a:ahLst/>
              <a:cxnLst/>
              <a:rect l="l" t="t" r="r" b="b"/>
              <a:pathLst>
                <a:path w="4474" h="4175" extrusionOk="0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47"/>
            <p:cNvSpPr/>
            <p:nvPr/>
          </p:nvSpPr>
          <p:spPr>
            <a:xfrm>
              <a:off x="3442900" y="4301950"/>
              <a:ext cx="263700" cy="146525"/>
            </a:xfrm>
            <a:custGeom>
              <a:avLst/>
              <a:gdLst/>
              <a:ahLst/>
              <a:cxnLst/>
              <a:rect l="l" t="t" r="r" b="b"/>
              <a:pathLst>
                <a:path w="10548" h="5861" extrusionOk="0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47"/>
            <p:cNvSpPr/>
            <p:nvPr/>
          </p:nvSpPr>
          <p:spPr>
            <a:xfrm>
              <a:off x="3410100" y="4324750"/>
              <a:ext cx="100625" cy="84375"/>
            </a:xfrm>
            <a:custGeom>
              <a:avLst/>
              <a:gdLst/>
              <a:ahLst/>
              <a:cxnLst/>
              <a:rect l="l" t="t" r="r" b="b"/>
              <a:pathLst>
                <a:path w="4025" h="3375" extrusionOk="0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47"/>
            <p:cNvSpPr/>
            <p:nvPr/>
          </p:nvSpPr>
          <p:spPr>
            <a:xfrm>
              <a:off x="3347925" y="4341000"/>
              <a:ext cx="55325" cy="13450"/>
            </a:xfrm>
            <a:custGeom>
              <a:avLst/>
              <a:gdLst/>
              <a:ahLst/>
              <a:cxnLst/>
              <a:rect l="l" t="t" r="r" b="b"/>
              <a:pathLst>
                <a:path w="2213" h="538" extrusionOk="0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47"/>
            <p:cNvSpPr/>
            <p:nvPr/>
          </p:nvSpPr>
          <p:spPr>
            <a:xfrm>
              <a:off x="3593800" y="4288500"/>
              <a:ext cx="81250" cy="96575"/>
            </a:xfrm>
            <a:custGeom>
              <a:avLst/>
              <a:gdLst/>
              <a:ahLst/>
              <a:cxnLst/>
              <a:rect l="l" t="t" r="r" b="b"/>
              <a:pathLst>
                <a:path w="3250" h="3863" extrusionOk="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47"/>
            <p:cNvSpPr/>
            <p:nvPr/>
          </p:nvSpPr>
          <p:spPr>
            <a:xfrm>
              <a:off x="3666275" y="4246025"/>
              <a:ext cx="22825" cy="110600"/>
            </a:xfrm>
            <a:custGeom>
              <a:avLst/>
              <a:gdLst/>
              <a:ahLst/>
              <a:cxnLst/>
              <a:rect l="l" t="t" r="r" b="b"/>
              <a:pathLst>
                <a:path w="913" h="4424" extrusionOk="0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47"/>
            <p:cNvSpPr/>
            <p:nvPr/>
          </p:nvSpPr>
          <p:spPr>
            <a:xfrm>
              <a:off x="3666600" y="4234450"/>
              <a:ext cx="12200" cy="12225"/>
            </a:xfrm>
            <a:custGeom>
              <a:avLst/>
              <a:gdLst/>
              <a:ahLst/>
              <a:cxnLst/>
              <a:rect l="l" t="t" r="r" b="b"/>
              <a:pathLst>
                <a:path w="488" h="489" extrusionOk="0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47"/>
            <p:cNvSpPr/>
            <p:nvPr/>
          </p:nvSpPr>
          <p:spPr>
            <a:xfrm>
              <a:off x="3660650" y="4232275"/>
              <a:ext cx="22200" cy="17200"/>
            </a:xfrm>
            <a:custGeom>
              <a:avLst/>
              <a:gdLst/>
              <a:ahLst/>
              <a:cxnLst/>
              <a:rect l="l" t="t" r="r" b="b"/>
              <a:pathLst>
                <a:path w="888" h="688" extrusionOk="0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47"/>
            <p:cNvSpPr/>
            <p:nvPr/>
          </p:nvSpPr>
          <p:spPr>
            <a:xfrm>
              <a:off x="3438200" y="4411600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47"/>
            <p:cNvSpPr/>
            <p:nvPr/>
          </p:nvSpPr>
          <p:spPr>
            <a:xfrm>
              <a:off x="3308550" y="4353500"/>
              <a:ext cx="42200" cy="17500"/>
            </a:xfrm>
            <a:custGeom>
              <a:avLst/>
              <a:gdLst/>
              <a:ahLst/>
              <a:cxnLst/>
              <a:rect l="l" t="t" r="r" b="b"/>
              <a:pathLst>
                <a:path w="1688" h="700" extrusionOk="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47"/>
            <p:cNvSpPr/>
            <p:nvPr/>
          </p:nvSpPr>
          <p:spPr>
            <a:xfrm>
              <a:off x="3308250" y="4349125"/>
              <a:ext cx="42200" cy="19700"/>
            </a:xfrm>
            <a:custGeom>
              <a:avLst/>
              <a:gdLst/>
              <a:ahLst/>
              <a:cxnLst/>
              <a:rect l="l" t="t" r="r" b="b"/>
              <a:pathLst>
                <a:path w="1688" h="788" extrusionOk="0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47"/>
            <p:cNvSpPr/>
            <p:nvPr/>
          </p:nvSpPr>
          <p:spPr>
            <a:xfrm>
              <a:off x="3377300" y="4314750"/>
              <a:ext cx="33450" cy="30025"/>
            </a:xfrm>
            <a:custGeom>
              <a:avLst/>
              <a:gdLst/>
              <a:ahLst/>
              <a:cxnLst/>
              <a:rect l="l" t="t" r="r" b="b"/>
              <a:pathLst>
                <a:path w="1338" h="1201" extrusionOk="0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47"/>
            <p:cNvSpPr/>
            <p:nvPr/>
          </p:nvSpPr>
          <p:spPr>
            <a:xfrm>
              <a:off x="3376975" y="4315050"/>
              <a:ext cx="33450" cy="29100"/>
            </a:xfrm>
            <a:custGeom>
              <a:avLst/>
              <a:gdLst/>
              <a:ahLst/>
              <a:cxnLst/>
              <a:rect l="l" t="t" r="r" b="b"/>
              <a:pathLst>
                <a:path w="1338" h="1164" extrusionOk="0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47"/>
            <p:cNvSpPr/>
            <p:nvPr/>
          </p:nvSpPr>
          <p:spPr>
            <a:xfrm>
              <a:off x="3680325" y="4250400"/>
              <a:ext cx="38450" cy="86550"/>
            </a:xfrm>
            <a:custGeom>
              <a:avLst/>
              <a:gdLst/>
              <a:ahLst/>
              <a:cxnLst/>
              <a:rect l="l" t="t" r="r" b="b"/>
              <a:pathLst>
                <a:path w="1538" h="3462" extrusionOk="0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47"/>
            <p:cNvSpPr/>
            <p:nvPr/>
          </p:nvSpPr>
          <p:spPr>
            <a:xfrm>
              <a:off x="3710950" y="423602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47"/>
            <p:cNvSpPr/>
            <p:nvPr/>
          </p:nvSpPr>
          <p:spPr>
            <a:xfrm>
              <a:off x="3642525" y="4266325"/>
              <a:ext cx="30650" cy="82200"/>
            </a:xfrm>
            <a:custGeom>
              <a:avLst/>
              <a:gdLst/>
              <a:ahLst/>
              <a:cxnLst/>
              <a:rect l="l" t="t" r="r" b="b"/>
              <a:pathLst>
                <a:path w="1226" h="3288" extrusionOk="0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47"/>
            <p:cNvSpPr/>
            <p:nvPr/>
          </p:nvSpPr>
          <p:spPr>
            <a:xfrm>
              <a:off x="3633475" y="4256950"/>
              <a:ext cx="12825" cy="15025"/>
            </a:xfrm>
            <a:custGeom>
              <a:avLst/>
              <a:gdLst/>
              <a:ahLst/>
              <a:cxnLst/>
              <a:rect l="l" t="t" r="r" b="b"/>
              <a:pathLst>
                <a:path w="513" h="601" extrusionOk="0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47"/>
            <p:cNvSpPr/>
            <p:nvPr/>
          </p:nvSpPr>
          <p:spPr>
            <a:xfrm>
              <a:off x="3232025" y="4371600"/>
              <a:ext cx="237775" cy="60325"/>
            </a:xfrm>
            <a:custGeom>
              <a:avLst/>
              <a:gdLst/>
              <a:ahLst/>
              <a:cxnLst/>
              <a:rect l="l" t="t" r="r" b="b"/>
              <a:pathLst>
                <a:path w="9511" h="2413" extrusionOk="0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47"/>
            <p:cNvSpPr/>
            <p:nvPr/>
          </p:nvSpPr>
          <p:spPr>
            <a:xfrm>
              <a:off x="3717200" y="4327550"/>
              <a:ext cx="31575" cy="49400"/>
            </a:xfrm>
            <a:custGeom>
              <a:avLst/>
              <a:gdLst/>
              <a:ahLst/>
              <a:cxnLst/>
              <a:rect l="l" t="t" r="r" b="b"/>
              <a:pathLst>
                <a:path w="1263" h="1976" extrusionOk="0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47"/>
            <p:cNvSpPr/>
            <p:nvPr/>
          </p:nvSpPr>
          <p:spPr>
            <a:xfrm>
              <a:off x="3471650" y="4370975"/>
              <a:ext cx="62800" cy="31575"/>
            </a:xfrm>
            <a:custGeom>
              <a:avLst/>
              <a:gdLst/>
              <a:ahLst/>
              <a:cxnLst/>
              <a:rect l="l" t="t" r="r" b="b"/>
              <a:pathLst>
                <a:path w="2512" h="1263" extrusionOk="0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47"/>
            <p:cNvSpPr/>
            <p:nvPr/>
          </p:nvSpPr>
          <p:spPr>
            <a:xfrm>
              <a:off x="3504750" y="4396300"/>
              <a:ext cx="30650" cy="21575"/>
            </a:xfrm>
            <a:custGeom>
              <a:avLst/>
              <a:gdLst/>
              <a:ahLst/>
              <a:cxnLst/>
              <a:rect l="l" t="t" r="r" b="b"/>
              <a:pathLst>
                <a:path w="1226" h="863" extrusionOk="0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47"/>
            <p:cNvSpPr/>
            <p:nvPr/>
          </p:nvSpPr>
          <p:spPr>
            <a:xfrm>
              <a:off x="3694400" y="4258825"/>
              <a:ext cx="81250" cy="56575"/>
            </a:xfrm>
            <a:custGeom>
              <a:avLst/>
              <a:gdLst/>
              <a:ahLst/>
              <a:cxnLst/>
              <a:rect l="l" t="t" r="r" b="b"/>
              <a:pathLst>
                <a:path w="3250" h="2263" extrusionOk="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47"/>
            <p:cNvSpPr/>
            <p:nvPr/>
          </p:nvSpPr>
          <p:spPr>
            <a:xfrm>
              <a:off x="3515075" y="4351000"/>
              <a:ext cx="31250" cy="15325"/>
            </a:xfrm>
            <a:custGeom>
              <a:avLst/>
              <a:gdLst/>
              <a:ahLst/>
              <a:cxnLst/>
              <a:rect l="l" t="t" r="r" b="b"/>
              <a:pathLst>
                <a:path w="1250" h="613" extrusionOk="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47"/>
            <p:cNvSpPr/>
            <p:nvPr/>
          </p:nvSpPr>
          <p:spPr>
            <a:xfrm>
              <a:off x="3512250" y="4344750"/>
              <a:ext cx="34075" cy="22200"/>
            </a:xfrm>
            <a:custGeom>
              <a:avLst/>
              <a:gdLst/>
              <a:ahLst/>
              <a:cxnLst/>
              <a:rect l="l" t="t" r="r" b="b"/>
              <a:pathLst>
                <a:path w="1363" h="888" extrusionOk="0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47"/>
            <p:cNvSpPr/>
            <p:nvPr/>
          </p:nvSpPr>
          <p:spPr>
            <a:xfrm>
              <a:off x="3177650" y="4347550"/>
              <a:ext cx="132500" cy="60000"/>
            </a:xfrm>
            <a:custGeom>
              <a:avLst/>
              <a:gdLst/>
              <a:ahLst/>
              <a:cxnLst/>
              <a:rect l="l" t="t" r="r" b="b"/>
              <a:pathLst>
                <a:path w="5300" h="2400" extrusionOk="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47"/>
            <p:cNvSpPr/>
            <p:nvPr/>
          </p:nvSpPr>
          <p:spPr>
            <a:xfrm>
              <a:off x="3184850" y="4310375"/>
              <a:ext cx="60925" cy="65000"/>
            </a:xfrm>
            <a:custGeom>
              <a:avLst/>
              <a:gdLst/>
              <a:ahLst/>
              <a:cxnLst/>
              <a:rect l="l" t="t" r="r" b="b"/>
              <a:pathLst>
                <a:path w="2437" h="2600" extrusionOk="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47"/>
            <p:cNvSpPr/>
            <p:nvPr/>
          </p:nvSpPr>
          <p:spPr>
            <a:xfrm>
              <a:off x="3219825" y="4320675"/>
              <a:ext cx="35950" cy="46900"/>
            </a:xfrm>
            <a:custGeom>
              <a:avLst/>
              <a:gdLst/>
              <a:ahLst/>
              <a:cxnLst/>
              <a:rect l="l" t="t" r="r" b="b"/>
              <a:pathLst>
                <a:path w="1438" h="1876" extrusionOk="0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47"/>
            <p:cNvSpPr/>
            <p:nvPr/>
          </p:nvSpPr>
          <p:spPr>
            <a:xfrm>
              <a:off x="3208275" y="4332875"/>
              <a:ext cx="17200" cy="30950"/>
            </a:xfrm>
            <a:custGeom>
              <a:avLst/>
              <a:gdLst/>
              <a:ahLst/>
              <a:cxnLst/>
              <a:rect l="l" t="t" r="r" b="b"/>
              <a:pathLst>
                <a:path w="688" h="1238" extrusionOk="0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47"/>
            <p:cNvSpPr/>
            <p:nvPr/>
          </p:nvSpPr>
          <p:spPr>
            <a:xfrm>
              <a:off x="3454450" y="4302575"/>
              <a:ext cx="55025" cy="71550"/>
            </a:xfrm>
            <a:custGeom>
              <a:avLst/>
              <a:gdLst/>
              <a:ahLst/>
              <a:cxnLst/>
              <a:rect l="l" t="t" r="r" b="b"/>
              <a:pathLst>
                <a:path w="2201" h="2862" extrusionOk="0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47"/>
            <p:cNvSpPr/>
            <p:nvPr/>
          </p:nvSpPr>
          <p:spPr>
            <a:xfrm>
              <a:off x="3809050" y="4281625"/>
              <a:ext cx="20025" cy="15350"/>
            </a:xfrm>
            <a:custGeom>
              <a:avLst/>
              <a:gdLst/>
              <a:ahLst/>
              <a:cxnLst/>
              <a:rect l="l" t="t" r="r" b="b"/>
              <a:pathLst>
                <a:path w="801" h="614" extrusionOk="0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47"/>
            <p:cNvSpPr/>
            <p:nvPr/>
          </p:nvSpPr>
          <p:spPr>
            <a:xfrm>
              <a:off x="3812475" y="4278200"/>
              <a:ext cx="16900" cy="5950"/>
            </a:xfrm>
            <a:custGeom>
              <a:avLst/>
              <a:gdLst/>
              <a:ahLst/>
              <a:cxnLst/>
              <a:rect l="l" t="t" r="r" b="b"/>
              <a:pathLst>
                <a:path w="676" h="238" extrusionOk="0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47"/>
            <p:cNvSpPr/>
            <p:nvPr/>
          </p:nvSpPr>
          <p:spPr>
            <a:xfrm>
              <a:off x="3801250" y="4294125"/>
              <a:ext cx="9375" cy="7850"/>
            </a:xfrm>
            <a:custGeom>
              <a:avLst/>
              <a:gdLst/>
              <a:ahLst/>
              <a:cxnLst/>
              <a:rect l="l" t="t" r="r" b="b"/>
              <a:pathLst>
                <a:path w="375" h="314" extrusionOk="0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47"/>
            <p:cNvSpPr/>
            <p:nvPr/>
          </p:nvSpPr>
          <p:spPr>
            <a:xfrm>
              <a:off x="3783125" y="4280700"/>
              <a:ext cx="20025" cy="15650"/>
            </a:xfrm>
            <a:custGeom>
              <a:avLst/>
              <a:gdLst/>
              <a:ahLst/>
              <a:cxnLst/>
              <a:rect l="l" t="t" r="r" b="b"/>
              <a:pathLst>
                <a:path w="801" h="626" extrusionOk="0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47"/>
            <p:cNvSpPr/>
            <p:nvPr/>
          </p:nvSpPr>
          <p:spPr>
            <a:xfrm>
              <a:off x="3783425" y="4276325"/>
              <a:ext cx="24400" cy="10325"/>
            </a:xfrm>
            <a:custGeom>
              <a:avLst/>
              <a:gdLst/>
              <a:ahLst/>
              <a:cxnLst/>
              <a:rect l="l" t="t" r="r" b="b"/>
              <a:pathLst>
                <a:path w="976" h="413" extrusionOk="0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47"/>
            <p:cNvSpPr/>
            <p:nvPr/>
          </p:nvSpPr>
          <p:spPr>
            <a:xfrm>
              <a:off x="3804375" y="4278500"/>
              <a:ext cx="13750" cy="8150"/>
            </a:xfrm>
            <a:custGeom>
              <a:avLst/>
              <a:gdLst/>
              <a:ahLst/>
              <a:cxnLst/>
              <a:rect l="l" t="t" r="r" b="b"/>
              <a:pathLst>
                <a:path w="550" h="326" extrusionOk="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47"/>
            <p:cNvSpPr/>
            <p:nvPr/>
          </p:nvSpPr>
          <p:spPr>
            <a:xfrm>
              <a:off x="3798750" y="4264450"/>
              <a:ext cx="14375" cy="12525"/>
            </a:xfrm>
            <a:custGeom>
              <a:avLst/>
              <a:gdLst/>
              <a:ahLst/>
              <a:cxnLst/>
              <a:rect l="l" t="t" r="r" b="b"/>
              <a:pathLst>
                <a:path w="575" h="501" extrusionOk="0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47"/>
            <p:cNvSpPr/>
            <p:nvPr/>
          </p:nvSpPr>
          <p:spPr>
            <a:xfrm>
              <a:off x="6793275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47"/>
            <p:cNvSpPr/>
            <p:nvPr/>
          </p:nvSpPr>
          <p:spPr>
            <a:xfrm>
              <a:off x="681857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47"/>
            <p:cNvSpPr/>
            <p:nvPr/>
          </p:nvSpPr>
          <p:spPr>
            <a:xfrm>
              <a:off x="6840750" y="24483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47"/>
            <p:cNvSpPr/>
            <p:nvPr/>
          </p:nvSpPr>
          <p:spPr>
            <a:xfrm>
              <a:off x="6857625" y="2386200"/>
              <a:ext cx="13450" cy="55325"/>
            </a:xfrm>
            <a:custGeom>
              <a:avLst/>
              <a:gdLst/>
              <a:ahLst/>
              <a:cxnLst/>
              <a:rect l="l" t="t" r="r" b="b"/>
              <a:pathLst>
                <a:path w="538" h="2213" extrusionOk="0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47"/>
            <p:cNvSpPr/>
            <p:nvPr/>
          </p:nvSpPr>
          <p:spPr>
            <a:xfrm>
              <a:off x="6804825" y="2632075"/>
              <a:ext cx="96875" cy="82175"/>
            </a:xfrm>
            <a:custGeom>
              <a:avLst/>
              <a:gdLst/>
              <a:ahLst/>
              <a:cxnLst/>
              <a:rect l="l" t="t" r="r" b="b"/>
              <a:pathLst>
                <a:path w="3875" h="3287" extrusionOk="0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47"/>
            <p:cNvSpPr/>
            <p:nvPr/>
          </p:nvSpPr>
          <p:spPr>
            <a:xfrm>
              <a:off x="6762650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47"/>
            <p:cNvSpPr/>
            <p:nvPr/>
          </p:nvSpPr>
          <p:spPr>
            <a:xfrm>
              <a:off x="675110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47"/>
            <p:cNvSpPr/>
            <p:nvPr/>
          </p:nvSpPr>
          <p:spPr>
            <a:xfrm>
              <a:off x="6748900" y="2702675"/>
              <a:ext cx="16275" cy="18450"/>
            </a:xfrm>
            <a:custGeom>
              <a:avLst/>
              <a:gdLst/>
              <a:ahLst/>
              <a:cxnLst/>
              <a:rect l="l" t="t" r="r" b="b"/>
              <a:pathLst>
                <a:path w="651" h="738" extrusionOk="0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47"/>
            <p:cNvSpPr/>
            <p:nvPr/>
          </p:nvSpPr>
          <p:spPr>
            <a:xfrm>
              <a:off x="6927925" y="2476175"/>
              <a:ext cx="3450" cy="2825"/>
            </a:xfrm>
            <a:custGeom>
              <a:avLst/>
              <a:gdLst/>
              <a:ahLst/>
              <a:cxnLst/>
              <a:rect l="l" t="t" r="r" b="b"/>
              <a:pathLst>
                <a:path w="138" h="113" extrusionOk="0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47"/>
            <p:cNvSpPr/>
            <p:nvPr/>
          </p:nvSpPr>
          <p:spPr>
            <a:xfrm>
              <a:off x="6869800" y="2346825"/>
              <a:ext cx="17850" cy="42200"/>
            </a:xfrm>
            <a:custGeom>
              <a:avLst/>
              <a:gdLst/>
              <a:ahLst/>
              <a:cxnLst/>
              <a:rect l="l" t="t" r="r" b="b"/>
              <a:pathLst>
                <a:path w="714" h="1688" extrusionOk="0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47"/>
            <p:cNvSpPr/>
            <p:nvPr/>
          </p:nvSpPr>
          <p:spPr>
            <a:xfrm>
              <a:off x="6865425" y="23465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47"/>
            <p:cNvSpPr/>
            <p:nvPr/>
          </p:nvSpPr>
          <p:spPr>
            <a:xfrm>
              <a:off x="6831375" y="241587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47"/>
            <p:cNvSpPr/>
            <p:nvPr/>
          </p:nvSpPr>
          <p:spPr>
            <a:xfrm>
              <a:off x="6831375" y="2415550"/>
              <a:ext cx="29400" cy="33475"/>
            </a:xfrm>
            <a:custGeom>
              <a:avLst/>
              <a:gdLst/>
              <a:ahLst/>
              <a:cxnLst/>
              <a:rect l="l" t="t" r="r" b="b"/>
              <a:pathLst>
                <a:path w="1176" h="1339" extrusionOk="0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47"/>
            <p:cNvSpPr/>
            <p:nvPr/>
          </p:nvSpPr>
          <p:spPr>
            <a:xfrm>
              <a:off x="6767025" y="2718300"/>
              <a:ext cx="86575" cy="38750"/>
            </a:xfrm>
            <a:custGeom>
              <a:avLst/>
              <a:gdLst/>
              <a:ahLst/>
              <a:cxnLst/>
              <a:rect l="l" t="t" r="r" b="b"/>
              <a:pathLst>
                <a:path w="3463" h="1550" extrusionOk="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47"/>
            <p:cNvSpPr/>
            <p:nvPr/>
          </p:nvSpPr>
          <p:spPr>
            <a:xfrm>
              <a:off x="6752975" y="2749525"/>
              <a:ext cx="16250" cy="17850"/>
            </a:xfrm>
            <a:custGeom>
              <a:avLst/>
              <a:gdLst/>
              <a:ahLst/>
              <a:cxnLst/>
              <a:rect l="l" t="t" r="r" b="b"/>
              <a:pathLst>
                <a:path w="650" h="714" extrusionOk="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47"/>
            <p:cNvSpPr/>
            <p:nvPr/>
          </p:nvSpPr>
          <p:spPr>
            <a:xfrm>
              <a:off x="6783275" y="2681125"/>
              <a:ext cx="81875" cy="30625"/>
            </a:xfrm>
            <a:custGeom>
              <a:avLst/>
              <a:gdLst/>
              <a:ahLst/>
              <a:cxnLst/>
              <a:rect l="l" t="t" r="r" b="b"/>
              <a:pathLst>
                <a:path w="3275" h="1225" extrusionOk="0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47"/>
            <p:cNvSpPr/>
            <p:nvPr/>
          </p:nvSpPr>
          <p:spPr>
            <a:xfrm>
              <a:off x="6773575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47"/>
            <p:cNvSpPr/>
            <p:nvPr/>
          </p:nvSpPr>
          <p:spPr>
            <a:xfrm>
              <a:off x="6888250" y="2270600"/>
              <a:ext cx="60000" cy="237450"/>
            </a:xfrm>
            <a:custGeom>
              <a:avLst/>
              <a:gdLst/>
              <a:ahLst/>
              <a:cxnLst/>
              <a:rect l="l" t="t" r="r" b="b"/>
              <a:pathLst>
                <a:path w="2400" h="9498" extrusionOk="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47"/>
            <p:cNvSpPr/>
            <p:nvPr/>
          </p:nvSpPr>
          <p:spPr>
            <a:xfrm>
              <a:off x="6844200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47"/>
            <p:cNvSpPr/>
            <p:nvPr/>
          </p:nvSpPr>
          <p:spPr>
            <a:xfrm>
              <a:off x="6887300" y="25102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47"/>
            <p:cNvSpPr/>
            <p:nvPr/>
          </p:nvSpPr>
          <p:spPr>
            <a:xfrm>
              <a:off x="6912925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47"/>
            <p:cNvSpPr/>
            <p:nvPr/>
          </p:nvSpPr>
          <p:spPr>
            <a:xfrm>
              <a:off x="6775150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47"/>
            <p:cNvSpPr/>
            <p:nvPr/>
          </p:nvSpPr>
          <p:spPr>
            <a:xfrm>
              <a:off x="6867625" y="2553650"/>
              <a:ext cx="15025" cy="30950"/>
            </a:xfrm>
            <a:custGeom>
              <a:avLst/>
              <a:gdLst/>
              <a:ahLst/>
              <a:cxnLst/>
              <a:rect l="l" t="t" r="r" b="b"/>
              <a:pathLst>
                <a:path w="601" h="1238" extrusionOk="0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47"/>
            <p:cNvSpPr/>
            <p:nvPr/>
          </p:nvSpPr>
          <p:spPr>
            <a:xfrm>
              <a:off x="68613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47"/>
            <p:cNvSpPr/>
            <p:nvPr/>
          </p:nvSpPr>
          <p:spPr>
            <a:xfrm>
              <a:off x="6864175" y="2216250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47"/>
            <p:cNvSpPr/>
            <p:nvPr/>
          </p:nvSpPr>
          <p:spPr>
            <a:xfrm>
              <a:off x="6826700" y="2222800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47"/>
            <p:cNvSpPr/>
            <p:nvPr/>
          </p:nvSpPr>
          <p:spPr>
            <a:xfrm>
              <a:off x="6837325" y="2258100"/>
              <a:ext cx="46875" cy="35950"/>
            </a:xfrm>
            <a:custGeom>
              <a:avLst/>
              <a:gdLst/>
              <a:ahLst/>
              <a:cxnLst/>
              <a:rect l="l" t="t" r="r" b="b"/>
              <a:pathLst>
                <a:path w="1875" h="1438" extrusionOk="0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47"/>
            <p:cNvSpPr/>
            <p:nvPr/>
          </p:nvSpPr>
          <p:spPr>
            <a:xfrm>
              <a:off x="6849500" y="2246850"/>
              <a:ext cx="30650" cy="17200"/>
            </a:xfrm>
            <a:custGeom>
              <a:avLst/>
              <a:gdLst/>
              <a:ahLst/>
              <a:cxnLst/>
              <a:rect l="l" t="t" r="r" b="b"/>
              <a:pathLst>
                <a:path w="1226" h="688" extrusionOk="0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47"/>
            <p:cNvSpPr/>
            <p:nvPr/>
          </p:nvSpPr>
          <p:spPr>
            <a:xfrm>
              <a:off x="6819200" y="2492725"/>
              <a:ext cx="71575" cy="55025"/>
            </a:xfrm>
            <a:custGeom>
              <a:avLst/>
              <a:gdLst/>
              <a:ahLst/>
              <a:cxnLst/>
              <a:rect l="l" t="t" r="r" b="b"/>
              <a:pathLst>
                <a:path w="2863" h="2201" extrusionOk="0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47"/>
            <p:cNvSpPr/>
            <p:nvPr/>
          </p:nvSpPr>
          <p:spPr>
            <a:xfrm>
              <a:off x="6793275" y="2835125"/>
              <a:ext cx="104675" cy="111575"/>
            </a:xfrm>
            <a:custGeom>
              <a:avLst/>
              <a:gdLst/>
              <a:ahLst/>
              <a:cxnLst/>
              <a:rect l="l" t="t" r="r" b="b"/>
              <a:pathLst>
                <a:path w="4187" h="4463" extrusionOk="0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47"/>
            <p:cNvSpPr/>
            <p:nvPr/>
          </p:nvSpPr>
          <p:spPr>
            <a:xfrm>
              <a:off x="6818575" y="2941350"/>
              <a:ext cx="146550" cy="263725"/>
            </a:xfrm>
            <a:custGeom>
              <a:avLst/>
              <a:gdLst/>
              <a:ahLst/>
              <a:cxnLst/>
              <a:rect l="l" t="t" r="r" b="b"/>
              <a:pathLst>
                <a:path w="5862" h="10549" extrusionOk="0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47"/>
            <p:cNvSpPr/>
            <p:nvPr/>
          </p:nvSpPr>
          <p:spPr>
            <a:xfrm>
              <a:off x="6841075" y="3137250"/>
              <a:ext cx="84375" cy="100925"/>
            </a:xfrm>
            <a:custGeom>
              <a:avLst/>
              <a:gdLst/>
              <a:ahLst/>
              <a:cxnLst/>
              <a:rect l="l" t="t" r="r" b="b"/>
              <a:pathLst>
                <a:path w="3375" h="4037" extrusionOk="0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47"/>
            <p:cNvSpPr/>
            <p:nvPr/>
          </p:nvSpPr>
          <p:spPr>
            <a:xfrm>
              <a:off x="6857325" y="3245025"/>
              <a:ext cx="13750" cy="55325"/>
            </a:xfrm>
            <a:custGeom>
              <a:avLst/>
              <a:gdLst/>
              <a:ahLst/>
              <a:cxnLst/>
              <a:rect l="l" t="t" r="r" b="b"/>
              <a:pathLst>
                <a:path w="550" h="2213" extrusionOk="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47"/>
            <p:cNvSpPr/>
            <p:nvPr/>
          </p:nvSpPr>
          <p:spPr>
            <a:xfrm>
              <a:off x="6805150" y="2972925"/>
              <a:ext cx="96550" cy="81550"/>
            </a:xfrm>
            <a:custGeom>
              <a:avLst/>
              <a:gdLst/>
              <a:ahLst/>
              <a:cxnLst/>
              <a:rect l="l" t="t" r="r" b="b"/>
              <a:pathLst>
                <a:path w="3862" h="3262" extrusionOk="0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47"/>
            <p:cNvSpPr/>
            <p:nvPr/>
          </p:nvSpPr>
          <p:spPr>
            <a:xfrm>
              <a:off x="6762350" y="2958850"/>
              <a:ext cx="110600" cy="22825"/>
            </a:xfrm>
            <a:custGeom>
              <a:avLst/>
              <a:gdLst/>
              <a:ahLst/>
              <a:cxnLst/>
              <a:rect l="l" t="t" r="r" b="b"/>
              <a:pathLst>
                <a:path w="4424" h="913" extrusionOk="0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47"/>
            <p:cNvSpPr/>
            <p:nvPr/>
          </p:nvSpPr>
          <p:spPr>
            <a:xfrm>
              <a:off x="675110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47"/>
            <p:cNvSpPr/>
            <p:nvPr/>
          </p:nvSpPr>
          <p:spPr>
            <a:xfrm>
              <a:off x="6748600" y="2965425"/>
              <a:ext cx="17200" cy="22200"/>
            </a:xfrm>
            <a:custGeom>
              <a:avLst/>
              <a:gdLst/>
              <a:ahLst/>
              <a:cxnLst/>
              <a:rect l="l" t="t" r="r" b="b"/>
              <a:pathLst>
                <a:path w="688" h="888" extrusionOk="0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47"/>
            <p:cNvSpPr/>
            <p:nvPr/>
          </p:nvSpPr>
          <p:spPr>
            <a:xfrm>
              <a:off x="6927925" y="3207225"/>
              <a:ext cx="3450" cy="2850"/>
            </a:xfrm>
            <a:custGeom>
              <a:avLst/>
              <a:gdLst/>
              <a:ahLst/>
              <a:cxnLst/>
              <a:rect l="l" t="t" r="r" b="b"/>
              <a:pathLst>
                <a:path w="138" h="114" extrusionOk="0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47"/>
            <p:cNvSpPr/>
            <p:nvPr/>
          </p:nvSpPr>
          <p:spPr>
            <a:xfrm>
              <a:off x="6870125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47"/>
            <p:cNvSpPr/>
            <p:nvPr/>
          </p:nvSpPr>
          <p:spPr>
            <a:xfrm>
              <a:off x="6865425" y="3297825"/>
              <a:ext cx="19725" cy="42200"/>
            </a:xfrm>
            <a:custGeom>
              <a:avLst/>
              <a:gdLst/>
              <a:ahLst/>
              <a:cxnLst/>
              <a:rect l="l" t="t" r="r" b="b"/>
              <a:pathLst>
                <a:path w="789" h="1688" extrusionOk="0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47"/>
            <p:cNvSpPr/>
            <p:nvPr/>
          </p:nvSpPr>
          <p:spPr>
            <a:xfrm>
              <a:off x="6831375" y="3237525"/>
              <a:ext cx="30025" cy="33150"/>
            </a:xfrm>
            <a:custGeom>
              <a:avLst/>
              <a:gdLst/>
              <a:ahLst/>
              <a:cxnLst/>
              <a:rect l="l" t="t" r="r" b="b"/>
              <a:pathLst>
                <a:path w="1201" h="1326" extrusionOk="0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47"/>
            <p:cNvSpPr/>
            <p:nvPr/>
          </p:nvSpPr>
          <p:spPr>
            <a:xfrm>
              <a:off x="6831700" y="3237850"/>
              <a:ext cx="29075" cy="33125"/>
            </a:xfrm>
            <a:custGeom>
              <a:avLst/>
              <a:gdLst/>
              <a:ahLst/>
              <a:cxnLst/>
              <a:rect l="l" t="t" r="r" b="b"/>
              <a:pathLst>
                <a:path w="1163" h="1325" extrusionOk="0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47"/>
            <p:cNvSpPr/>
            <p:nvPr/>
          </p:nvSpPr>
          <p:spPr>
            <a:xfrm>
              <a:off x="6767025" y="2929475"/>
              <a:ext cx="86575" cy="38475"/>
            </a:xfrm>
            <a:custGeom>
              <a:avLst/>
              <a:gdLst/>
              <a:ahLst/>
              <a:cxnLst/>
              <a:rect l="l" t="t" r="r" b="b"/>
              <a:pathLst>
                <a:path w="3463" h="1539" extrusionOk="0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47"/>
            <p:cNvSpPr/>
            <p:nvPr/>
          </p:nvSpPr>
          <p:spPr>
            <a:xfrm>
              <a:off x="6752650" y="2919175"/>
              <a:ext cx="16575" cy="17825"/>
            </a:xfrm>
            <a:custGeom>
              <a:avLst/>
              <a:gdLst/>
              <a:ahLst/>
              <a:cxnLst/>
              <a:rect l="l" t="t" r="r" b="b"/>
              <a:pathLst>
                <a:path w="663" h="713" extrusionOk="0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47"/>
            <p:cNvSpPr/>
            <p:nvPr/>
          </p:nvSpPr>
          <p:spPr>
            <a:xfrm>
              <a:off x="6783275" y="2974800"/>
              <a:ext cx="81875" cy="30325"/>
            </a:xfrm>
            <a:custGeom>
              <a:avLst/>
              <a:gdLst/>
              <a:ahLst/>
              <a:cxnLst/>
              <a:rect l="l" t="t" r="r" b="b"/>
              <a:pathLst>
                <a:path w="3275" h="1213" extrusionOk="0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47"/>
            <p:cNvSpPr/>
            <p:nvPr/>
          </p:nvSpPr>
          <p:spPr>
            <a:xfrm>
              <a:off x="6773575" y="3001650"/>
              <a:ext cx="14725" cy="13150"/>
            </a:xfrm>
            <a:custGeom>
              <a:avLst/>
              <a:gdLst/>
              <a:ahLst/>
              <a:cxnLst/>
              <a:rect l="l" t="t" r="r" b="b"/>
              <a:pathLst>
                <a:path w="589" h="526" extrusionOk="0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47"/>
            <p:cNvSpPr/>
            <p:nvPr/>
          </p:nvSpPr>
          <p:spPr>
            <a:xfrm>
              <a:off x="6888250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47"/>
            <p:cNvSpPr/>
            <p:nvPr/>
          </p:nvSpPr>
          <p:spPr>
            <a:xfrm>
              <a:off x="6844200" y="2899500"/>
              <a:ext cx="49375" cy="31575"/>
            </a:xfrm>
            <a:custGeom>
              <a:avLst/>
              <a:gdLst/>
              <a:ahLst/>
              <a:cxnLst/>
              <a:rect l="l" t="t" r="r" b="b"/>
              <a:pathLst>
                <a:path w="1975" h="1263" extrusionOk="0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47"/>
            <p:cNvSpPr/>
            <p:nvPr/>
          </p:nvSpPr>
          <p:spPr>
            <a:xfrm>
              <a:off x="6887300" y="3113825"/>
              <a:ext cx="31575" cy="62500"/>
            </a:xfrm>
            <a:custGeom>
              <a:avLst/>
              <a:gdLst/>
              <a:ahLst/>
              <a:cxnLst/>
              <a:rect l="l" t="t" r="r" b="b"/>
              <a:pathLst>
                <a:path w="1263" h="2500" extrusionOk="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47"/>
            <p:cNvSpPr/>
            <p:nvPr/>
          </p:nvSpPr>
          <p:spPr>
            <a:xfrm>
              <a:off x="6912925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47"/>
            <p:cNvSpPr/>
            <p:nvPr/>
          </p:nvSpPr>
          <p:spPr>
            <a:xfrm>
              <a:off x="6775450" y="287262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47"/>
            <p:cNvSpPr/>
            <p:nvPr/>
          </p:nvSpPr>
          <p:spPr>
            <a:xfrm>
              <a:off x="6867625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47"/>
            <p:cNvSpPr/>
            <p:nvPr/>
          </p:nvSpPr>
          <p:spPr>
            <a:xfrm>
              <a:off x="6861375" y="3101625"/>
              <a:ext cx="21900" cy="34075"/>
            </a:xfrm>
            <a:custGeom>
              <a:avLst/>
              <a:gdLst/>
              <a:ahLst/>
              <a:cxnLst/>
              <a:rect l="l" t="t" r="r" b="b"/>
              <a:pathLst>
                <a:path w="876" h="1363" extrusionOk="0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47"/>
            <p:cNvSpPr/>
            <p:nvPr/>
          </p:nvSpPr>
          <p:spPr>
            <a:xfrm>
              <a:off x="6864175" y="3338125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47"/>
            <p:cNvSpPr/>
            <p:nvPr/>
          </p:nvSpPr>
          <p:spPr>
            <a:xfrm>
              <a:off x="6826700" y="3402175"/>
              <a:ext cx="65000" cy="61250"/>
            </a:xfrm>
            <a:custGeom>
              <a:avLst/>
              <a:gdLst/>
              <a:ahLst/>
              <a:cxnLst/>
              <a:rect l="l" t="t" r="r" b="b"/>
              <a:pathLst>
                <a:path w="2600" h="2450" extrusionOk="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47"/>
            <p:cNvSpPr/>
            <p:nvPr/>
          </p:nvSpPr>
          <p:spPr>
            <a:xfrm>
              <a:off x="6837325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47"/>
            <p:cNvSpPr/>
            <p:nvPr/>
          </p:nvSpPr>
          <p:spPr>
            <a:xfrm>
              <a:off x="6849500" y="3422475"/>
              <a:ext cx="30950" cy="17525"/>
            </a:xfrm>
            <a:custGeom>
              <a:avLst/>
              <a:gdLst/>
              <a:ahLst/>
              <a:cxnLst/>
              <a:rect l="l" t="t" r="r" b="b"/>
              <a:pathLst>
                <a:path w="1238" h="701" extrusionOk="0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47"/>
            <p:cNvSpPr/>
            <p:nvPr/>
          </p:nvSpPr>
          <p:spPr>
            <a:xfrm>
              <a:off x="6819200" y="3138500"/>
              <a:ext cx="71575" cy="55325"/>
            </a:xfrm>
            <a:custGeom>
              <a:avLst/>
              <a:gdLst/>
              <a:ahLst/>
              <a:cxnLst/>
              <a:rect l="l" t="t" r="r" b="b"/>
              <a:pathLst>
                <a:path w="2863" h="2213" extrusionOk="0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47"/>
            <p:cNvSpPr/>
            <p:nvPr/>
          </p:nvSpPr>
          <p:spPr>
            <a:xfrm>
              <a:off x="6798275" y="2819200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47"/>
            <p:cNvSpPr/>
            <p:nvPr/>
          </p:nvSpPr>
          <p:spPr>
            <a:xfrm>
              <a:off x="6794825" y="2818575"/>
              <a:ext cx="5975" cy="16900"/>
            </a:xfrm>
            <a:custGeom>
              <a:avLst/>
              <a:gdLst/>
              <a:ahLst/>
              <a:cxnLst/>
              <a:rect l="l" t="t" r="r" b="b"/>
              <a:pathLst>
                <a:path w="239" h="676" extrusionOk="0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47"/>
            <p:cNvSpPr/>
            <p:nvPr/>
          </p:nvSpPr>
          <p:spPr>
            <a:xfrm>
              <a:off x="6810775" y="2837625"/>
              <a:ext cx="7500" cy="9400"/>
            </a:xfrm>
            <a:custGeom>
              <a:avLst/>
              <a:gdLst/>
              <a:ahLst/>
              <a:cxnLst/>
              <a:rect l="l" t="t" r="r" b="b"/>
              <a:pathLst>
                <a:path w="300" h="376" extrusionOk="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47"/>
            <p:cNvSpPr/>
            <p:nvPr/>
          </p:nvSpPr>
          <p:spPr>
            <a:xfrm>
              <a:off x="6797325" y="2844825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47"/>
            <p:cNvSpPr/>
            <p:nvPr/>
          </p:nvSpPr>
          <p:spPr>
            <a:xfrm>
              <a:off x="6792950" y="2840450"/>
              <a:ext cx="10025" cy="24075"/>
            </a:xfrm>
            <a:custGeom>
              <a:avLst/>
              <a:gdLst/>
              <a:ahLst/>
              <a:cxnLst/>
              <a:rect l="l" t="t" r="r" b="b"/>
              <a:pathLst>
                <a:path w="401" h="963" extrusionOk="0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47"/>
            <p:cNvSpPr/>
            <p:nvPr/>
          </p:nvSpPr>
          <p:spPr>
            <a:xfrm>
              <a:off x="6795150" y="2829825"/>
              <a:ext cx="8150" cy="14075"/>
            </a:xfrm>
            <a:custGeom>
              <a:avLst/>
              <a:gdLst/>
              <a:ahLst/>
              <a:cxnLst/>
              <a:rect l="l" t="t" r="r" b="b"/>
              <a:pathLst>
                <a:path w="326" h="563" extrusionOk="0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47"/>
            <p:cNvSpPr/>
            <p:nvPr/>
          </p:nvSpPr>
          <p:spPr>
            <a:xfrm>
              <a:off x="6781075" y="2835125"/>
              <a:ext cx="12525" cy="14400"/>
            </a:xfrm>
            <a:custGeom>
              <a:avLst/>
              <a:gdLst/>
              <a:ahLst/>
              <a:cxnLst/>
              <a:rect l="l" t="t" r="r" b="b"/>
              <a:pathLst>
                <a:path w="501" h="576" extrusionOk="0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47"/>
            <p:cNvSpPr/>
            <p:nvPr/>
          </p:nvSpPr>
          <p:spPr>
            <a:xfrm>
              <a:off x="695500" y="2835450"/>
              <a:ext cx="104675" cy="111250"/>
            </a:xfrm>
            <a:custGeom>
              <a:avLst/>
              <a:gdLst/>
              <a:ahLst/>
              <a:cxnLst/>
              <a:rect l="l" t="t" r="r" b="b"/>
              <a:pathLst>
                <a:path w="4187" h="4450" extrusionOk="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47"/>
            <p:cNvSpPr/>
            <p:nvPr/>
          </p:nvSpPr>
          <p:spPr>
            <a:xfrm>
              <a:off x="628000" y="2941675"/>
              <a:ext cx="146875" cy="263700"/>
            </a:xfrm>
            <a:custGeom>
              <a:avLst/>
              <a:gdLst/>
              <a:ahLst/>
              <a:cxnLst/>
              <a:rect l="l" t="t" r="r" b="b"/>
              <a:pathLst>
                <a:path w="5875" h="10548" extrusionOk="0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47"/>
            <p:cNvSpPr/>
            <p:nvPr/>
          </p:nvSpPr>
          <p:spPr>
            <a:xfrm>
              <a:off x="668000" y="3137875"/>
              <a:ext cx="85000" cy="100300"/>
            </a:xfrm>
            <a:custGeom>
              <a:avLst/>
              <a:gdLst/>
              <a:ahLst/>
              <a:cxnLst/>
              <a:rect l="l" t="t" r="r" b="b"/>
              <a:pathLst>
                <a:path w="3400" h="4012" extrusionOk="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47"/>
            <p:cNvSpPr/>
            <p:nvPr/>
          </p:nvSpPr>
          <p:spPr>
            <a:xfrm>
              <a:off x="722350" y="3245025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47"/>
            <p:cNvSpPr/>
            <p:nvPr/>
          </p:nvSpPr>
          <p:spPr>
            <a:xfrm>
              <a:off x="692050" y="2972300"/>
              <a:ext cx="96575" cy="82175"/>
            </a:xfrm>
            <a:custGeom>
              <a:avLst/>
              <a:gdLst/>
              <a:ahLst/>
              <a:cxnLst/>
              <a:rect l="l" t="t" r="r" b="b"/>
              <a:pathLst>
                <a:path w="3863" h="3287" extrusionOk="0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47"/>
            <p:cNvSpPr/>
            <p:nvPr/>
          </p:nvSpPr>
          <p:spPr>
            <a:xfrm>
              <a:off x="720175" y="2958850"/>
              <a:ext cx="110625" cy="22825"/>
            </a:xfrm>
            <a:custGeom>
              <a:avLst/>
              <a:gdLst/>
              <a:ahLst/>
              <a:cxnLst/>
              <a:rect l="l" t="t" r="r" b="b"/>
              <a:pathLst>
                <a:path w="4425" h="913" extrusionOk="0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47"/>
            <p:cNvSpPr/>
            <p:nvPr/>
          </p:nvSpPr>
          <p:spPr>
            <a:xfrm>
              <a:off x="830150" y="29694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47"/>
            <p:cNvSpPr/>
            <p:nvPr/>
          </p:nvSpPr>
          <p:spPr>
            <a:xfrm>
              <a:off x="828275" y="296542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47"/>
            <p:cNvSpPr/>
            <p:nvPr/>
          </p:nvSpPr>
          <p:spPr>
            <a:xfrm>
              <a:off x="662375" y="3207225"/>
              <a:ext cx="3150" cy="2850"/>
            </a:xfrm>
            <a:custGeom>
              <a:avLst/>
              <a:gdLst/>
              <a:ahLst/>
              <a:cxnLst/>
              <a:rect l="l" t="t" r="r" b="b"/>
              <a:pathLst>
                <a:path w="126" h="114" extrusionOk="0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47"/>
            <p:cNvSpPr/>
            <p:nvPr/>
          </p:nvSpPr>
          <p:spPr>
            <a:xfrm>
              <a:off x="705800" y="32975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47"/>
            <p:cNvSpPr/>
            <p:nvPr/>
          </p:nvSpPr>
          <p:spPr>
            <a:xfrm>
              <a:off x="708300" y="32978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47"/>
            <p:cNvSpPr/>
            <p:nvPr/>
          </p:nvSpPr>
          <p:spPr>
            <a:xfrm>
              <a:off x="732050" y="323752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47"/>
            <p:cNvSpPr/>
            <p:nvPr/>
          </p:nvSpPr>
          <p:spPr>
            <a:xfrm>
              <a:off x="732675" y="3237850"/>
              <a:ext cx="29375" cy="33125"/>
            </a:xfrm>
            <a:custGeom>
              <a:avLst/>
              <a:gdLst/>
              <a:ahLst/>
              <a:cxnLst/>
              <a:rect l="l" t="t" r="r" b="b"/>
              <a:pathLst>
                <a:path w="1175" h="1325" extrusionOk="0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47"/>
            <p:cNvSpPr/>
            <p:nvPr/>
          </p:nvSpPr>
          <p:spPr>
            <a:xfrm>
              <a:off x="739850" y="2929475"/>
              <a:ext cx="86875" cy="38475"/>
            </a:xfrm>
            <a:custGeom>
              <a:avLst/>
              <a:gdLst/>
              <a:ahLst/>
              <a:cxnLst/>
              <a:rect l="l" t="t" r="r" b="b"/>
              <a:pathLst>
                <a:path w="3475" h="1539" extrusionOk="0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47"/>
            <p:cNvSpPr/>
            <p:nvPr/>
          </p:nvSpPr>
          <p:spPr>
            <a:xfrm>
              <a:off x="824200" y="2919175"/>
              <a:ext cx="16275" cy="17825"/>
            </a:xfrm>
            <a:custGeom>
              <a:avLst/>
              <a:gdLst/>
              <a:ahLst/>
              <a:cxnLst/>
              <a:rect l="l" t="t" r="r" b="b"/>
              <a:pathLst>
                <a:path w="651" h="713" extrusionOk="0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47"/>
            <p:cNvSpPr/>
            <p:nvPr/>
          </p:nvSpPr>
          <p:spPr>
            <a:xfrm>
              <a:off x="728300" y="2974800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47"/>
            <p:cNvSpPr/>
            <p:nvPr/>
          </p:nvSpPr>
          <p:spPr>
            <a:xfrm>
              <a:off x="805150" y="3001975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47"/>
            <p:cNvSpPr/>
            <p:nvPr/>
          </p:nvSpPr>
          <p:spPr>
            <a:xfrm>
              <a:off x="644875" y="3178475"/>
              <a:ext cx="60325" cy="237475"/>
            </a:xfrm>
            <a:custGeom>
              <a:avLst/>
              <a:gdLst/>
              <a:ahLst/>
              <a:cxnLst/>
              <a:rect l="l" t="t" r="r" b="b"/>
              <a:pathLst>
                <a:path w="2413" h="9499" extrusionOk="0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47"/>
            <p:cNvSpPr/>
            <p:nvPr/>
          </p:nvSpPr>
          <p:spPr>
            <a:xfrm>
              <a:off x="699875" y="2899175"/>
              <a:ext cx="49375" cy="31900"/>
            </a:xfrm>
            <a:custGeom>
              <a:avLst/>
              <a:gdLst/>
              <a:ahLst/>
              <a:cxnLst/>
              <a:rect l="l" t="t" r="r" b="b"/>
              <a:pathLst>
                <a:path w="1975" h="1276" extrusionOk="0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47"/>
            <p:cNvSpPr/>
            <p:nvPr/>
          </p:nvSpPr>
          <p:spPr>
            <a:xfrm>
              <a:off x="674550" y="3113825"/>
              <a:ext cx="31600" cy="62800"/>
            </a:xfrm>
            <a:custGeom>
              <a:avLst/>
              <a:gdLst/>
              <a:ahLst/>
              <a:cxnLst/>
              <a:rect l="l" t="t" r="r" b="b"/>
              <a:pathLst>
                <a:path w="1264" h="2512" extrusionOk="0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47"/>
            <p:cNvSpPr/>
            <p:nvPr/>
          </p:nvSpPr>
          <p:spPr>
            <a:xfrm>
              <a:off x="658950" y="3112575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47"/>
            <p:cNvSpPr/>
            <p:nvPr/>
          </p:nvSpPr>
          <p:spPr>
            <a:xfrm>
              <a:off x="762050" y="2872625"/>
              <a:ext cx="56250" cy="81250"/>
            </a:xfrm>
            <a:custGeom>
              <a:avLst/>
              <a:gdLst/>
              <a:ahLst/>
              <a:cxnLst/>
              <a:rect l="l" t="t" r="r" b="b"/>
              <a:pathLst>
                <a:path w="2250" h="3250" extrusionOk="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47"/>
            <p:cNvSpPr/>
            <p:nvPr/>
          </p:nvSpPr>
          <p:spPr>
            <a:xfrm>
              <a:off x="710800" y="31019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47"/>
            <p:cNvSpPr/>
            <p:nvPr/>
          </p:nvSpPr>
          <p:spPr>
            <a:xfrm>
              <a:off x="710175" y="31016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47"/>
            <p:cNvSpPr/>
            <p:nvPr/>
          </p:nvSpPr>
          <p:spPr>
            <a:xfrm>
              <a:off x="669550" y="3338125"/>
              <a:ext cx="60025" cy="132175"/>
            </a:xfrm>
            <a:custGeom>
              <a:avLst/>
              <a:gdLst/>
              <a:ahLst/>
              <a:cxnLst/>
              <a:rect l="l" t="t" r="r" b="b"/>
              <a:pathLst>
                <a:path w="2401" h="5287" extrusionOk="0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47"/>
            <p:cNvSpPr/>
            <p:nvPr/>
          </p:nvSpPr>
          <p:spPr>
            <a:xfrm>
              <a:off x="701750" y="3402175"/>
              <a:ext cx="65000" cy="61575"/>
            </a:xfrm>
            <a:custGeom>
              <a:avLst/>
              <a:gdLst/>
              <a:ahLst/>
              <a:cxnLst/>
              <a:rect l="l" t="t" r="r" b="b"/>
              <a:pathLst>
                <a:path w="2600" h="2463" extrusionOk="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47"/>
            <p:cNvSpPr/>
            <p:nvPr/>
          </p:nvSpPr>
          <p:spPr>
            <a:xfrm>
              <a:off x="709550" y="3392175"/>
              <a:ext cx="46575" cy="35950"/>
            </a:xfrm>
            <a:custGeom>
              <a:avLst/>
              <a:gdLst/>
              <a:ahLst/>
              <a:cxnLst/>
              <a:rect l="l" t="t" r="r" b="b"/>
              <a:pathLst>
                <a:path w="1863" h="1438" extrusionOk="0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47"/>
            <p:cNvSpPr/>
            <p:nvPr/>
          </p:nvSpPr>
          <p:spPr>
            <a:xfrm>
              <a:off x="713300" y="3422475"/>
              <a:ext cx="30950" cy="17225"/>
            </a:xfrm>
            <a:custGeom>
              <a:avLst/>
              <a:gdLst/>
              <a:ahLst/>
              <a:cxnLst/>
              <a:rect l="l" t="t" r="r" b="b"/>
              <a:pathLst>
                <a:path w="1238" h="689" extrusionOk="0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47"/>
            <p:cNvSpPr/>
            <p:nvPr/>
          </p:nvSpPr>
          <p:spPr>
            <a:xfrm>
              <a:off x="702675" y="3138500"/>
              <a:ext cx="71875" cy="55325"/>
            </a:xfrm>
            <a:custGeom>
              <a:avLst/>
              <a:gdLst/>
              <a:ahLst/>
              <a:cxnLst/>
              <a:rect l="l" t="t" r="r" b="b"/>
              <a:pathLst>
                <a:path w="2875" h="2213" extrusionOk="0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47"/>
            <p:cNvSpPr/>
            <p:nvPr/>
          </p:nvSpPr>
          <p:spPr>
            <a:xfrm>
              <a:off x="695500" y="2739850"/>
              <a:ext cx="104675" cy="111550"/>
            </a:xfrm>
            <a:custGeom>
              <a:avLst/>
              <a:gdLst/>
              <a:ahLst/>
              <a:cxnLst/>
              <a:rect l="l" t="t" r="r" b="b"/>
              <a:pathLst>
                <a:path w="4187" h="4462" extrusionOk="0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47"/>
            <p:cNvSpPr/>
            <p:nvPr/>
          </p:nvSpPr>
          <p:spPr>
            <a:xfrm>
              <a:off x="628325" y="2481475"/>
              <a:ext cx="146850" cy="263400"/>
            </a:xfrm>
            <a:custGeom>
              <a:avLst/>
              <a:gdLst/>
              <a:ahLst/>
              <a:cxnLst/>
              <a:rect l="l" t="t" r="r" b="b"/>
              <a:pathLst>
                <a:path w="5874" h="10536" extrusionOk="0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47"/>
            <p:cNvSpPr/>
            <p:nvPr/>
          </p:nvSpPr>
          <p:spPr>
            <a:xfrm>
              <a:off x="667675" y="2448375"/>
              <a:ext cx="84700" cy="100925"/>
            </a:xfrm>
            <a:custGeom>
              <a:avLst/>
              <a:gdLst/>
              <a:ahLst/>
              <a:cxnLst/>
              <a:rect l="l" t="t" r="r" b="b"/>
              <a:pathLst>
                <a:path w="3388" h="4037" extrusionOk="0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47"/>
            <p:cNvSpPr/>
            <p:nvPr/>
          </p:nvSpPr>
          <p:spPr>
            <a:xfrm>
              <a:off x="722350" y="2386200"/>
              <a:ext cx="13775" cy="55325"/>
            </a:xfrm>
            <a:custGeom>
              <a:avLst/>
              <a:gdLst/>
              <a:ahLst/>
              <a:cxnLst/>
              <a:rect l="l" t="t" r="r" b="b"/>
              <a:pathLst>
                <a:path w="551" h="2213" extrusionOk="0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47"/>
            <p:cNvSpPr/>
            <p:nvPr/>
          </p:nvSpPr>
          <p:spPr>
            <a:xfrm>
              <a:off x="691750" y="2632075"/>
              <a:ext cx="96875" cy="81550"/>
            </a:xfrm>
            <a:custGeom>
              <a:avLst/>
              <a:gdLst/>
              <a:ahLst/>
              <a:cxnLst/>
              <a:rect l="l" t="t" r="r" b="b"/>
              <a:pathLst>
                <a:path w="3875" h="3262" extrusionOk="0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47"/>
            <p:cNvSpPr/>
            <p:nvPr/>
          </p:nvSpPr>
          <p:spPr>
            <a:xfrm>
              <a:off x="720475" y="2704850"/>
              <a:ext cx="110625" cy="22850"/>
            </a:xfrm>
            <a:custGeom>
              <a:avLst/>
              <a:gdLst/>
              <a:ahLst/>
              <a:cxnLst/>
              <a:rect l="l" t="t" r="r" b="b"/>
              <a:pathLst>
                <a:path w="4425" h="914" extrusionOk="0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47"/>
            <p:cNvSpPr/>
            <p:nvPr/>
          </p:nvSpPr>
          <p:spPr>
            <a:xfrm>
              <a:off x="830150" y="2705175"/>
              <a:ext cx="12200" cy="11900"/>
            </a:xfrm>
            <a:custGeom>
              <a:avLst/>
              <a:gdLst/>
              <a:ahLst/>
              <a:cxnLst/>
              <a:rect l="l" t="t" r="r" b="b"/>
              <a:pathLst>
                <a:path w="488" h="476" extrusionOk="0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47"/>
            <p:cNvSpPr/>
            <p:nvPr/>
          </p:nvSpPr>
          <p:spPr>
            <a:xfrm>
              <a:off x="827325" y="2698925"/>
              <a:ext cx="17225" cy="22200"/>
            </a:xfrm>
            <a:custGeom>
              <a:avLst/>
              <a:gdLst/>
              <a:ahLst/>
              <a:cxnLst/>
              <a:rect l="l" t="t" r="r" b="b"/>
              <a:pathLst>
                <a:path w="689" h="888" extrusionOk="0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47"/>
            <p:cNvSpPr/>
            <p:nvPr/>
          </p:nvSpPr>
          <p:spPr>
            <a:xfrm>
              <a:off x="662375" y="2476475"/>
              <a:ext cx="3150" cy="3150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47"/>
            <p:cNvSpPr/>
            <p:nvPr/>
          </p:nvSpPr>
          <p:spPr>
            <a:xfrm>
              <a:off x="705800" y="2346825"/>
              <a:ext cx="17525" cy="42200"/>
            </a:xfrm>
            <a:custGeom>
              <a:avLst/>
              <a:gdLst/>
              <a:ahLst/>
              <a:cxnLst/>
              <a:rect l="l" t="t" r="r" b="b"/>
              <a:pathLst>
                <a:path w="701" h="1688" extrusionOk="0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47"/>
            <p:cNvSpPr/>
            <p:nvPr/>
          </p:nvSpPr>
          <p:spPr>
            <a:xfrm>
              <a:off x="708300" y="2346525"/>
              <a:ext cx="19700" cy="42200"/>
            </a:xfrm>
            <a:custGeom>
              <a:avLst/>
              <a:gdLst/>
              <a:ahLst/>
              <a:cxnLst/>
              <a:rect l="l" t="t" r="r" b="b"/>
              <a:pathLst>
                <a:path w="788" h="1688" extrusionOk="0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47"/>
            <p:cNvSpPr/>
            <p:nvPr/>
          </p:nvSpPr>
          <p:spPr>
            <a:xfrm>
              <a:off x="732050" y="2415875"/>
              <a:ext cx="30000" cy="33150"/>
            </a:xfrm>
            <a:custGeom>
              <a:avLst/>
              <a:gdLst/>
              <a:ahLst/>
              <a:cxnLst/>
              <a:rect l="l" t="t" r="r" b="b"/>
              <a:pathLst>
                <a:path w="1200" h="1326" extrusionOk="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47"/>
            <p:cNvSpPr/>
            <p:nvPr/>
          </p:nvSpPr>
          <p:spPr>
            <a:xfrm>
              <a:off x="732675" y="2415550"/>
              <a:ext cx="29075" cy="33475"/>
            </a:xfrm>
            <a:custGeom>
              <a:avLst/>
              <a:gdLst/>
              <a:ahLst/>
              <a:cxnLst/>
              <a:rect l="l" t="t" r="r" b="b"/>
              <a:pathLst>
                <a:path w="1163" h="1339" extrusionOk="0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47"/>
            <p:cNvSpPr/>
            <p:nvPr/>
          </p:nvSpPr>
          <p:spPr>
            <a:xfrm>
              <a:off x="739850" y="2718600"/>
              <a:ext cx="86875" cy="38450"/>
            </a:xfrm>
            <a:custGeom>
              <a:avLst/>
              <a:gdLst/>
              <a:ahLst/>
              <a:cxnLst/>
              <a:rect l="l" t="t" r="r" b="b"/>
              <a:pathLst>
                <a:path w="3475" h="1538" extrusionOk="0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47"/>
            <p:cNvSpPr/>
            <p:nvPr/>
          </p:nvSpPr>
          <p:spPr>
            <a:xfrm>
              <a:off x="824200" y="2749525"/>
              <a:ext cx="16600" cy="17850"/>
            </a:xfrm>
            <a:custGeom>
              <a:avLst/>
              <a:gdLst/>
              <a:ahLst/>
              <a:cxnLst/>
              <a:rect l="l" t="t" r="r" b="b"/>
              <a:pathLst>
                <a:path w="664" h="714" extrusionOk="0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47"/>
            <p:cNvSpPr/>
            <p:nvPr/>
          </p:nvSpPr>
          <p:spPr>
            <a:xfrm>
              <a:off x="728300" y="2681125"/>
              <a:ext cx="82175" cy="30625"/>
            </a:xfrm>
            <a:custGeom>
              <a:avLst/>
              <a:gdLst/>
              <a:ahLst/>
              <a:cxnLst/>
              <a:rect l="l" t="t" r="r" b="b"/>
              <a:pathLst>
                <a:path w="3287" h="1225" extrusionOk="0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47"/>
            <p:cNvSpPr/>
            <p:nvPr/>
          </p:nvSpPr>
          <p:spPr>
            <a:xfrm>
              <a:off x="805150" y="2671750"/>
              <a:ext cx="15025" cy="12825"/>
            </a:xfrm>
            <a:custGeom>
              <a:avLst/>
              <a:gdLst/>
              <a:ahLst/>
              <a:cxnLst/>
              <a:rect l="l" t="t" r="r" b="b"/>
              <a:pathLst>
                <a:path w="601" h="513" extrusionOk="0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47"/>
            <p:cNvSpPr/>
            <p:nvPr/>
          </p:nvSpPr>
          <p:spPr>
            <a:xfrm>
              <a:off x="644875" y="2270600"/>
              <a:ext cx="60325" cy="237450"/>
            </a:xfrm>
            <a:custGeom>
              <a:avLst/>
              <a:gdLst/>
              <a:ahLst/>
              <a:cxnLst/>
              <a:rect l="l" t="t" r="r" b="b"/>
              <a:pathLst>
                <a:path w="2413" h="9498" extrusionOk="0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47"/>
            <p:cNvSpPr/>
            <p:nvPr/>
          </p:nvSpPr>
          <p:spPr>
            <a:xfrm>
              <a:off x="699875" y="2755475"/>
              <a:ext cx="49375" cy="31875"/>
            </a:xfrm>
            <a:custGeom>
              <a:avLst/>
              <a:gdLst/>
              <a:ahLst/>
              <a:cxnLst/>
              <a:rect l="l" t="t" r="r" b="b"/>
              <a:pathLst>
                <a:path w="1975" h="1275" extrusionOk="0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47"/>
            <p:cNvSpPr/>
            <p:nvPr/>
          </p:nvSpPr>
          <p:spPr>
            <a:xfrm>
              <a:off x="674550" y="2510225"/>
              <a:ext cx="31600" cy="62500"/>
            </a:xfrm>
            <a:custGeom>
              <a:avLst/>
              <a:gdLst/>
              <a:ahLst/>
              <a:cxnLst/>
              <a:rect l="l" t="t" r="r" b="b"/>
              <a:pathLst>
                <a:path w="1264" h="2500" extrusionOk="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47"/>
            <p:cNvSpPr/>
            <p:nvPr/>
          </p:nvSpPr>
          <p:spPr>
            <a:xfrm>
              <a:off x="658950" y="2543350"/>
              <a:ext cx="21575" cy="30625"/>
            </a:xfrm>
            <a:custGeom>
              <a:avLst/>
              <a:gdLst/>
              <a:ahLst/>
              <a:cxnLst/>
              <a:rect l="l" t="t" r="r" b="b"/>
              <a:pathLst>
                <a:path w="863" h="1225" extrusionOk="0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47"/>
            <p:cNvSpPr/>
            <p:nvPr/>
          </p:nvSpPr>
          <p:spPr>
            <a:xfrm>
              <a:off x="761725" y="2732675"/>
              <a:ext cx="56575" cy="81250"/>
            </a:xfrm>
            <a:custGeom>
              <a:avLst/>
              <a:gdLst/>
              <a:ahLst/>
              <a:cxnLst/>
              <a:rect l="l" t="t" r="r" b="b"/>
              <a:pathLst>
                <a:path w="2263" h="3250" extrusionOk="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47"/>
            <p:cNvSpPr/>
            <p:nvPr/>
          </p:nvSpPr>
          <p:spPr>
            <a:xfrm>
              <a:off x="710500" y="2553650"/>
              <a:ext cx="15325" cy="30950"/>
            </a:xfrm>
            <a:custGeom>
              <a:avLst/>
              <a:gdLst/>
              <a:ahLst/>
              <a:cxnLst/>
              <a:rect l="l" t="t" r="r" b="b"/>
              <a:pathLst>
                <a:path w="613" h="1238" extrusionOk="0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47"/>
            <p:cNvSpPr/>
            <p:nvPr/>
          </p:nvSpPr>
          <p:spPr>
            <a:xfrm>
              <a:off x="710175" y="2550525"/>
              <a:ext cx="21900" cy="34400"/>
            </a:xfrm>
            <a:custGeom>
              <a:avLst/>
              <a:gdLst/>
              <a:ahLst/>
              <a:cxnLst/>
              <a:rect l="l" t="t" r="r" b="b"/>
              <a:pathLst>
                <a:path w="876" h="1376" extrusionOk="0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47"/>
            <p:cNvSpPr/>
            <p:nvPr/>
          </p:nvSpPr>
          <p:spPr>
            <a:xfrm>
              <a:off x="669550" y="2216250"/>
              <a:ext cx="59700" cy="132175"/>
            </a:xfrm>
            <a:custGeom>
              <a:avLst/>
              <a:gdLst/>
              <a:ahLst/>
              <a:cxnLst/>
              <a:rect l="l" t="t" r="r" b="b"/>
              <a:pathLst>
                <a:path w="2388" h="5287" extrusionOk="0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47"/>
            <p:cNvSpPr/>
            <p:nvPr/>
          </p:nvSpPr>
          <p:spPr>
            <a:xfrm>
              <a:off x="701750" y="2223100"/>
              <a:ext cx="65000" cy="61275"/>
            </a:xfrm>
            <a:custGeom>
              <a:avLst/>
              <a:gdLst/>
              <a:ahLst/>
              <a:cxnLst/>
              <a:rect l="l" t="t" r="r" b="b"/>
              <a:pathLst>
                <a:path w="2600" h="2451" extrusionOk="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47"/>
            <p:cNvSpPr/>
            <p:nvPr/>
          </p:nvSpPr>
          <p:spPr>
            <a:xfrm>
              <a:off x="709550" y="2258100"/>
              <a:ext cx="46900" cy="35950"/>
            </a:xfrm>
            <a:custGeom>
              <a:avLst/>
              <a:gdLst/>
              <a:ahLst/>
              <a:cxnLst/>
              <a:rect l="l" t="t" r="r" b="b"/>
              <a:pathLst>
                <a:path w="1876" h="1438" extrusionOk="0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47"/>
            <p:cNvSpPr/>
            <p:nvPr/>
          </p:nvSpPr>
          <p:spPr>
            <a:xfrm>
              <a:off x="713300" y="2246550"/>
              <a:ext cx="30950" cy="17500"/>
            </a:xfrm>
            <a:custGeom>
              <a:avLst/>
              <a:gdLst/>
              <a:ahLst/>
              <a:cxnLst/>
              <a:rect l="l" t="t" r="r" b="b"/>
              <a:pathLst>
                <a:path w="1238" h="700" extrusionOk="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47"/>
            <p:cNvSpPr/>
            <p:nvPr/>
          </p:nvSpPr>
          <p:spPr>
            <a:xfrm>
              <a:off x="703000" y="2492725"/>
              <a:ext cx="71550" cy="55325"/>
            </a:xfrm>
            <a:custGeom>
              <a:avLst/>
              <a:gdLst/>
              <a:ahLst/>
              <a:cxnLst/>
              <a:rect l="l" t="t" r="r" b="b"/>
              <a:pathLst>
                <a:path w="2862" h="2213" extrusionOk="0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47"/>
            <p:cNvSpPr/>
            <p:nvPr/>
          </p:nvSpPr>
          <p:spPr>
            <a:xfrm>
              <a:off x="779850" y="2847325"/>
              <a:ext cx="15325" cy="20025"/>
            </a:xfrm>
            <a:custGeom>
              <a:avLst/>
              <a:gdLst/>
              <a:ahLst/>
              <a:cxnLst/>
              <a:rect l="l" t="t" r="r" b="b"/>
              <a:pathLst>
                <a:path w="613" h="801" extrusionOk="0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47"/>
            <p:cNvSpPr/>
            <p:nvPr/>
          </p:nvSpPr>
          <p:spPr>
            <a:xfrm>
              <a:off x="792975" y="2850750"/>
              <a:ext cx="5950" cy="16900"/>
            </a:xfrm>
            <a:custGeom>
              <a:avLst/>
              <a:gdLst/>
              <a:ahLst/>
              <a:cxnLst/>
              <a:rect l="l" t="t" r="r" b="b"/>
              <a:pathLst>
                <a:path w="238" h="676" extrusionOk="0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47"/>
            <p:cNvSpPr/>
            <p:nvPr/>
          </p:nvSpPr>
          <p:spPr>
            <a:xfrm>
              <a:off x="775150" y="2839500"/>
              <a:ext cx="7525" cy="9400"/>
            </a:xfrm>
            <a:custGeom>
              <a:avLst/>
              <a:gdLst/>
              <a:ahLst/>
              <a:cxnLst/>
              <a:rect l="l" t="t" r="r" b="b"/>
              <a:pathLst>
                <a:path w="301" h="376" extrusionOk="0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47"/>
            <p:cNvSpPr/>
            <p:nvPr/>
          </p:nvSpPr>
          <p:spPr>
            <a:xfrm>
              <a:off x="780775" y="2821400"/>
              <a:ext cx="15650" cy="20325"/>
            </a:xfrm>
            <a:custGeom>
              <a:avLst/>
              <a:gdLst/>
              <a:ahLst/>
              <a:cxnLst/>
              <a:rect l="l" t="t" r="r" b="b"/>
              <a:pathLst>
                <a:path w="626" h="813" extrusionOk="0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47"/>
            <p:cNvSpPr/>
            <p:nvPr/>
          </p:nvSpPr>
          <p:spPr>
            <a:xfrm>
              <a:off x="790475" y="2821700"/>
              <a:ext cx="10325" cy="24400"/>
            </a:xfrm>
            <a:custGeom>
              <a:avLst/>
              <a:gdLst/>
              <a:ahLst/>
              <a:cxnLst/>
              <a:rect l="l" t="t" r="r" b="b"/>
              <a:pathLst>
                <a:path w="413" h="976" extrusionOk="0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47"/>
            <p:cNvSpPr/>
            <p:nvPr/>
          </p:nvSpPr>
          <p:spPr>
            <a:xfrm>
              <a:off x="790150" y="2842625"/>
              <a:ext cx="8150" cy="14100"/>
            </a:xfrm>
            <a:custGeom>
              <a:avLst/>
              <a:gdLst/>
              <a:ahLst/>
              <a:cxnLst/>
              <a:rect l="l" t="t" r="r" b="b"/>
              <a:pathLst>
                <a:path w="326" h="564" extrusionOk="0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47"/>
            <p:cNvSpPr/>
            <p:nvPr/>
          </p:nvSpPr>
          <p:spPr>
            <a:xfrm>
              <a:off x="799850" y="2837000"/>
              <a:ext cx="12500" cy="14400"/>
            </a:xfrm>
            <a:custGeom>
              <a:avLst/>
              <a:gdLst/>
              <a:ahLst/>
              <a:cxnLst/>
              <a:rect l="l" t="t" r="r" b="b"/>
              <a:pathLst>
                <a:path w="500" h="576" extrusionOk="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2" name="Google Shape;3472;p49"/>
          <p:cNvSpPr/>
          <p:nvPr/>
        </p:nvSpPr>
        <p:spPr>
          <a:xfrm>
            <a:off x="4689475" y="758450"/>
            <a:ext cx="3731400" cy="3731400"/>
          </a:xfrm>
          <a:prstGeom prst="plaque">
            <a:avLst>
              <a:gd name="adj" fmla="val 553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4" name="Google Shape;3474;p49"/>
          <p:cNvSpPr txBox="1">
            <a:spLocks noGrp="1"/>
          </p:cNvSpPr>
          <p:nvPr>
            <p:ph type="title"/>
          </p:nvPr>
        </p:nvSpPr>
        <p:spPr>
          <a:xfrm>
            <a:off x="720000" y="648000"/>
            <a:ext cx="3520800" cy="9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75" name="Google Shape;3475;p49"/>
          <p:cNvSpPr txBox="1">
            <a:spLocks noGrp="1"/>
          </p:cNvSpPr>
          <p:nvPr>
            <p:ph type="subTitle" idx="1"/>
          </p:nvPr>
        </p:nvSpPr>
        <p:spPr>
          <a:xfrm>
            <a:off x="720000" y="1620000"/>
            <a:ext cx="3520800" cy="28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7C2E05F-013A-1F0E-F9C8-7D67A28E0CDA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5" name="Google Shape;5585;p70"/>
          <p:cNvSpPr txBox="1">
            <a:spLocks noGrp="1"/>
          </p:cNvSpPr>
          <p:nvPr>
            <p:ph type="body" idx="1"/>
          </p:nvPr>
        </p:nvSpPr>
        <p:spPr>
          <a:xfrm>
            <a:off x="720000" y="1291938"/>
            <a:ext cx="7704000" cy="33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5586" name="Google Shape;5586;p70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Thanks!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onstruction Era and the Gilded Age - History - 11th grade by Slidesgo">
  <a:themeElements>
    <a:clrScheme name="Simple Light">
      <a:dk1>
        <a:srgbClr val="35240A"/>
      </a:dk1>
      <a:lt1>
        <a:srgbClr val="DED6C2"/>
      </a:lt1>
      <a:dk2>
        <a:srgbClr val="9B794E"/>
      </a:dk2>
      <a:lt2>
        <a:srgbClr val="724711"/>
      </a:lt2>
      <a:accent1>
        <a:srgbClr val="5E380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2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Экран (16:9)</PresentationFormat>
  <Paragraphs>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Source Sans 3 Light</vt:lpstr>
      <vt:lpstr>Anaheim</vt:lpstr>
      <vt:lpstr>Libre Baskerville</vt:lpstr>
      <vt:lpstr>Source Sans 3</vt:lpstr>
      <vt:lpstr>Arial</vt:lpstr>
      <vt:lpstr>Nunito Light</vt:lpstr>
      <vt:lpstr>Reconstruction Era and the Gilded Age - History - 11th grade by Slidesgo</vt:lpstr>
      <vt:lpstr>Reconstruction Era &amp; the Gilded Age - History -</vt:lpstr>
      <vt:lpstr>Reja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Nodir Qarshiyev</dc:creator>
  <cp:lastModifiedBy>Nodir Qarshiyev</cp:lastModifiedBy>
  <cp:revision>1</cp:revision>
  <dcterms:modified xsi:type="dcterms:W3CDTF">2026-03-21T06:19:07Z</dcterms:modified>
</cp:coreProperties>
</file>