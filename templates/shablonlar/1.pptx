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10"/>
  </p:notesMasterIdLst>
  <p:sldIdLst>
    <p:sldId id="256" r:id="rId2"/>
    <p:sldId id="257" r:id="rId3"/>
    <p:sldId id="258" r:id="rId4"/>
    <p:sldId id="261" r:id="rId5"/>
    <p:sldId id="262" r:id="rId6"/>
    <p:sldId id="269" r:id="rId7"/>
    <p:sldId id="271" r:id="rId8"/>
    <p:sldId id="292" r:id="rId9"/>
  </p:sldIdLst>
  <p:sldSz cx="9144000" cy="5143500" type="screen16x9"/>
  <p:notesSz cx="6858000" cy="9144000"/>
  <p:embeddedFontLst>
    <p:embeddedFont>
      <p:font typeface="Anaheim" panose="020B0604020202020204" charset="0"/>
      <p:regular r:id="rId11"/>
      <p:bold r:id="rId12"/>
    </p:embeddedFont>
    <p:embeddedFont>
      <p:font typeface="Libre Baskerville" panose="02000000000000000000" pitchFamily="2" charset="0"/>
      <p:regular r:id="rId13"/>
      <p:bold r:id="rId14"/>
      <p:italic r:id="rId15"/>
      <p:boldItalic r:id="rId16"/>
    </p:embeddedFont>
    <p:embeddedFont>
      <p:font typeface="Nunito Light" pitchFamily="2" charset="-52"/>
      <p:regular r:id="rId17"/>
      <p:italic r:id="rId18"/>
    </p:embeddedFont>
    <p:embeddedFont>
      <p:font typeface="Source Sans 3" panose="020B060402020202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AFFBFE8-E8E5-4F0F-AC5E-E1DCA2A2676C}">
  <a:tblStyle styleId="{3AFFBFE8-E8E5-4F0F-AC5E-E1DCA2A2676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2D432ED-8494-4C1C-943A-1386F4C1668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5" name="Google Shape;1355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" name="Google Shape;1363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4" name="Google Shape;1364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7" name="Google Shape;2337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8" name="Google Shape;2338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" name="Google Shape;2344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5" name="Google Shape;2345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1" name="Google Shape;2991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2" name="Google Shape;2992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9" name="Google Shape;3469;g54dda1946d_6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0" name="Google Shape;3470;g54dda1946d_6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2" name="Google Shape;5582;g51b1a71d38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3" name="Google Shape;5583;g51b1a71d38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oogle Shape;10;p2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1" name="Google Shape;11;p2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2361575" y="1453450"/>
            <a:ext cx="4421100" cy="205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2494100" y="3578625"/>
            <a:ext cx="41559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" name="Google Shape;37;p4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38" name="Google Shape;38;p4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4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4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291951"/>
            <a:ext cx="77040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8" name="Google Shape;78;p7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79" name="Google Shape;79;p7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7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7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7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7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7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7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" name="Google Shape;87;p7"/>
          <p:cNvSpPr txBox="1">
            <a:spLocks noGrp="1"/>
          </p:cNvSpPr>
          <p:nvPr>
            <p:ph type="title"/>
          </p:nvPr>
        </p:nvSpPr>
        <p:spPr>
          <a:xfrm>
            <a:off x="4613575" y="945275"/>
            <a:ext cx="3817200" cy="9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7"/>
          <p:cNvSpPr txBox="1">
            <a:spLocks noGrp="1"/>
          </p:cNvSpPr>
          <p:nvPr>
            <p:ph type="subTitle" idx="1"/>
          </p:nvPr>
        </p:nvSpPr>
        <p:spPr>
          <a:xfrm>
            <a:off x="4613575" y="2124600"/>
            <a:ext cx="38172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Source Sans 3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89" name="Google Shape;89;p7"/>
          <p:cNvSpPr>
            <a:spLocks noGrp="1"/>
          </p:cNvSpPr>
          <p:nvPr>
            <p:ph type="pic" idx="2"/>
          </p:nvPr>
        </p:nvSpPr>
        <p:spPr>
          <a:xfrm>
            <a:off x="938600" y="1061400"/>
            <a:ext cx="3020700" cy="3020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4" name="Google Shape;134;p13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35" name="Google Shape;135;p13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3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3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3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3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3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3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3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3" name="Google Shape;143;p13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13"/>
          <p:cNvSpPr txBox="1">
            <a:spLocks noGrp="1"/>
          </p:cNvSpPr>
          <p:nvPr>
            <p:ph type="subTitle" idx="1"/>
          </p:nvPr>
        </p:nvSpPr>
        <p:spPr>
          <a:xfrm>
            <a:off x="796000" y="2111290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3"/>
          <p:cNvSpPr txBox="1">
            <a:spLocks noGrp="1"/>
          </p:cNvSpPr>
          <p:nvPr>
            <p:ph type="subTitle" idx="2"/>
          </p:nvPr>
        </p:nvSpPr>
        <p:spPr>
          <a:xfrm>
            <a:off x="3442015" y="2111290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3"/>
          <p:cNvSpPr txBox="1">
            <a:spLocks noGrp="1"/>
          </p:cNvSpPr>
          <p:nvPr>
            <p:ph type="subTitle" idx="3"/>
          </p:nvPr>
        </p:nvSpPr>
        <p:spPr>
          <a:xfrm>
            <a:off x="796000" y="3844474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13"/>
          <p:cNvSpPr txBox="1">
            <a:spLocks noGrp="1"/>
          </p:cNvSpPr>
          <p:nvPr>
            <p:ph type="subTitle" idx="4"/>
          </p:nvPr>
        </p:nvSpPr>
        <p:spPr>
          <a:xfrm>
            <a:off x="3442015" y="3844474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3"/>
          <p:cNvSpPr txBox="1">
            <a:spLocks noGrp="1"/>
          </p:cNvSpPr>
          <p:nvPr>
            <p:ph type="subTitle" idx="5"/>
          </p:nvPr>
        </p:nvSpPr>
        <p:spPr>
          <a:xfrm>
            <a:off x="6088037" y="2111290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13"/>
          <p:cNvSpPr txBox="1">
            <a:spLocks noGrp="1"/>
          </p:cNvSpPr>
          <p:nvPr>
            <p:ph type="subTitle" idx="6"/>
          </p:nvPr>
        </p:nvSpPr>
        <p:spPr>
          <a:xfrm>
            <a:off x="6088037" y="3844474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13"/>
          <p:cNvSpPr txBox="1">
            <a:spLocks noGrp="1"/>
          </p:cNvSpPr>
          <p:nvPr>
            <p:ph type="title" idx="7" hasCustomPrompt="1"/>
          </p:nvPr>
        </p:nvSpPr>
        <p:spPr>
          <a:xfrm>
            <a:off x="1565904" y="1332025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1" name="Google Shape;151;p13"/>
          <p:cNvSpPr txBox="1">
            <a:spLocks noGrp="1"/>
          </p:cNvSpPr>
          <p:nvPr>
            <p:ph type="title" idx="8" hasCustomPrompt="1"/>
          </p:nvPr>
        </p:nvSpPr>
        <p:spPr>
          <a:xfrm>
            <a:off x="1565904" y="3064624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2" name="Google Shape;152;p13"/>
          <p:cNvSpPr txBox="1">
            <a:spLocks noGrp="1"/>
          </p:cNvSpPr>
          <p:nvPr>
            <p:ph type="title" idx="9" hasCustomPrompt="1"/>
          </p:nvPr>
        </p:nvSpPr>
        <p:spPr>
          <a:xfrm>
            <a:off x="4211919" y="1332025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3" name="Google Shape;153;p13"/>
          <p:cNvSpPr txBox="1">
            <a:spLocks noGrp="1"/>
          </p:cNvSpPr>
          <p:nvPr>
            <p:ph type="title" idx="13" hasCustomPrompt="1"/>
          </p:nvPr>
        </p:nvSpPr>
        <p:spPr>
          <a:xfrm>
            <a:off x="4211919" y="3064624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4" name="Google Shape;154;p13"/>
          <p:cNvSpPr txBox="1">
            <a:spLocks noGrp="1"/>
          </p:cNvSpPr>
          <p:nvPr>
            <p:ph type="title" idx="14" hasCustomPrompt="1"/>
          </p:nvPr>
        </p:nvSpPr>
        <p:spPr>
          <a:xfrm>
            <a:off x="6857941" y="1332025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5" name="Google Shape;155;p13"/>
          <p:cNvSpPr txBox="1">
            <a:spLocks noGrp="1"/>
          </p:cNvSpPr>
          <p:nvPr>
            <p:ph type="title" idx="15" hasCustomPrompt="1"/>
          </p:nvPr>
        </p:nvSpPr>
        <p:spPr>
          <a:xfrm>
            <a:off x="6857941" y="3064624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6" name="Google Shape;156;p13"/>
          <p:cNvSpPr txBox="1">
            <a:spLocks noGrp="1"/>
          </p:cNvSpPr>
          <p:nvPr>
            <p:ph type="subTitle" idx="16"/>
          </p:nvPr>
        </p:nvSpPr>
        <p:spPr>
          <a:xfrm>
            <a:off x="796000" y="1779408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57" name="Google Shape;157;p13"/>
          <p:cNvSpPr txBox="1">
            <a:spLocks noGrp="1"/>
          </p:cNvSpPr>
          <p:nvPr>
            <p:ph type="subTitle" idx="17"/>
          </p:nvPr>
        </p:nvSpPr>
        <p:spPr>
          <a:xfrm>
            <a:off x="3442015" y="1779408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58" name="Google Shape;158;p13"/>
          <p:cNvSpPr txBox="1">
            <a:spLocks noGrp="1"/>
          </p:cNvSpPr>
          <p:nvPr>
            <p:ph type="subTitle" idx="18"/>
          </p:nvPr>
        </p:nvSpPr>
        <p:spPr>
          <a:xfrm>
            <a:off x="6088037" y="1779408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59" name="Google Shape;159;p13"/>
          <p:cNvSpPr txBox="1">
            <a:spLocks noGrp="1"/>
          </p:cNvSpPr>
          <p:nvPr>
            <p:ph type="subTitle" idx="19"/>
          </p:nvPr>
        </p:nvSpPr>
        <p:spPr>
          <a:xfrm>
            <a:off x="796000" y="3512074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60" name="Google Shape;160;p13"/>
          <p:cNvSpPr txBox="1">
            <a:spLocks noGrp="1"/>
          </p:cNvSpPr>
          <p:nvPr>
            <p:ph type="subTitle" idx="20"/>
          </p:nvPr>
        </p:nvSpPr>
        <p:spPr>
          <a:xfrm>
            <a:off x="3442015" y="3512074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61" name="Google Shape;161;p13"/>
          <p:cNvSpPr txBox="1">
            <a:spLocks noGrp="1"/>
          </p:cNvSpPr>
          <p:nvPr>
            <p:ph type="subTitle" idx="21"/>
          </p:nvPr>
        </p:nvSpPr>
        <p:spPr>
          <a:xfrm>
            <a:off x="6088037" y="3512074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4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65" name="Google Shape;165;p14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14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4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4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4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14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" name="Google Shape;173;p14"/>
          <p:cNvSpPr txBox="1">
            <a:spLocks noGrp="1"/>
          </p:cNvSpPr>
          <p:nvPr>
            <p:ph type="title"/>
          </p:nvPr>
        </p:nvSpPr>
        <p:spPr>
          <a:xfrm>
            <a:off x="3065400" y="3370075"/>
            <a:ext cx="3013200" cy="4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74" name="Google Shape;174;p14"/>
          <p:cNvSpPr txBox="1">
            <a:spLocks noGrp="1"/>
          </p:cNvSpPr>
          <p:nvPr>
            <p:ph type="subTitle" idx="1"/>
          </p:nvPr>
        </p:nvSpPr>
        <p:spPr>
          <a:xfrm>
            <a:off x="1749300" y="1491475"/>
            <a:ext cx="5645400" cy="161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7" name="Google Shape;177;p15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78" name="Google Shape;178;p15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5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5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5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15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5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5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5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6" name="Google Shape;186;p15"/>
          <p:cNvSpPr txBox="1">
            <a:spLocks noGrp="1"/>
          </p:cNvSpPr>
          <p:nvPr>
            <p:ph type="title"/>
          </p:nvPr>
        </p:nvSpPr>
        <p:spPr>
          <a:xfrm>
            <a:off x="720000" y="1370888"/>
            <a:ext cx="3519600" cy="150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15"/>
          <p:cNvSpPr txBox="1">
            <a:spLocks noGrp="1"/>
          </p:cNvSpPr>
          <p:nvPr>
            <p:ph type="subTitle" idx="1"/>
          </p:nvPr>
        </p:nvSpPr>
        <p:spPr>
          <a:xfrm>
            <a:off x="720000" y="2875613"/>
            <a:ext cx="3519600" cy="8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5"/>
          <p:cNvSpPr>
            <a:spLocks noGrp="1"/>
          </p:cNvSpPr>
          <p:nvPr>
            <p:ph type="pic" idx="2"/>
          </p:nvPr>
        </p:nvSpPr>
        <p:spPr>
          <a:xfrm>
            <a:off x="4931805" y="1000781"/>
            <a:ext cx="3246900" cy="3246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_AND_BODY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7" name="Google Shape;217;p18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18" name="Google Shape;218;p18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8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18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18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8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8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8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8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6" name="Google Shape;226;p18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18"/>
          <p:cNvSpPr txBox="1">
            <a:spLocks noGrp="1"/>
          </p:cNvSpPr>
          <p:nvPr>
            <p:ph type="body" idx="1"/>
          </p:nvPr>
        </p:nvSpPr>
        <p:spPr>
          <a:xfrm>
            <a:off x="720000" y="1291938"/>
            <a:ext cx="7704000" cy="33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1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60" name="Google Shape;260;p21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1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1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1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1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1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1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1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8" name="Google Shape;268;p21"/>
          <p:cNvSpPr txBox="1">
            <a:spLocks noGrp="1"/>
          </p:cNvSpPr>
          <p:nvPr>
            <p:ph type="title"/>
          </p:nvPr>
        </p:nvSpPr>
        <p:spPr>
          <a:xfrm>
            <a:off x="1144550" y="597425"/>
            <a:ext cx="6855300" cy="97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21"/>
          <p:cNvSpPr txBox="1">
            <a:spLocks noGrp="1"/>
          </p:cNvSpPr>
          <p:nvPr>
            <p:ph type="subTitle" idx="1"/>
          </p:nvPr>
        </p:nvSpPr>
        <p:spPr>
          <a:xfrm>
            <a:off x="4825664" y="2070950"/>
            <a:ext cx="3174000" cy="18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21"/>
          <p:cNvSpPr txBox="1">
            <a:spLocks noGrp="1"/>
          </p:cNvSpPr>
          <p:nvPr>
            <p:ph type="subTitle" idx="2"/>
          </p:nvPr>
        </p:nvSpPr>
        <p:spPr>
          <a:xfrm>
            <a:off x="1144550" y="2070950"/>
            <a:ext cx="3174000" cy="18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3" name="Google Shape;403;p29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404" name="Google Shape;404;p29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9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9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9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" name="Google Shape;412;p29"/>
          <p:cNvGrpSpPr/>
          <p:nvPr/>
        </p:nvGrpSpPr>
        <p:grpSpPr>
          <a:xfrm>
            <a:off x="565056" y="519563"/>
            <a:ext cx="8012737" cy="4104778"/>
            <a:chOff x="585525" y="1202450"/>
            <a:chExt cx="6436450" cy="3297275"/>
          </a:xfrm>
        </p:grpSpPr>
        <p:sp>
          <p:nvSpPr>
            <p:cNvPr id="413" name="Google Shape;413;p29"/>
            <p:cNvSpPr/>
            <p:nvPr/>
          </p:nvSpPr>
          <p:spPr>
            <a:xfrm>
              <a:off x="83952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29"/>
            <p:cNvSpPr/>
            <p:nvPr/>
          </p:nvSpPr>
          <p:spPr>
            <a:xfrm>
              <a:off x="844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9"/>
            <p:cNvSpPr/>
            <p:nvPr/>
          </p:nvSpPr>
          <p:spPr>
            <a:xfrm>
              <a:off x="898575" y="13480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9"/>
            <p:cNvSpPr/>
            <p:nvPr/>
          </p:nvSpPr>
          <p:spPr>
            <a:xfrm>
              <a:off x="9448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29"/>
            <p:cNvSpPr/>
            <p:nvPr/>
          </p:nvSpPr>
          <p:spPr>
            <a:xfrm>
              <a:off x="752350" y="1240875"/>
              <a:ext cx="206850" cy="104050"/>
            </a:xfrm>
            <a:custGeom>
              <a:avLst/>
              <a:gdLst/>
              <a:ahLst/>
              <a:cxnLst/>
              <a:rect l="l" t="t" r="r" b="b"/>
              <a:pathLst>
                <a:path w="8274" h="4162" extrusionOk="0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29"/>
            <p:cNvSpPr/>
            <p:nvPr/>
          </p:nvSpPr>
          <p:spPr>
            <a:xfrm>
              <a:off x="1012600" y="1245875"/>
              <a:ext cx="88750" cy="80000"/>
            </a:xfrm>
            <a:custGeom>
              <a:avLst/>
              <a:gdLst/>
              <a:ahLst/>
              <a:cxnLst/>
              <a:rect l="l" t="t" r="r" b="b"/>
              <a:pathLst>
                <a:path w="3550" h="3200" extrusionOk="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9"/>
            <p:cNvSpPr/>
            <p:nvPr/>
          </p:nvSpPr>
          <p:spPr>
            <a:xfrm>
              <a:off x="1123500" y="1272100"/>
              <a:ext cx="33450" cy="43775"/>
            </a:xfrm>
            <a:custGeom>
              <a:avLst/>
              <a:gdLst/>
              <a:ahLst/>
              <a:cxnLst/>
              <a:rect l="l" t="t" r="r" b="b"/>
              <a:pathLst>
                <a:path w="1338" h="1751" extrusionOk="0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9"/>
            <p:cNvSpPr/>
            <p:nvPr/>
          </p:nvSpPr>
          <p:spPr>
            <a:xfrm>
              <a:off x="732975" y="129210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9"/>
            <p:cNvSpPr/>
            <p:nvPr/>
          </p:nvSpPr>
          <p:spPr>
            <a:xfrm>
              <a:off x="809225" y="1274925"/>
              <a:ext cx="77800" cy="113125"/>
            </a:xfrm>
            <a:custGeom>
              <a:avLst/>
              <a:gdLst/>
              <a:ahLst/>
              <a:cxnLst/>
              <a:rect l="l" t="t" r="r" b="b"/>
              <a:pathLst>
                <a:path w="3112" h="4525" extrusionOk="0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29"/>
            <p:cNvSpPr/>
            <p:nvPr/>
          </p:nvSpPr>
          <p:spPr>
            <a:xfrm>
              <a:off x="792650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9"/>
            <p:cNvSpPr/>
            <p:nvPr/>
          </p:nvSpPr>
          <p:spPr>
            <a:xfrm>
              <a:off x="841400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9"/>
            <p:cNvSpPr/>
            <p:nvPr/>
          </p:nvSpPr>
          <p:spPr>
            <a:xfrm>
              <a:off x="973550" y="1363650"/>
              <a:ext cx="9700" cy="6900"/>
            </a:xfrm>
            <a:custGeom>
              <a:avLst/>
              <a:gdLst/>
              <a:ahLst/>
              <a:cxnLst/>
              <a:rect l="l" t="t" r="r" b="b"/>
              <a:pathLst>
                <a:path w="388" h="276" extrusionOk="0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29"/>
            <p:cNvSpPr/>
            <p:nvPr/>
          </p:nvSpPr>
          <p:spPr>
            <a:xfrm>
              <a:off x="832025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9"/>
            <p:cNvSpPr/>
            <p:nvPr/>
          </p:nvSpPr>
          <p:spPr>
            <a:xfrm>
              <a:off x="810775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9"/>
            <p:cNvSpPr/>
            <p:nvPr/>
          </p:nvSpPr>
          <p:spPr>
            <a:xfrm>
              <a:off x="766400" y="1291175"/>
              <a:ext cx="73150" cy="22525"/>
            </a:xfrm>
            <a:custGeom>
              <a:avLst/>
              <a:gdLst/>
              <a:ahLst/>
              <a:cxnLst/>
              <a:rect l="l" t="t" r="r" b="b"/>
              <a:pathLst>
                <a:path w="2926" h="901" extrusionOk="0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9"/>
            <p:cNvSpPr/>
            <p:nvPr/>
          </p:nvSpPr>
          <p:spPr>
            <a:xfrm>
              <a:off x="767350" y="12968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9"/>
            <p:cNvSpPr/>
            <p:nvPr/>
          </p:nvSpPr>
          <p:spPr>
            <a:xfrm>
              <a:off x="919500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9"/>
            <p:cNvSpPr/>
            <p:nvPr/>
          </p:nvSpPr>
          <p:spPr>
            <a:xfrm>
              <a:off x="914500" y="1250875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29"/>
            <p:cNvSpPr/>
            <p:nvPr/>
          </p:nvSpPr>
          <p:spPr>
            <a:xfrm>
              <a:off x="1186925" y="1310225"/>
              <a:ext cx="83125" cy="26900"/>
            </a:xfrm>
            <a:custGeom>
              <a:avLst/>
              <a:gdLst/>
              <a:ahLst/>
              <a:cxnLst/>
              <a:rect l="l" t="t" r="r" b="b"/>
              <a:pathLst>
                <a:path w="3325" h="1076" extrusionOk="0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9"/>
            <p:cNvSpPr/>
            <p:nvPr/>
          </p:nvSpPr>
          <p:spPr>
            <a:xfrm>
              <a:off x="1187250" y="1314900"/>
              <a:ext cx="100600" cy="30975"/>
            </a:xfrm>
            <a:custGeom>
              <a:avLst/>
              <a:gdLst/>
              <a:ahLst/>
              <a:cxnLst/>
              <a:rect l="l" t="t" r="r" b="b"/>
              <a:pathLst>
                <a:path w="4024" h="1239" extrusionOk="0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9"/>
            <p:cNvSpPr/>
            <p:nvPr/>
          </p:nvSpPr>
          <p:spPr>
            <a:xfrm>
              <a:off x="5855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29"/>
            <p:cNvSpPr/>
            <p:nvPr/>
          </p:nvSpPr>
          <p:spPr>
            <a:xfrm>
              <a:off x="762975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29"/>
            <p:cNvSpPr/>
            <p:nvPr/>
          </p:nvSpPr>
          <p:spPr>
            <a:xfrm>
              <a:off x="741425" y="1520175"/>
              <a:ext cx="77175" cy="73125"/>
            </a:xfrm>
            <a:custGeom>
              <a:avLst/>
              <a:gdLst/>
              <a:ahLst/>
              <a:cxnLst/>
              <a:rect l="l" t="t" r="r" b="b"/>
              <a:pathLst>
                <a:path w="3087" h="2925" extrusionOk="0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9"/>
            <p:cNvSpPr/>
            <p:nvPr/>
          </p:nvSpPr>
          <p:spPr>
            <a:xfrm>
              <a:off x="812325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9"/>
            <p:cNvSpPr/>
            <p:nvPr/>
          </p:nvSpPr>
          <p:spPr>
            <a:xfrm>
              <a:off x="633950" y="13739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9"/>
            <p:cNvSpPr/>
            <p:nvPr/>
          </p:nvSpPr>
          <p:spPr>
            <a:xfrm>
              <a:off x="638950" y="1634200"/>
              <a:ext cx="81550" cy="88450"/>
            </a:xfrm>
            <a:custGeom>
              <a:avLst/>
              <a:gdLst/>
              <a:ahLst/>
              <a:cxnLst/>
              <a:rect l="l" t="t" r="r" b="b"/>
              <a:pathLst>
                <a:path w="3262" h="3538" extrusionOk="0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29"/>
            <p:cNvSpPr/>
            <p:nvPr/>
          </p:nvSpPr>
          <p:spPr>
            <a:xfrm>
              <a:off x="66520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29"/>
            <p:cNvSpPr/>
            <p:nvPr/>
          </p:nvSpPr>
          <p:spPr>
            <a:xfrm>
              <a:off x="68517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29"/>
            <p:cNvSpPr/>
            <p:nvPr/>
          </p:nvSpPr>
          <p:spPr>
            <a:xfrm>
              <a:off x="6683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29"/>
            <p:cNvSpPr/>
            <p:nvPr/>
          </p:nvSpPr>
          <p:spPr>
            <a:xfrm>
              <a:off x="769525" y="1413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29"/>
            <p:cNvSpPr/>
            <p:nvPr/>
          </p:nvSpPr>
          <p:spPr>
            <a:xfrm>
              <a:off x="786400" y="1462675"/>
              <a:ext cx="10025" cy="5975"/>
            </a:xfrm>
            <a:custGeom>
              <a:avLst/>
              <a:gdLst/>
              <a:ahLst/>
              <a:cxnLst/>
              <a:rect l="l" t="t" r="r" b="b"/>
              <a:pathLst>
                <a:path w="401" h="239" extrusionOk="0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29"/>
            <p:cNvSpPr/>
            <p:nvPr/>
          </p:nvSpPr>
          <p:spPr>
            <a:xfrm>
              <a:off x="756725" y="1594850"/>
              <a:ext cx="7200" cy="10000"/>
            </a:xfrm>
            <a:custGeom>
              <a:avLst/>
              <a:gdLst/>
              <a:ahLst/>
              <a:cxnLst/>
              <a:rect l="l" t="t" r="r" b="b"/>
              <a:pathLst>
                <a:path w="288" h="400" extrusionOk="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29"/>
            <p:cNvSpPr/>
            <p:nvPr/>
          </p:nvSpPr>
          <p:spPr>
            <a:xfrm>
              <a:off x="62707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9"/>
            <p:cNvSpPr/>
            <p:nvPr/>
          </p:nvSpPr>
          <p:spPr>
            <a:xfrm>
              <a:off x="627075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9"/>
            <p:cNvSpPr/>
            <p:nvPr/>
          </p:nvSpPr>
          <p:spPr>
            <a:xfrm>
              <a:off x="684550" y="1388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9"/>
            <p:cNvSpPr/>
            <p:nvPr/>
          </p:nvSpPr>
          <p:spPr>
            <a:xfrm>
              <a:off x="690175" y="1388950"/>
              <a:ext cx="23775" cy="70625"/>
            </a:xfrm>
            <a:custGeom>
              <a:avLst/>
              <a:gdLst/>
              <a:ahLst/>
              <a:cxnLst/>
              <a:rect l="l" t="t" r="r" b="b"/>
              <a:pathLst>
                <a:path w="951" h="2825" extrusionOk="0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9"/>
            <p:cNvSpPr/>
            <p:nvPr/>
          </p:nvSpPr>
          <p:spPr>
            <a:xfrm>
              <a:off x="6420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9"/>
            <p:cNvSpPr/>
            <p:nvPr/>
          </p:nvSpPr>
          <p:spPr>
            <a:xfrm>
              <a:off x="642375" y="1531100"/>
              <a:ext cx="55950" cy="20950"/>
            </a:xfrm>
            <a:custGeom>
              <a:avLst/>
              <a:gdLst/>
              <a:ahLst/>
              <a:cxnLst/>
              <a:rect l="l" t="t" r="r" b="b"/>
              <a:pathLst>
                <a:path w="2238" h="838" extrusionOk="0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9"/>
            <p:cNvSpPr/>
            <p:nvPr/>
          </p:nvSpPr>
          <p:spPr>
            <a:xfrm>
              <a:off x="703625" y="1808525"/>
              <a:ext cx="26875" cy="82825"/>
            </a:xfrm>
            <a:custGeom>
              <a:avLst/>
              <a:gdLst/>
              <a:ahLst/>
              <a:cxnLst/>
              <a:rect l="l" t="t" r="r" b="b"/>
              <a:pathLst>
                <a:path w="1075" h="3313" extrusionOk="0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9"/>
            <p:cNvSpPr/>
            <p:nvPr/>
          </p:nvSpPr>
          <p:spPr>
            <a:xfrm>
              <a:off x="708300" y="1808525"/>
              <a:ext cx="30950" cy="100950"/>
            </a:xfrm>
            <a:custGeom>
              <a:avLst/>
              <a:gdLst/>
              <a:ahLst/>
              <a:cxnLst/>
              <a:rect l="l" t="t" r="r" b="b"/>
              <a:pathLst>
                <a:path w="1238" h="4038" extrusionOk="0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9"/>
            <p:cNvSpPr/>
            <p:nvPr/>
          </p:nvSpPr>
          <p:spPr>
            <a:xfrm>
              <a:off x="88700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9"/>
            <p:cNvSpPr/>
            <p:nvPr/>
          </p:nvSpPr>
          <p:spPr>
            <a:xfrm>
              <a:off x="893575" y="1496125"/>
              <a:ext cx="58750" cy="15000"/>
            </a:xfrm>
            <a:custGeom>
              <a:avLst/>
              <a:gdLst/>
              <a:ahLst/>
              <a:cxnLst/>
              <a:rect l="l" t="t" r="r" b="b"/>
              <a:pathLst>
                <a:path w="2350" h="600" extrusionOk="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9"/>
            <p:cNvSpPr/>
            <p:nvPr/>
          </p:nvSpPr>
          <p:spPr>
            <a:xfrm>
              <a:off x="927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9"/>
            <p:cNvSpPr/>
            <p:nvPr/>
          </p:nvSpPr>
          <p:spPr>
            <a:xfrm>
              <a:off x="88670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9"/>
            <p:cNvSpPr/>
            <p:nvPr/>
          </p:nvSpPr>
          <p:spPr>
            <a:xfrm>
              <a:off x="897000" y="1522975"/>
              <a:ext cx="17200" cy="34700"/>
            </a:xfrm>
            <a:custGeom>
              <a:avLst/>
              <a:gdLst/>
              <a:ahLst/>
              <a:cxnLst/>
              <a:rect l="l" t="t" r="r" b="b"/>
              <a:pathLst>
                <a:path w="688" h="1388" extrusionOk="0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9"/>
            <p:cNvSpPr/>
            <p:nvPr/>
          </p:nvSpPr>
          <p:spPr>
            <a:xfrm>
              <a:off x="907925" y="1521425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9"/>
            <p:cNvSpPr/>
            <p:nvPr/>
          </p:nvSpPr>
          <p:spPr>
            <a:xfrm>
              <a:off x="915425" y="1512975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9"/>
            <p:cNvSpPr/>
            <p:nvPr/>
          </p:nvSpPr>
          <p:spPr>
            <a:xfrm>
              <a:off x="917300" y="1513300"/>
              <a:ext cx="17225" cy="6900"/>
            </a:xfrm>
            <a:custGeom>
              <a:avLst/>
              <a:gdLst/>
              <a:ahLst/>
              <a:cxnLst/>
              <a:rect l="l" t="t" r="r" b="b"/>
              <a:pathLst>
                <a:path w="689" h="276" extrusionOk="0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92605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620967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6575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9"/>
            <p:cNvSpPr/>
            <p:nvPr/>
          </p:nvSpPr>
          <p:spPr>
            <a:xfrm>
              <a:off x="6628300" y="1348025"/>
              <a:ext cx="73450" cy="77200"/>
            </a:xfrm>
            <a:custGeom>
              <a:avLst/>
              <a:gdLst/>
              <a:ahLst/>
              <a:cxnLst/>
              <a:rect l="l" t="t" r="r" b="b"/>
              <a:pathLst>
                <a:path w="2938" h="3088" extrusionOk="0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9"/>
            <p:cNvSpPr/>
            <p:nvPr/>
          </p:nvSpPr>
          <p:spPr>
            <a:xfrm>
              <a:off x="66555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9"/>
            <p:cNvSpPr/>
            <p:nvPr/>
          </p:nvSpPr>
          <p:spPr>
            <a:xfrm>
              <a:off x="6641425" y="1240875"/>
              <a:ext cx="206550" cy="104050"/>
            </a:xfrm>
            <a:custGeom>
              <a:avLst/>
              <a:gdLst/>
              <a:ahLst/>
              <a:cxnLst/>
              <a:rect l="l" t="t" r="r" b="b"/>
              <a:pathLst>
                <a:path w="8262" h="4162" extrusionOk="0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9"/>
            <p:cNvSpPr/>
            <p:nvPr/>
          </p:nvSpPr>
          <p:spPr>
            <a:xfrm>
              <a:off x="6499275" y="1245875"/>
              <a:ext cx="88450" cy="80000"/>
            </a:xfrm>
            <a:custGeom>
              <a:avLst/>
              <a:gdLst/>
              <a:ahLst/>
              <a:cxnLst/>
              <a:rect l="l" t="t" r="r" b="b"/>
              <a:pathLst>
                <a:path w="3538" h="3200" extrusionOk="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9"/>
            <p:cNvSpPr/>
            <p:nvPr/>
          </p:nvSpPr>
          <p:spPr>
            <a:xfrm>
              <a:off x="6443675" y="1272100"/>
              <a:ext cx="33125" cy="43775"/>
            </a:xfrm>
            <a:custGeom>
              <a:avLst/>
              <a:gdLst/>
              <a:ahLst/>
              <a:cxnLst/>
              <a:rect l="l" t="t" r="r" b="b"/>
              <a:pathLst>
                <a:path w="1325" h="1751" extrusionOk="0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9"/>
            <p:cNvSpPr/>
            <p:nvPr/>
          </p:nvSpPr>
          <p:spPr>
            <a:xfrm>
              <a:off x="6835450" y="1292100"/>
              <a:ext cx="31875" cy="31900"/>
            </a:xfrm>
            <a:custGeom>
              <a:avLst/>
              <a:gdLst/>
              <a:ahLst/>
              <a:cxnLst/>
              <a:rect l="l" t="t" r="r" b="b"/>
              <a:pathLst>
                <a:path w="1275" h="1276" extrusionOk="0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9"/>
            <p:cNvSpPr/>
            <p:nvPr/>
          </p:nvSpPr>
          <p:spPr>
            <a:xfrm>
              <a:off x="6713600" y="1274925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9"/>
            <p:cNvSpPr/>
            <p:nvPr/>
          </p:nvSpPr>
          <p:spPr>
            <a:xfrm>
              <a:off x="6777025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9"/>
            <p:cNvSpPr/>
            <p:nvPr/>
          </p:nvSpPr>
          <p:spPr>
            <a:xfrm>
              <a:off x="6753275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9"/>
            <p:cNvSpPr/>
            <p:nvPr/>
          </p:nvSpPr>
          <p:spPr>
            <a:xfrm>
              <a:off x="6617075" y="1363650"/>
              <a:ext cx="10000" cy="6900"/>
            </a:xfrm>
            <a:custGeom>
              <a:avLst/>
              <a:gdLst/>
              <a:ahLst/>
              <a:cxnLst/>
              <a:rect l="l" t="t" r="r" b="b"/>
              <a:pathLst>
                <a:path w="400" h="276" extrusionOk="0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9"/>
            <p:cNvSpPr/>
            <p:nvPr/>
          </p:nvSpPr>
          <p:spPr>
            <a:xfrm>
              <a:off x="6611450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9"/>
            <p:cNvSpPr/>
            <p:nvPr/>
          </p:nvSpPr>
          <p:spPr>
            <a:xfrm>
              <a:off x="6756400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9"/>
            <p:cNvSpPr/>
            <p:nvPr/>
          </p:nvSpPr>
          <p:spPr>
            <a:xfrm>
              <a:off x="6761100" y="1291175"/>
              <a:ext cx="72800" cy="22525"/>
            </a:xfrm>
            <a:custGeom>
              <a:avLst/>
              <a:gdLst/>
              <a:ahLst/>
              <a:cxnLst/>
              <a:rect l="l" t="t" r="r" b="b"/>
              <a:pathLst>
                <a:path w="2912" h="901" extrusionOk="0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9"/>
            <p:cNvSpPr/>
            <p:nvPr/>
          </p:nvSpPr>
          <p:spPr>
            <a:xfrm>
              <a:off x="6762650" y="1296800"/>
              <a:ext cx="70325" cy="23450"/>
            </a:xfrm>
            <a:custGeom>
              <a:avLst/>
              <a:gdLst/>
              <a:ahLst/>
              <a:cxnLst/>
              <a:rect l="l" t="t" r="r" b="b"/>
              <a:pathLst>
                <a:path w="2813" h="938" extrusionOk="0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9"/>
            <p:cNvSpPr/>
            <p:nvPr/>
          </p:nvSpPr>
          <p:spPr>
            <a:xfrm>
              <a:off x="6662675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9"/>
            <p:cNvSpPr/>
            <p:nvPr/>
          </p:nvSpPr>
          <p:spPr>
            <a:xfrm>
              <a:off x="6669850" y="1250875"/>
              <a:ext cx="15975" cy="54375"/>
            </a:xfrm>
            <a:custGeom>
              <a:avLst/>
              <a:gdLst/>
              <a:ahLst/>
              <a:cxnLst/>
              <a:rect l="l" t="t" r="r" b="b"/>
              <a:pathLst>
                <a:path w="639" h="2175" extrusionOk="0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9"/>
            <p:cNvSpPr/>
            <p:nvPr/>
          </p:nvSpPr>
          <p:spPr>
            <a:xfrm>
              <a:off x="6330275" y="1310225"/>
              <a:ext cx="82800" cy="26900"/>
            </a:xfrm>
            <a:custGeom>
              <a:avLst/>
              <a:gdLst/>
              <a:ahLst/>
              <a:cxnLst/>
              <a:rect l="l" t="t" r="r" b="b"/>
              <a:pathLst>
                <a:path w="3312" h="1076" extrusionOk="0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9"/>
            <p:cNvSpPr/>
            <p:nvPr/>
          </p:nvSpPr>
          <p:spPr>
            <a:xfrm>
              <a:off x="6312450" y="1314900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9"/>
            <p:cNvSpPr/>
            <p:nvPr/>
          </p:nvSpPr>
          <p:spPr>
            <a:xfrm>
              <a:off x="68148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9"/>
            <p:cNvSpPr/>
            <p:nvPr/>
          </p:nvSpPr>
          <p:spPr>
            <a:xfrm>
              <a:off x="6715800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9"/>
            <p:cNvSpPr/>
            <p:nvPr/>
          </p:nvSpPr>
          <p:spPr>
            <a:xfrm>
              <a:off x="6781700" y="1520175"/>
              <a:ext cx="77200" cy="73125"/>
            </a:xfrm>
            <a:custGeom>
              <a:avLst/>
              <a:gdLst/>
              <a:ahLst/>
              <a:cxnLst/>
              <a:rect l="l" t="t" r="r" b="b"/>
              <a:pathLst>
                <a:path w="3088" h="2925" extrusionOk="0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9"/>
            <p:cNvSpPr/>
            <p:nvPr/>
          </p:nvSpPr>
          <p:spPr>
            <a:xfrm>
              <a:off x="6787950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9"/>
            <p:cNvSpPr/>
            <p:nvPr/>
          </p:nvSpPr>
          <p:spPr>
            <a:xfrm>
              <a:off x="6862300" y="1373950"/>
              <a:ext cx="104075" cy="206550"/>
            </a:xfrm>
            <a:custGeom>
              <a:avLst/>
              <a:gdLst/>
              <a:ahLst/>
              <a:cxnLst/>
              <a:rect l="l" t="t" r="r" b="b"/>
              <a:pathLst>
                <a:path w="4163" h="8262" extrusionOk="0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9"/>
            <p:cNvSpPr/>
            <p:nvPr/>
          </p:nvSpPr>
          <p:spPr>
            <a:xfrm>
              <a:off x="6879800" y="1634200"/>
              <a:ext cx="81575" cy="88450"/>
            </a:xfrm>
            <a:custGeom>
              <a:avLst/>
              <a:gdLst/>
              <a:ahLst/>
              <a:cxnLst/>
              <a:rect l="l" t="t" r="r" b="b"/>
              <a:pathLst>
                <a:path w="3263" h="3538" extrusionOk="0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9"/>
            <p:cNvSpPr/>
            <p:nvPr/>
          </p:nvSpPr>
          <p:spPr>
            <a:xfrm>
              <a:off x="689105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9"/>
            <p:cNvSpPr/>
            <p:nvPr/>
          </p:nvSpPr>
          <p:spPr>
            <a:xfrm>
              <a:off x="688292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9"/>
            <p:cNvSpPr/>
            <p:nvPr/>
          </p:nvSpPr>
          <p:spPr>
            <a:xfrm>
              <a:off x="68192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9"/>
            <p:cNvSpPr/>
            <p:nvPr/>
          </p:nvSpPr>
          <p:spPr>
            <a:xfrm>
              <a:off x="6798275" y="1413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9"/>
            <p:cNvSpPr/>
            <p:nvPr/>
          </p:nvSpPr>
          <p:spPr>
            <a:xfrm>
              <a:off x="6803900" y="1462675"/>
              <a:ext cx="10000" cy="5975"/>
            </a:xfrm>
            <a:custGeom>
              <a:avLst/>
              <a:gdLst/>
              <a:ahLst/>
              <a:cxnLst/>
              <a:rect l="l" t="t" r="r" b="b"/>
              <a:pathLst>
                <a:path w="400" h="239" extrusionOk="0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9"/>
            <p:cNvSpPr/>
            <p:nvPr/>
          </p:nvSpPr>
          <p:spPr>
            <a:xfrm>
              <a:off x="6836375" y="1594850"/>
              <a:ext cx="7225" cy="10000"/>
            </a:xfrm>
            <a:custGeom>
              <a:avLst/>
              <a:gdLst/>
              <a:ahLst/>
              <a:cxnLst/>
              <a:rect l="l" t="t" r="r" b="b"/>
              <a:pathLst>
                <a:path w="289" h="400" extrusionOk="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9"/>
            <p:cNvSpPr/>
            <p:nvPr/>
          </p:nvSpPr>
          <p:spPr>
            <a:xfrm>
              <a:off x="694542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9"/>
            <p:cNvSpPr/>
            <p:nvPr/>
          </p:nvSpPr>
          <p:spPr>
            <a:xfrm>
              <a:off x="6942300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9"/>
            <p:cNvSpPr/>
            <p:nvPr/>
          </p:nvSpPr>
          <p:spPr>
            <a:xfrm>
              <a:off x="6893250" y="1388025"/>
              <a:ext cx="22500" cy="72800"/>
            </a:xfrm>
            <a:custGeom>
              <a:avLst/>
              <a:gdLst/>
              <a:ahLst/>
              <a:cxnLst/>
              <a:rect l="l" t="t" r="r" b="b"/>
              <a:pathLst>
                <a:path w="900" h="2912" extrusionOk="0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9"/>
            <p:cNvSpPr/>
            <p:nvPr/>
          </p:nvSpPr>
          <p:spPr>
            <a:xfrm>
              <a:off x="6886375" y="1388950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9"/>
            <p:cNvSpPr/>
            <p:nvPr/>
          </p:nvSpPr>
          <p:spPr>
            <a:xfrm>
              <a:off x="69013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9"/>
            <p:cNvSpPr/>
            <p:nvPr/>
          </p:nvSpPr>
          <p:spPr>
            <a:xfrm>
              <a:off x="6901675" y="1530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9"/>
            <p:cNvSpPr/>
            <p:nvPr/>
          </p:nvSpPr>
          <p:spPr>
            <a:xfrm>
              <a:off x="6869800" y="1808525"/>
              <a:ext cx="26900" cy="82825"/>
            </a:xfrm>
            <a:custGeom>
              <a:avLst/>
              <a:gdLst/>
              <a:ahLst/>
              <a:cxnLst/>
              <a:rect l="l" t="t" r="r" b="b"/>
              <a:pathLst>
                <a:path w="1076" h="3313" extrusionOk="0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9"/>
            <p:cNvSpPr/>
            <p:nvPr/>
          </p:nvSpPr>
          <p:spPr>
            <a:xfrm>
              <a:off x="6861050" y="1808525"/>
              <a:ext cx="30975" cy="100950"/>
            </a:xfrm>
            <a:custGeom>
              <a:avLst/>
              <a:gdLst/>
              <a:ahLst/>
              <a:cxnLst/>
              <a:rect l="l" t="t" r="r" b="b"/>
              <a:pathLst>
                <a:path w="1239" h="4038" extrusionOk="0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9"/>
            <p:cNvSpPr/>
            <p:nvPr/>
          </p:nvSpPr>
          <p:spPr>
            <a:xfrm>
              <a:off x="670485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9"/>
            <p:cNvSpPr/>
            <p:nvPr/>
          </p:nvSpPr>
          <p:spPr>
            <a:xfrm>
              <a:off x="6648000" y="1496125"/>
              <a:ext cx="59075" cy="15000"/>
            </a:xfrm>
            <a:custGeom>
              <a:avLst/>
              <a:gdLst/>
              <a:ahLst/>
              <a:cxnLst/>
              <a:rect l="l" t="t" r="r" b="b"/>
              <a:pathLst>
                <a:path w="2363" h="600" extrusionOk="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9"/>
            <p:cNvSpPr/>
            <p:nvPr/>
          </p:nvSpPr>
          <p:spPr>
            <a:xfrm>
              <a:off x="6648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9"/>
            <p:cNvSpPr/>
            <p:nvPr/>
          </p:nvSpPr>
          <p:spPr>
            <a:xfrm>
              <a:off x="668705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29"/>
            <p:cNvSpPr/>
            <p:nvPr/>
          </p:nvSpPr>
          <p:spPr>
            <a:xfrm>
              <a:off x="6686100" y="1522975"/>
              <a:ext cx="17225" cy="34700"/>
            </a:xfrm>
            <a:custGeom>
              <a:avLst/>
              <a:gdLst/>
              <a:ahLst/>
              <a:cxnLst/>
              <a:rect l="l" t="t" r="r" b="b"/>
              <a:pathLst>
                <a:path w="689" h="1388" extrusionOk="0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9"/>
            <p:cNvSpPr/>
            <p:nvPr/>
          </p:nvSpPr>
          <p:spPr>
            <a:xfrm>
              <a:off x="6669850" y="1521425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9"/>
            <p:cNvSpPr/>
            <p:nvPr/>
          </p:nvSpPr>
          <p:spPr>
            <a:xfrm>
              <a:off x="6668925" y="1512975"/>
              <a:ext cx="15650" cy="19100"/>
            </a:xfrm>
            <a:custGeom>
              <a:avLst/>
              <a:gdLst/>
              <a:ahLst/>
              <a:cxnLst/>
              <a:rect l="l" t="t" r="r" b="b"/>
              <a:pathLst>
                <a:path w="626" h="764" extrusionOk="0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9"/>
            <p:cNvSpPr/>
            <p:nvPr/>
          </p:nvSpPr>
          <p:spPr>
            <a:xfrm>
              <a:off x="6665800" y="151330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9"/>
            <p:cNvSpPr/>
            <p:nvPr/>
          </p:nvSpPr>
          <p:spPr>
            <a:xfrm>
              <a:off x="664580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29"/>
            <p:cNvSpPr/>
            <p:nvPr/>
          </p:nvSpPr>
          <p:spPr>
            <a:xfrm>
              <a:off x="6217175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29"/>
            <p:cNvSpPr/>
            <p:nvPr/>
          </p:nvSpPr>
          <p:spPr>
            <a:xfrm>
              <a:off x="6582375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9"/>
            <p:cNvSpPr/>
            <p:nvPr/>
          </p:nvSpPr>
          <p:spPr>
            <a:xfrm>
              <a:off x="6636125" y="4276625"/>
              <a:ext cx="72825" cy="77200"/>
            </a:xfrm>
            <a:custGeom>
              <a:avLst/>
              <a:gdLst/>
              <a:ahLst/>
              <a:cxnLst/>
              <a:rect l="l" t="t" r="r" b="b"/>
              <a:pathLst>
                <a:path w="2913" h="3088" extrusionOk="0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9"/>
            <p:cNvSpPr/>
            <p:nvPr/>
          </p:nvSpPr>
          <p:spPr>
            <a:xfrm>
              <a:off x="6662675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29"/>
            <p:cNvSpPr/>
            <p:nvPr/>
          </p:nvSpPr>
          <p:spPr>
            <a:xfrm>
              <a:off x="6648925" y="4357225"/>
              <a:ext cx="206550" cy="103750"/>
            </a:xfrm>
            <a:custGeom>
              <a:avLst/>
              <a:gdLst/>
              <a:ahLst/>
              <a:cxnLst/>
              <a:rect l="l" t="t" r="r" b="b"/>
              <a:pathLst>
                <a:path w="8262" h="4150" extrusionOk="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9"/>
            <p:cNvSpPr/>
            <p:nvPr/>
          </p:nvSpPr>
          <p:spPr>
            <a:xfrm>
              <a:off x="6506475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9"/>
            <p:cNvSpPr/>
            <p:nvPr/>
          </p:nvSpPr>
          <p:spPr>
            <a:xfrm>
              <a:off x="6450850" y="4386300"/>
              <a:ext cx="33150" cy="43450"/>
            </a:xfrm>
            <a:custGeom>
              <a:avLst/>
              <a:gdLst/>
              <a:ahLst/>
              <a:cxnLst/>
              <a:rect l="l" t="t" r="r" b="b"/>
              <a:pathLst>
                <a:path w="1326" h="1738" extrusionOk="0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9"/>
            <p:cNvSpPr/>
            <p:nvPr/>
          </p:nvSpPr>
          <p:spPr>
            <a:xfrm>
              <a:off x="684262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9"/>
            <p:cNvSpPr/>
            <p:nvPr/>
          </p:nvSpPr>
          <p:spPr>
            <a:xfrm>
              <a:off x="67207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29"/>
            <p:cNvSpPr/>
            <p:nvPr/>
          </p:nvSpPr>
          <p:spPr>
            <a:xfrm>
              <a:off x="6784200" y="4293200"/>
              <a:ext cx="30650" cy="32500"/>
            </a:xfrm>
            <a:custGeom>
              <a:avLst/>
              <a:gdLst/>
              <a:ahLst/>
              <a:cxnLst/>
              <a:rect l="l" t="t" r="r" b="b"/>
              <a:pathLst>
                <a:path w="1226" h="1300" extrusionOk="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9"/>
            <p:cNvSpPr/>
            <p:nvPr/>
          </p:nvSpPr>
          <p:spPr>
            <a:xfrm>
              <a:off x="67607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9"/>
            <p:cNvSpPr/>
            <p:nvPr/>
          </p:nvSpPr>
          <p:spPr>
            <a:xfrm>
              <a:off x="6624250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29"/>
            <p:cNvSpPr/>
            <p:nvPr/>
          </p:nvSpPr>
          <p:spPr>
            <a:xfrm>
              <a:off x="66186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29"/>
            <p:cNvSpPr/>
            <p:nvPr/>
          </p:nvSpPr>
          <p:spPr>
            <a:xfrm>
              <a:off x="6763900" y="4437225"/>
              <a:ext cx="32825" cy="31250"/>
            </a:xfrm>
            <a:custGeom>
              <a:avLst/>
              <a:gdLst/>
              <a:ahLst/>
              <a:cxnLst/>
              <a:rect l="l" t="t" r="r" b="b"/>
              <a:pathLst>
                <a:path w="1313" h="1250" extrusionOk="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9"/>
            <p:cNvSpPr/>
            <p:nvPr/>
          </p:nvSpPr>
          <p:spPr>
            <a:xfrm>
              <a:off x="6768275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9"/>
            <p:cNvSpPr/>
            <p:nvPr/>
          </p:nvSpPr>
          <p:spPr>
            <a:xfrm>
              <a:off x="6769525" y="43816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9"/>
            <p:cNvSpPr/>
            <p:nvPr/>
          </p:nvSpPr>
          <p:spPr>
            <a:xfrm>
              <a:off x="666985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9"/>
            <p:cNvSpPr/>
            <p:nvPr/>
          </p:nvSpPr>
          <p:spPr>
            <a:xfrm>
              <a:off x="6677050" y="4396600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9"/>
            <p:cNvSpPr/>
            <p:nvPr/>
          </p:nvSpPr>
          <p:spPr>
            <a:xfrm>
              <a:off x="6337750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9"/>
            <p:cNvSpPr/>
            <p:nvPr/>
          </p:nvSpPr>
          <p:spPr>
            <a:xfrm>
              <a:off x="6319650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9"/>
            <p:cNvSpPr/>
            <p:nvPr/>
          </p:nvSpPr>
          <p:spPr>
            <a:xfrm>
              <a:off x="68223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9"/>
            <p:cNvSpPr/>
            <p:nvPr/>
          </p:nvSpPr>
          <p:spPr>
            <a:xfrm>
              <a:off x="6723275" y="4055125"/>
              <a:ext cx="121250" cy="180925"/>
            </a:xfrm>
            <a:custGeom>
              <a:avLst/>
              <a:gdLst/>
              <a:ahLst/>
              <a:cxnLst/>
              <a:rect l="l" t="t" r="r" b="b"/>
              <a:pathLst>
                <a:path w="4850" h="7237" extrusionOk="0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9"/>
            <p:cNvSpPr/>
            <p:nvPr/>
          </p:nvSpPr>
          <p:spPr>
            <a:xfrm>
              <a:off x="67892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9"/>
            <p:cNvSpPr/>
            <p:nvPr/>
          </p:nvSpPr>
          <p:spPr>
            <a:xfrm>
              <a:off x="6795150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9"/>
            <p:cNvSpPr/>
            <p:nvPr/>
          </p:nvSpPr>
          <p:spPr>
            <a:xfrm>
              <a:off x="6869500" y="41213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9"/>
            <p:cNvSpPr/>
            <p:nvPr/>
          </p:nvSpPr>
          <p:spPr>
            <a:xfrm>
              <a:off x="6887000" y="3978900"/>
              <a:ext cx="81875" cy="88750"/>
            </a:xfrm>
            <a:custGeom>
              <a:avLst/>
              <a:gdLst/>
              <a:ahLst/>
              <a:cxnLst/>
              <a:rect l="l" t="t" r="r" b="b"/>
              <a:pathLst>
                <a:path w="3275" h="3550" extrusionOk="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9"/>
            <p:cNvSpPr/>
            <p:nvPr/>
          </p:nvSpPr>
          <p:spPr>
            <a:xfrm>
              <a:off x="6898550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9"/>
            <p:cNvSpPr/>
            <p:nvPr/>
          </p:nvSpPr>
          <p:spPr>
            <a:xfrm>
              <a:off x="6890425" y="4315375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9"/>
            <p:cNvSpPr/>
            <p:nvPr/>
          </p:nvSpPr>
          <p:spPr>
            <a:xfrm>
              <a:off x="6826375" y="4193850"/>
              <a:ext cx="112825" cy="77500"/>
            </a:xfrm>
            <a:custGeom>
              <a:avLst/>
              <a:gdLst/>
              <a:ahLst/>
              <a:cxnLst/>
              <a:rect l="l" t="t" r="r" b="b"/>
              <a:pathLst>
                <a:path w="4513" h="3100" extrusionOk="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9"/>
            <p:cNvSpPr/>
            <p:nvPr/>
          </p:nvSpPr>
          <p:spPr>
            <a:xfrm>
              <a:off x="6805775" y="4256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9"/>
            <p:cNvSpPr/>
            <p:nvPr/>
          </p:nvSpPr>
          <p:spPr>
            <a:xfrm>
              <a:off x="6811400" y="4233200"/>
              <a:ext cx="9700" cy="5975"/>
            </a:xfrm>
            <a:custGeom>
              <a:avLst/>
              <a:gdLst/>
              <a:ahLst/>
              <a:cxnLst/>
              <a:rect l="l" t="t" r="r" b="b"/>
              <a:pathLst>
                <a:path w="388" h="239" extrusionOk="0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9"/>
            <p:cNvSpPr/>
            <p:nvPr/>
          </p:nvSpPr>
          <p:spPr>
            <a:xfrm>
              <a:off x="684387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9"/>
            <p:cNvSpPr/>
            <p:nvPr/>
          </p:nvSpPr>
          <p:spPr>
            <a:xfrm>
              <a:off x="6952925" y="4091375"/>
              <a:ext cx="27500" cy="156850"/>
            </a:xfrm>
            <a:custGeom>
              <a:avLst/>
              <a:gdLst/>
              <a:ahLst/>
              <a:cxnLst/>
              <a:rect l="l" t="t" r="r" b="b"/>
              <a:pathLst>
                <a:path w="1100" h="6274" extrusionOk="0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9"/>
            <p:cNvSpPr/>
            <p:nvPr/>
          </p:nvSpPr>
          <p:spPr>
            <a:xfrm>
              <a:off x="6949475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9"/>
            <p:cNvSpPr/>
            <p:nvPr/>
          </p:nvSpPr>
          <p:spPr>
            <a:xfrm>
              <a:off x="6900425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9"/>
            <p:cNvSpPr/>
            <p:nvPr/>
          </p:nvSpPr>
          <p:spPr>
            <a:xfrm>
              <a:off x="68938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9"/>
            <p:cNvSpPr/>
            <p:nvPr/>
          </p:nvSpPr>
          <p:spPr>
            <a:xfrm>
              <a:off x="6908850" y="4142600"/>
              <a:ext cx="56575" cy="17850"/>
            </a:xfrm>
            <a:custGeom>
              <a:avLst/>
              <a:gdLst/>
              <a:ahLst/>
              <a:cxnLst/>
              <a:rect l="l" t="t" r="r" b="b"/>
              <a:pathLst>
                <a:path w="2263" h="714" extrusionOk="0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9"/>
            <p:cNvSpPr/>
            <p:nvPr/>
          </p:nvSpPr>
          <p:spPr>
            <a:xfrm>
              <a:off x="69091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9"/>
            <p:cNvSpPr/>
            <p:nvPr/>
          </p:nvSpPr>
          <p:spPr>
            <a:xfrm>
              <a:off x="6877300" y="3810500"/>
              <a:ext cx="26600" cy="82825"/>
            </a:xfrm>
            <a:custGeom>
              <a:avLst/>
              <a:gdLst/>
              <a:ahLst/>
              <a:cxnLst/>
              <a:rect l="l" t="t" r="r" b="b"/>
              <a:pathLst>
                <a:path w="1064" h="3313" extrusionOk="0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29"/>
            <p:cNvSpPr/>
            <p:nvPr/>
          </p:nvSpPr>
          <p:spPr>
            <a:xfrm>
              <a:off x="6868550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29"/>
            <p:cNvSpPr/>
            <p:nvPr/>
          </p:nvSpPr>
          <p:spPr>
            <a:xfrm>
              <a:off x="6712050" y="4197600"/>
              <a:ext cx="8450" cy="8150"/>
            </a:xfrm>
            <a:custGeom>
              <a:avLst/>
              <a:gdLst/>
              <a:ahLst/>
              <a:cxnLst/>
              <a:rect l="l" t="t" r="r" b="b"/>
              <a:pathLst>
                <a:path w="338" h="326" extrusionOk="0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29"/>
            <p:cNvSpPr/>
            <p:nvPr/>
          </p:nvSpPr>
          <p:spPr>
            <a:xfrm>
              <a:off x="6655500" y="4190725"/>
              <a:ext cx="58750" cy="15025"/>
            </a:xfrm>
            <a:custGeom>
              <a:avLst/>
              <a:gdLst/>
              <a:ahLst/>
              <a:cxnLst/>
              <a:rect l="l" t="t" r="r" b="b"/>
              <a:pathLst>
                <a:path w="2350" h="601" extrusionOk="0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29"/>
            <p:cNvSpPr/>
            <p:nvPr/>
          </p:nvSpPr>
          <p:spPr>
            <a:xfrm>
              <a:off x="6655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29"/>
            <p:cNvSpPr/>
            <p:nvPr/>
          </p:nvSpPr>
          <p:spPr>
            <a:xfrm>
              <a:off x="6694550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29"/>
            <p:cNvSpPr/>
            <p:nvPr/>
          </p:nvSpPr>
          <p:spPr>
            <a:xfrm>
              <a:off x="66936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9"/>
            <p:cNvSpPr/>
            <p:nvPr/>
          </p:nvSpPr>
          <p:spPr>
            <a:xfrm>
              <a:off x="6676725" y="4169150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9"/>
            <p:cNvSpPr/>
            <p:nvPr/>
          </p:nvSpPr>
          <p:spPr>
            <a:xfrm>
              <a:off x="6675800" y="4169150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9"/>
            <p:cNvSpPr/>
            <p:nvPr/>
          </p:nvSpPr>
          <p:spPr>
            <a:xfrm>
              <a:off x="6672975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9"/>
            <p:cNvSpPr/>
            <p:nvPr/>
          </p:nvSpPr>
          <p:spPr>
            <a:xfrm>
              <a:off x="665300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29"/>
            <p:cNvSpPr/>
            <p:nvPr/>
          </p:nvSpPr>
          <p:spPr>
            <a:xfrm>
              <a:off x="846700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29"/>
            <p:cNvSpPr/>
            <p:nvPr/>
          </p:nvSpPr>
          <p:spPr>
            <a:xfrm>
              <a:off x="851700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29"/>
            <p:cNvSpPr/>
            <p:nvPr/>
          </p:nvSpPr>
          <p:spPr>
            <a:xfrm>
              <a:off x="905750" y="42766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29"/>
            <p:cNvSpPr/>
            <p:nvPr/>
          </p:nvSpPr>
          <p:spPr>
            <a:xfrm>
              <a:off x="952300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29"/>
            <p:cNvSpPr/>
            <p:nvPr/>
          </p:nvSpPr>
          <p:spPr>
            <a:xfrm>
              <a:off x="759550" y="4357225"/>
              <a:ext cx="206825" cy="103750"/>
            </a:xfrm>
            <a:custGeom>
              <a:avLst/>
              <a:gdLst/>
              <a:ahLst/>
              <a:cxnLst/>
              <a:rect l="l" t="t" r="r" b="b"/>
              <a:pathLst>
                <a:path w="8273" h="4150" extrusionOk="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29"/>
            <p:cNvSpPr/>
            <p:nvPr/>
          </p:nvSpPr>
          <p:spPr>
            <a:xfrm>
              <a:off x="1020100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29"/>
            <p:cNvSpPr/>
            <p:nvPr/>
          </p:nvSpPr>
          <p:spPr>
            <a:xfrm>
              <a:off x="1130700" y="4386300"/>
              <a:ext cx="33450" cy="43450"/>
            </a:xfrm>
            <a:custGeom>
              <a:avLst/>
              <a:gdLst/>
              <a:ahLst/>
              <a:cxnLst/>
              <a:rect l="l" t="t" r="r" b="b"/>
              <a:pathLst>
                <a:path w="1338" h="1738" extrusionOk="0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29"/>
            <p:cNvSpPr/>
            <p:nvPr/>
          </p:nvSpPr>
          <p:spPr>
            <a:xfrm>
              <a:off x="74047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29"/>
            <p:cNvSpPr/>
            <p:nvPr/>
          </p:nvSpPr>
          <p:spPr>
            <a:xfrm>
              <a:off x="8160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29"/>
            <p:cNvSpPr/>
            <p:nvPr/>
          </p:nvSpPr>
          <p:spPr>
            <a:xfrm>
              <a:off x="799850" y="4293200"/>
              <a:ext cx="30950" cy="32500"/>
            </a:xfrm>
            <a:custGeom>
              <a:avLst/>
              <a:gdLst/>
              <a:ahLst/>
              <a:cxnLst/>
              <a:rect l="l" t="t" r="r" b="b"/>
              <a:pathLst>
                <a:path w="1238" h="1300" extrusionOk="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29"/>
            <p:cNvSpPr/>
            <p:nvPr/>
          </p:nvSpPr>
          <p:spPr>
            <a:xfrm>
              <a:off x="8485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29"/>
            <p:cNvSpPr/>
            <p:nvPr/>
          </p:nvSpPr>
          <p:spPr>
            <a:xfrm>
              <a:off x="980725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29"/>
            <p:cNvSpPr/>
            <p:nvPr/>
          </p:nvSpPr>
          <p:spPr>
            <a:xfrm>
              <a:off x="8395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29"/>
            <p:cNvSpPr/>
            <p:nvPr/>
          </p:nvSpPr>
          <p:spPr>
            <a:xfrm>
              <a:off x="817950" y="4437225"/>
              <a:ext cx="33150" cy="31250"/>
            </a:xfrm>
            <a:custGeom>
              <a:avLst/>
              <a:gdLst/>
              <a:ahLst/>
              <a:cxnLst/>
              <a:rect l="l" t="t" r="r" b="b"/>
              <a:pathLst>
                <a:path w="1326" h="1250" extrusionOk="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29"/>
            <p:cNvSpPr/>
            <p:nvPr/>
          </p:nvSpPr>
          <p:spPr>
            <a:xfrm>
              <a:off x="773900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29"/>
            <p:cNvSpPr/>
            <p:nvPr/>
          </p:nvSpPr>
          <p:spPr>
            <a:xfrm>
              <a:off x="774525" y="4381600"/>
              <a:ext cx="70650" cy="23450"/>
            </a:xfrm>
            <a:custGeom>
              <a:avLst/>
              <a:gdLst/>
              <a:ahLst/>
              <a:cxnLst/>
              <a:rect l="l" t="t" r="r" b="b"/>
              <a:pathLst>
                <a:path w="2826" h="938" extrusionOk="0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29"/>
            <p:cNvSpPr/>
            <p:nvPr/>
          </p:nvSpPr>
          <p:spPr>
            <a:xfrm>
              <a:off x="92730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9"/>
            <p:cNvSpPr/>
            <p:nvPr/>
          </p:nvSpPr>
          <p:spPr>
            <a:xfrm>
              <a:off x="922000" y="4396600"/>
              <a:ext cx="15950" cy="54375"/>
            </a:xfrm>
            <a:custGeom>
              <a:avLst/>
              <a:gdLst/>
              <a:ahLst/>
              <a:cxnLst/>
              <a:rect l="l" t="t" r="r" b="b"/>
              <a:pathLst>
                <a:path w="638" h="2175" extrusionOk="0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9"/>
            <p:cNvSpPr/>
            <p:nvPr/>
          </p:nvSpPr>
          <p:spPr>
            <a:xfrm>
              <a:off x="1194425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9"/>
            <p:cNvSpPr/>
            <p:nvPr/>
          </p:nvSpPr>
          <p:spPr>
            <a:xfrm>
              <a:off x="1194425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9"/>
            <p:cNvSpPr/>
            <p:nvPr/>
          </p:nvSpPr>
          <p:spPr>
            <a:xfrm>
              <a:off x="5930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9"/>
            <p:cNvSpPr/>
            <p:nvPr/>
          </p:nvSpPr>
          <p:spPr>
            <a:xfrm>
              <a:off x="770150" y="4055125"/>
              <a:ext cx="121575" cy="180925"/>
            </a:xfrm>
            <a:custGeom>
              <a:avLst/>
              <a:gdLst/>
              <a:ahLst/>
              <a:cxnLst/>
              <a:rect l="l" t="t" r="r" b="b"/>
              <a:pathLst>
                <a:path w="4863" h="7237" extrusionOk="0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9"/>
            <p:cNvSpPr/>
            <p:nvPr/>
          </p:nvSpPr>
          <p:spPr>
            <a:xfrm>
              <a:off x="7486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9"/>
            <p:cNvSpPr/>
            <p:nvPr/>
          </p:nvSpPr>
          <p:spPr>
            <a:xfrm>
              <a:off x="819525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9"/>
            <p:cNvSpPr/>
            <p:nvPr/>
          </p:nvSpPr>
          <p:spPr>
            <a:xfrm>
              <a:off x="641450" y="4121350"/>
              <a:ext cx="103750" cy="206550"/>
            </a:xfrm>
            <a:custGeom>
              <a:avLst/>
              <a:gdLst/>
              <a:ahLst/>
              <a:cxnLst/>
              <a:rect l="l" t="t" r="r" b="b"/>
              <a:pathLst>
                <a:path w="4150" h="8262" extrusionOk="0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9"/>
            <p:cNvSpPr/>
            <p:nvPr/>
          </p:nvSpPr>
          <p:spPr>
            <a:xfrm>
              <a:off x="646450" y="3978900"/>
              <a:ext cx="81250" cy="88750"/>
            </a:xfrm>
            <a:custGeom>
              <a:avLst/>
              <a:gdLst/>
              <a:ahLst/>
              <a:cxnLst/>
              <a:rect l="l" t="t" r="r" b="b"/>
              <a:pathLst>
                <a:path w="3250" h="3550" extrusionOk="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9"/>
            <p:cNvSpPr/>
            <p:nvPr/>
          </p:nvSpPr>
          <p:spPr>
            <a:xfrm>
              <a:off x="672675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9"/>
            <p:cNvSpPr/>
            <p:nvPr/>
          </p:nvSpPr>
          <p:spPr>
            <a:xfrm>
              <a:off x="692375" y="4315375"/>
              <a:ext cx="32200" cy="31900"/>
            </a:xfrm>
            <a:custGeom>
              <a:avLst/>
              <a:gdLst/>
              <a:ahLst/>
              <a:cxnLst/>
              <a:rect l="l" t="t" r="r" b="b"/>
              <a:pathLst>
                <a:path w="1288" h="1276" extrusionOk="0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9"/>
            <p:cNvSpPr/>
            <p:nvPr/>
          </p:nvSpPr>
          <p:spPr>
            <a:xfrm>
              <a:off x="675500" y="419385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9"/>
            <p:cNvSpPr/>
            <p:nvPr/>
          </p:nvSpPr>
          <p:spPr>
            <a:xfrm>
              <a:off x="776725" y="4256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9"/>
            <p:cNvSpPr/>
            <p:nvPr/>
          </p:nvSpPr>
          <p:spPr>
            <a:xfrm>
              <a:off x="793900" y="4233200"/>
              <a:ext cx="9725" cy="5975"/>
            </a:xfrm>
            <a:custGeom>
              <a:avLst/>
              <a:gdLst/>
              <a:ahLst/>
              <a:cxnLst/>
              <a:rect l="l" t="t" r="r" b="b"/>
              <a:pathLst>
                <a:path w="389" h="239" extrusionOk="0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9"/>
            <p:cNvSpPr/>
            <p:nvPr/>
          </p:nvSpPr>
          <p:spPr>
            <a:xfrm>
              <a:off x="76422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9"/>
            <p:cNvSpPr/>
            <p:nvPr/>
          </p:nvSpPr>
          <p:spPr>
            <a:xfrm>
              <a:off x="634250" y="4091375"/>
              <a:ext cx="27850" cy="156850"/>
            </a:xfrm>
            <a:custGeom>
              <a:avLst/>
              <a:gdLst/>
              <a:ahLst/>
              <a:cxnLst/>
              <a:rect l="l" t="t" r="r" b="b"/>
              <a:pathLst>
                <a:path w="1114" h="6274" extrusionOk="0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9"/>
            <p:cNvSpPr/>
            <p:nvPr/>
          </p:nvSpPr>
          <p:spPr>
            <a:xfrm>
              <a:off x="634250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9"/>
            <p:cNvSpPr/>
            <p:nvPr/>
          </p:nvSpPr>
          <p:spPr>
            <a:xfrm>
              <a:off x="691750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29"/>
            <p:cNvSpPr/>
            <p:nvPr/>
          </p:nvSpPr>
          <p:spPr>
            <a:xfrm>
              <a:off x="6976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9"/>
            <p:cNvSpPr/>
            <p:nvPr/>
          </p:nvSpPr>
          <p:spPr>
            <a:xfrm>
              <a:off x="649250" y="4142600"/>
              <a:ext cx="56900" cy="18150"/>
            </a:xfrm>
            <a:custGeom>
              <a:avLst/>
              <a:gdLst/>
              <a:ahLst/>
              <a:cxnLst/>
              <a:rect l="l" t="t" r="r" b="b"/>
              <a:pathLst>
                <a:path w="2276" h="726" extrusionOk="0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9"/>
            <p:cNvSpPr/>
            <p:nvPr/>
          </p:nvSpPr>
          <p:spPr>
            <a:xfrm>
              <a:off x="6495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9"/>
            <p:cNvSpPr/>
            <p:nvPr/>
          </p:nvSpPr>
          <p:spPr>
            <a:xfrm>
              <a:off x="710800" y="3810500"/>
              <a:ext cx="26575" cy="82825"/>
            </a:xfrm>
            <a:custGeom>
              <a:avLst/>
              <a:gdLst/>
              <a:ahLst/>
              <a:cxnLst/>
              <a:rect l="l" t="t" r="r" b="b"/>
              <a:pathLst>
                <a:path w="1063" h="3313" extrusionOk="0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29"/>
            <p:cNvSpPr/>
            <p:nvPr/>
          </p:nvSpPr>
          <p:spPr>
            <a:xfrm>
              <a:off x="715475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29"/>
            <p:cNvSpPr/>
            <p:nvPr/>
          </p:nvSpPr>
          <p:spPr>
            <a:xfrm>
              <a:off x="894500" y="4197600"/>
              <a:ext cx="8475" cy="8150"/>
            </a:xfrm>
            <a:custGeom>
              <a:avLst/>
              <a:gdLst/>
              <a:ahLst/>
              <a:cxnLst/>
              <a:rect l="l" t="t" r="r" b="b"/>
              <a:pathLst>
                <a:path w="339" h="326" extrusionOk="0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29"/>
            <p:cNvSpPr/>
            <p:nvPr/>
          </p:nvSpPr>
          <p:spPr>
            <a:xfrm>
              <a:off x="900450" y="4190725"/>
              <a:ext cx="59050" cy="15025"/>
            </a:xfrm>
            <a:custGeom>
              <a:avLst/>
              <a:gdLst/>
              <a:ahLst/>
              <a:cxnLst/>
              <a:rect l="l" t="t" r="r" b="b"/>
              <a:pathLst>
                <a:path w="2362" h="601" extrusionOk="0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29"/>
            <p:cNvSpPr/>
            <p:nvPr/>
          </p:nvSpPr>
          <p:spPr>
            <a:xfrm>
              <a:off x="934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29"/>
            <p:cNvSpPr/>
            <p:nvPr/>
          </p:nvSpPr>
          <p:spPr>
            <a:xfrm>
              <a:off x="893875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29"/>
            <p:cNvSpPr/>
            <p:nvPr/>
          </p:nvSpPr>
          <p:spPr>
            <a:xfrm>
              <a:off x="9045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29"/>
            <p:cNvSpPr/>
            <p:nvPr/>
          </p:nvSpPr>
          <p:spPr>
            <a:xfrm>
              <a:off x="915425" y="4169150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9"/>
            <p:cNvSpPr/>
            <p:nvPr/>
          </p:nvSpPr>
          <p:spPr>
            <a:xfrm>
              <a:off x="922925" y="4169150"/>
              <a:ext cx="15975" cy="19725"/>
            </a:xfrm>
            <a:custGeom>
              <a:avLst/>
              <a:gdLst/>
              <a:ahLst/>
              <a:cxnLst/>
              <a:rect l="l" t="t" r="r" b="b"/>
              <a:pathLst>
                <a:path w="639" h="789" extrusionOk="0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9"/>
            <p:cNvSpPr/>
            <p:nvPr/>
          </p:nvSpPr>
          <p:spPr>
            <a:xfrm>
              <a:off x="924500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9"/>
            <p:cNvSpPr/>
            <p:nvPr/>
          </p:nvSpPr>
          <p:spPr>
            <a:xfrm>
              <a:off x="93325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9"/>
            <p:cNvSpPr/>
            <p:nvPr/>
          </p:nvSpPr>
          <p:spPr>
            <a:xfrm>
              <a:off x="37012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9"/>
            <p:cNvSpPr/>
            <p:nvPr/>
          </p:nvSpPr>
          <p:spPr>
            <a:xfrm>
              <a:off x="3442900" y="1237425"/>
              <a:ext cx="263700" cy="147175"/>
            </a:xfrm>
            <a:custGeom>
              <a:avLst/>
              <a:gdLst/>
              <a:ahLst/>
              <a:cxnLst/>
              <a:rect l="l" t="t" r="r" b="b"/>
              <a:pathLst>
                <a:path w="10548" h="5887" extrusionOk="0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9"/>
            <p:cNvSpPr/>
            <p:nvPr/>
          </p:nvSpPr>
          <p:spPr>
            <a:xfrm>
              <a:off x="3410100" y="1277100"/>
              <a:ext cx="100300" cy="85325"/>
            </a:xfrm>
            <a:custGeom>
              <a:avLst/>
              <a:gdLst/>
              <a:ahLst/>
              <a:cxnLst/>
              <a:rect l="l" t="t" r="r" b="b"/>
              <a:pathLst>
                <a:path w="4012" h="3413" extrusionOk="0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29"/>
            <p:cNvSpPr/>
            <p:nvPr/>
          </p:nvSpPr>
          <p:spPr>
            <a:xfrm>
              <a:off x="3347925" y="1331775"/>
              <a:ext cx="55325" cy="13775"/>
            </a:xfrm>
            <a:custGeom>
              <a:avLst/>
              <a:gdLst/>
              <a:ahLst/>
              <a:cxnLst/>
              <a:rect l="l" t="t" r="r" b="b"/>
              <a:pathLst>
                <a:path w="2213" h="551" extrusionOk="0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29"/>
            <p:cNvSpPr/>
            <p:nvPr/>
          </p:nvSpPr>
          <p:spPr>
            <a:xfrm>
              <a:off x="3593475" y="1301475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9"/>
            <p:cNvSpPr/>
            <p:nvPr/>
          </p:nvSpPr>
          <p:spPr>
            <a:xfrm>
              <a:off x="3666275" y="1329600"/>
              <a:ext cx="22825" cy="110925"/>
            </a:xfrm>
            <a:custGeom>
              <a:avLst/>
              <a:gdLst/>
              <a:ahLst/>
              <a:cxnLst/>
              <a:rect l="l" t="t" r="r" b="b"/>
              <a:pathLst>
                <a:path w="913" h="4437" extrusionOk="0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9"/>
            <p:cNvSpPr/>
            <p:nvPr/>
          </p:nvSpPr>
          <p:spPr>
            <a:xfrm>
              <a:off x="3666600" y="1439875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9"/>
            <p:cNvSpPr/>
            <p:nvPr/>
          </p:nvSpPr>
          <p:spPr>
            <a:xfrm>
              <a:off x="3665025" y="1437700"/>
              <a:ext cx="17825" cy="16275"/>
            </a:xfrm>
            <a:custGeom>
              <a:avLst/>
              <a:gdLst/>
              <a:ahLst/>
              <a:cxnLst/>
              <a:rect l="l" t="t" r="r" b="b"/>
              <a:pathLst>
                <a:path w="713" h="651" extrusionOk="0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9"/>
            <p:cNvSpPr/>
            <p:nvPr/>
          </p:nvSpPr>
          <p:spPr>
            <a:xfrm>
              <a:off x="343790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9"/>
            <p:cNvSpPr/>
            <p:nvPr/>
          </p:nvSpPr>
          <p:spPr>
            <a:xfrm>
              <a:off x="3308550" y="1315225"/>
              <a:ext cx="42200" cy="17825"/>
            </a:xfrm>
            <a:custGeom>
              <a:avLst/>
              <a:gdLst/>
              <a:ahLst/>
              <a:cxnLst/>
              <a:rect l="l" t="t" r="r" b="b"/>
              <a:pathLst>
                <a:path w="1688" h="713" extrusionOk="0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9"/>
            <p:cNvSpPr/>
            <p:nvPr/>
          </p:nvSpPr>
          <p:spPr>
            <a:xfrm>
              <a:off x="3308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9"/>
            <p:cNvSpPr/>
            <p:nvPr/>
          </p:nvSpPr>
          <p:spPr>
            <a:xfrm>
              <a:off x="3377600" y="1341475"/>
              <a:ext cx="33150" cy="30000"/>
            </a:xfrm>
            <a:custGeom>
              <a:avLst/>
              <a:gdLst/>
              <a:ahLst/>
              <a:cxnLst/>
              <a:rect l="l" t="t" r="r" b="b"/>
              <a:pathLst>
                <a:path w="1326" h="1200" extrusionOk="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29"/>
            <p:cNvSpPr/>
            <p:nvPr/>
          </p:nvSpPr>
          <p:spPr>
            <a:xfrm>
              <a:off x="3376975" y="1342100"/>
              <a:ext cx="33150" cy="29375"/>
            </a:xfrm>
            <a:custGeom>
              <a:avLst/>
              <a:gdLst/>
              <a:ahLst/>
              <a:cxnLst/>
              <a:rect l="l" t="t" r="r" b="b"/>
              <a:pathLst>
                <a:path w="1326" h="1175" extrusionOk="0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29"/>
            <p:cNvSpPr/>
            <p:nvPr/>
          </p:nvSpPr>
          <p:spPr>
            <a:xfrm>
              <a:off x="3680025" y="1349275"/>
              <a:ext cx="38450" cy="86875"/>
            </a:xfrm>
            <a:custGeom>
              <a:avLst/>
              <a:gdLst/>
              <a:ahLst/>
              <a:cxnLst/>
              <a:rect l="l" t="t" r="r" b="b"/>
              <a:pathLst>
                <a:path w="1538" h="3475" extrusionOk="0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29"/>
            <p:cNvSpPr/>
            <p:nvPr/>
          </p:nvSpPr>
          <p:spPr>
            <a:xfrm>
              <a:off x="3711275" y="1433625"/>
              <a:ext cx="17500" cy="16275"/>
            </a:xfrm>
            <a:custGeom>
              <a:avLst/>
              <a:gdLst/>
              <a:ahLst/>
              <a:cxnLst/>
              <a:rect l="l" t="t" r="r" b="b"/>
              <a:pathLst>
                <a:path w="700" h="651" extrusionOk="0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29"/>
            <p:cNvSpPr/>
            <p:nvPr/>
          </p:nvSpPr>
          <p:spPr>
            <a:xfrm>
              <a:off x="3642850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29"/>
            <p:cNvSpPr/>
            <p:nvPr/>
          </p:nvSpPr>
          <p:spPr>
            <a:xfrm>
              <a:off x="3633475" y="1414575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29"/>
            <p:cNvSpPr/>
            <p:nvPr/>
          </p:nvSpPr>
          <p:spPr>
            <a:xfrm>
              <a:off x="3232325" y="1254625"/>
              <a:ext cx="237475" cy="60300"/>
            </a:xfrm>
            <a:custGeom>
              <a:avLst/>
              <a:gdLst/>
              <a:ahLst/>
              <a:cxnLst/>
              <a:rect l="l" t="t" r="r" b="b"/>
              <a:pathLst>
                <a:path w="9499" h="2412" extrusionOk="0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9"/>
            <p:cNvSpPr/>
            <p:nvPr/>
          </p:nvSpPr>
          <p:spPr>
            <a:xfrm>
              <a:off x="3717200" y="130930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29"/>
            <p:cNvSpPr/>
            <p:nvPr/>
          </p:nvSpPr>
          <p:spPr>
            <a:xfrm>
              <a:off x="3471650" y="1283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29"/>
            <p:cNvSpPr/>
            <p:nvPr/>
          </p:nvSpPr>
          <p:spPr>
            <a:xfrm>
              <a:off x="3504750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29"/>
            <p:cNvSpPr/>
            <p:nvPr/>
          </p:nvSpPr>
          <p:spPr>
            <a:xfrm>
              <a:off x="369440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29"/>
            <p:cNvSpPr/>
            <p:nvPr/>
          </p:nvSpPr>
          <p:spPr>
            <a:xfrm>
              <a:off x="3515075" y="1320225"/>
              <a:ext cx="30950" cy="15325"/>
            </a:xfrm>
            <a:custGeom>
              <a:avLst/>
              <a:gdLst/>
              <a:ahLst/>
              <a:cxnLst/>
              <a:rect l="l" t="t" r="r" b="b"/>
              <a:pathLst>
                <a:path w="1238" h="613" extrusionOk="0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9"/>
            <p:cNvSpPr/>
            <p:nvPr/>
          </p:nvSpPr>
          <p:spPr>
            <a:xfrm>
              <a:off x="35122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29"/>
            <p:cNvSpPr/>
            <p:nvPr/>
          </p:nvSpPr>
          <p:spPr>
            <a:xfrm>
              <a:off x="3177975" y="1278975"/>
              <a:ext cx="132175" cy="60025"/>
            </a:xfrm>
            <a:custGeom>
              <a:avLst/>
              <a:gdLst/>
              <a:ahLst/>
              <a:cxnLst/>
              <a:rect l="l" t="t" r="r" b="b"/>
              <a:pathLst>
                <a:path w="5287" h="2401" extrusionOk="0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9"/>
            <p:cNvSpPr/>
            <p:nvPr/>
          </p:nvSpPr>
          <p:spPr>
            <a:xfrm>
              <a:off x="3184525" y="1311175"/>
              <a:ext cx="61575" cy="65000"/>
            </a:xfrm>
            <a:custGeom>
              <a:avLst/>
              <a:gdLst/>
              <a:ahLst/>
              <a:cxnLst/>
              <a:rect l="l" t="t" r="r" b="b"/>
              <a:pathLst>
                <a:path w="2463" h="2600" extrusionOk="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29"/>
            <p:cNvSpPr/>
            <p:nvPr/>
          </p:nvSpPr>
          <p:spPr>
            <a:xfrm>
              <a:off x="3219825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29"/>
            <p:cNvSpPr/>
            <p:nvPr/>
          </p:nvSpPr>
          <p:spPr>
            <a:xfrm>
              <a:off x="3208275" y="1322725"/>
              <a:ext cx="17200" cy="30650"/>
            </a:xfrm>
            <a:custGeom>
              <a:avLst/>
              <a:gdLst/>
              <a:ahLst/>
              <a:cxnLst/>
              <a:rect l="l" t="t" r="r" b="b"/>
              <a:pathLst>
                <a:path w="688" h="1226" extrusionOk="0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29"/>
            <p:cNvSpPr/>
            <p:nvPr/>
          </p:nvSpPr>
          <p:spPr>
            <a:xfrm>
              <a:off x="3454150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9"/>
            <p:cNvSpPr/>
            <p:nvPr/>
          </p:nvSpPr>
          <p:spPr>
            <a:xfrm>
              <a:off x="37968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29"/>
            <p:cNvSpPr/>
            <p:nvPr/>
          </p:nvSpPr>
          <p:spPr>
            <a:xfrm>
              <a:off x="3903100" y="1237750"/>
              <a:ext cx="263700" cy="146850"/>
            </a:xfrm>
            <a:custGeom>
              <a:avLst/>
              <a:gdLst/>
              <a:ahLst/>
              <a:cxnLst/>
              <a:rect l="l" t="t" r="r" b="b"/>
              <a:pathLst>
                <a:path w="10548" h="5874" extrusionOk="0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29"/>
            <p:cNvSpPr/>
            <p:nvPr/>
          </p:nvSpPr>
          <p:spPr>
            <a:xfrm>
              <a:off x="4098975" y="1277425"/>
              <a:ext cx="100925" cy="84375"/>
            </a:xfrm>
            <a:custGeom>
              <a:avLst/>
              <a:gdLst/>
              <a:ahLst/>
              <a:cxnLst/>
              <a:rect l="l" t="t" r="r" b="b"/>
              <a:pathLst>
                <a:path w="4037" h="3375" extrusionOk="0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29"/>
            <p:cNvSpPr/>
            <p:nvPr/>
          </p:nvSpPr>
          <p:spPr>
            <a:xfrm>
              <a:off x="4206450" y="1331775"/>
              <a:ext cx="55625" cy="13775"/>
            </a:xfrm>
            <a:custGeom>
              <a:avLst/>
              <a:gdLst/>
              <a:ahLst/>
              <a:cxnLst/>
              <a:rect l="l" t="t" r="r" b="b"/>
              <a:pathLst>
                <a:path w="2225" h="551" extrusionOk="0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29"/>
            <p:cNvSpPr/>
            <p:nvPr/>
          </p:nvSpPr>
          <p:spPr>
            <a:xfrm>
              <a:off x="3934650" y="1301475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29"/>
            <p:cNvSpPr/>
            <p:nvPr/>
          </p:nvSpPr>
          <p:spPr>
            <a:xfrm>
              <a:off x="3920275" y="1329900"/>
              <a:ext cx="23150" cy="110625"/>
            </a:xfrm>
            <a:custGeom>
              <a:avLst/>
              <a:gdLst/>
              <a:ahLst/>
              <a:cxnLst/>
              <a:rect l="l" t="t" r="r" b="b"/>
              <a:pathLst>
                <a:path w="926" h="4425" extrusionOk="0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29"/>
            <p:cNvSpPr/>
            <p:nvPr/>
          </p:nvSpPr>
          <p:spPr>
            <a:xfrm>
              <a:off x="3931200" y="1439875"/>
              <a:ext cx="11900" cy="11900"/>
            </a:xfrm>
            <a:custGeom>
              <a:avLst/>
              <a:gdLst/>
              <a:ahLst/>
              <a:cxnLst/>
              <a:rect l="l" t="t" r="r" b="b"/>
              <a:pathLst>
                <a:path w="476" h="476" extrusionOk="0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29"/>
            <p:cNvSpPr/>
            <p:nvPr/>
          </p:nvSpPr>
          <p:spPr>
            <a:xfrm>
              <a:off x="3926825" y="1437075"/>
              <a:ext cx="22225" cy="17200"/>
            </a:xfrm>
            <a:custGeom>
              <a:avLst/>
              <a:gdLst/>
              <a:ahLst/>
              <a:cxnLst/>
              <a:rect l="l" t="t" r="r" b="b"/>
              <a:pathLst>
                <a:path w="889" h="688" extrusionOk="0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29"/>
            <p:cNvSpPr/>
            <p:nvPr/>
          </p:nvSpPr>
          <p:spPr>
            <a:xfrm>
              <a:off x="416865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29"/>
            <p:cNvSpPr/>
            <p:nvPr/>
          </p:nvSpPr>
          <p:spPr>
            <a:xfrm>
              <a:off x="4259250" y="1315225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29"/>
            <p:cNvSpPr/>
            <p:nvPr/>
          </p:nvSpPr>
          <p:spPr>
            <a:xfrm>
              <a:off x="4259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29"/>
            <p:cNvSpPr/>
            <p:nvPr/>
          </p:nvSpPr>
          <p:spPr>
            <a:xfrm>
              <a:off x="4198950" y="1341475"/>
              <a:ext cx="33450" cy="30325"/>
            </a:xfrm>
            <a:custGeom>
              <a:avLst/>
              <a:gdLst/>
              <a:ahLst/>
              <a:cxnLst/>
              <a:rect l="l" t="t" r="r" b="b"/>
              <a:pathLst>
                <a:path w="1338" h="1213" extrusionOk="0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9"/>
            <p:cNvSpPr/>
            <p:nvPr/>
          </p:nvSpPr>
          <p:spPr>
            <a:xfrm>
              <a:off x="4199250" y="1342100"/>
              <a:ext cx="33475" cy="29375"/>
            </a:xfrm>
            <a:custGeom>
              <a:avLst/>
              <a:gdLst/>
              <a:ahLst/>
              <a:cxnLst/>
              <a:rect l="l" t="t" r="r" b="b"/>
              <a:pathLst>
                <a:path w="1339" h="1175" extrusionOk="0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29"/>
            <p:cNvSpPr/>
            <p:nvPr/>
          </p:nvSpPr>
          <p:spPr>
            <a:xfrm>
              <a:off x="3890900" y="1349275"/>
              <a:ext cx="38775" cy="86875"/>
            </a:xfrm>
            <a:custGeom>
              <a:avLst/>
              <a:gdLst/>
              <a:ahLst/>
              <a:cxnLst/>
              <a:rect l="l" t="t" r="r" b="b"/>
              <a:pathLst>
                <a:path w="1551" h="3475" extrusionOk="0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29"/>
            <p:cNvSpPr/>
            <p:nvPr/>
          </p:nvSpPr>
          <p:spPr>
            <a:xfrm>
              <a:off x="3880600" y="1433625"/>
              <a:ext cx="18150" cy="16600"/>
            </a:xfrm>
            <a:custGeom>
              <a:avLst/>
              <a:gdLst/>
              <a:ahLst/>
              <a:cxnLst/>
              <a:rect l="l" t="t" r="r" b="b"/>
              <a:pathLst>
                <a:path w="726" h="664" extrusionOk="0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9"/>
            <p:cNvSpPr/>
            <p:nvPr/>
          </p:nvSpPr>
          <p:spPr>
            <a:xfrm>
              <a:off x="3936525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29"/>
            <p:cNvSpPr/>
            <p:nvPr/>
          </p:nvSpPr>
          <p:spPr>
            <a:xfrm>
              <a:off x="3963375" y="1414575"/>
              <a:ext cx="13475" cy="15650"/>
            </a:xfrm>
            <a:custGeom>
              <a:avLst/>
              <a:gdLst/>
              <a:ahLst/>
              <a:cxnLst/>
              <a:rect l="l" t="t" r="r" b="b"/>
              <a:pathLst>
                <a:path w="539" h="626" extrusionOk="0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29"/>
            <p:cNvSpPr/>
            <p:nvPr/>
          </p:nvSpPr>
          <p:spPr>
            <a:xfrm>
              <a:off x="4139900" y="1254625"/>
              <a:ext cx="237775" cy="60000"/>
            </a:xfrm>
            <a:custGeom>
              <a:avLst/>
              <a:gdLst/>
              <a:ahLst/>
              <a:cxnLst/>
              <a:rect l="l" t="t" r="r" b="b"/>
              <a:pathLst>
                <a:path w="9511" h="2400" extrusionOk="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9"/>
            <p:cNvSpPr/>
            <p:nvPr/>
          </p:nvSpPr>
          <p:spPr>
            <a:xfrm>
              <a:off x="3860900" y="1309600"/>
              <a:ext cx="31900" cy="49400"/>
            </a:xfrm>
            <a:custGeom>
              <a:avLst/>
              <a:gdLst/>
              <a:ahLst/>
              <a:cxnLst/>
              <a:rect l="l" t="t" r="r" b="b"/>
              <a:pathLst>
                <a:path w="1276" h="1976" extrusionOk="0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9"/>
            <p:cNvSpPr/>
            <p:nvPr/>
          </p:nvSpPr>
          <p:spPr>
            <a:xfrm>
              <a:off x="4075225" y="1283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29"/>
            <p:cNvSpPr/>
            <p:nvPr/>
          </p:nvSpPr>
          <p:spPr>
            <a:xfrm>
              <a:off x="4073975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9"/>
            <p:cNvSpPr/>
            <p:nvPr/>
          </p:nvSpPr>
          <p:spPr>
            <a:xfrm>
              <a:off x="383405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29"/>
            <p:cNvSpPr/>
            <p:nvPr/>
          </p:nvSpPr>
          <p:spPr>
            <a:xfrm>
              <a:off x="4063675" y="1320225"/>
              <a:ext cx="30950" cy="15025"/>
            </a:xfrm>
            <a:custGeom>
              <a:avLst/>
              <a:gdLst/>
              <a:ahLst/>
              <a:cxnLst/>
              <a:rect l="l" t="t" r="r" b="b"/>
              <a:pathLst>
                <a:path w="1238" h="601" extrusionOk="0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29"/>
            <p:cNvSpPr/>
            <p:nvPr/>
          </p:nvSpPr>
          <p:spPr>
            <a:xfrm>
              <a:off x="40633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29"/>
            <p:cNvSpPr/>
            <p:nvPr/>
          </p:nvSpPr>
          <p:spPr>
            <a:xfrm>
              <a:off x="4299850" y="1278975"/>
              <a:ext cx="132500" cy="60025"/>
            </a:xfrm>
            <a:custGeom>
              <a:avLst/>
              <a:gdLst/>
              <a:ahLst/>
              <a:cxnLst/>
              <a:rect l="l" t="t" r="r" b="b"/>
              <a:pathLst>
                <a:path w="5300" h="2401" extrusionOk="0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29"/>
            <p:cNvSpPr/>
            <p:nvPr/>
          </p:nvSpPr>
          <p:spPr>
            <a:xfrm>
              <a:off x="4363900" y="1311175"/>
              <a:ext cx="60950" cy="65000"/>
            </a:xfrm>
            <a:custGeom>
              <a:avLst/>
              <a:gdLst/>
              <a:ahLst/>
              <a:cxnLst/>
              <a:rect l="l" t="t" r="r" b="b"/>
              <a:pathLst>
                <a:path w="2438" h="2600" extrusionOk="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9"/>
            <p:cNvSpPr/>
            <p:nvPr/>
          </p:nvSpPr>
          <p:spPr>
            <a:xfrm>
              <a:off x="4353900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9"/>
            <p:cNvSpPr/>
            <p:nvPr/>
          </p:nvSpPr>
          <p:spPr>
            <a:xfrm>
              <a:off x="4384200" y="1322725"/>
              <a:ext cx="17225" cy="30650"/>
            </a:xfrm>
            <a:custGeom>
              <a:avLst/>
              <a:gdLst/>
              <a:ahLst/>
              <a:cxnLst/>
              <a:rect l="l" t="t" r="r" b="b"/>
              <a:pathLst>
                <a:path w="689" h="1226" extrusionOk="0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9"/>
            <p:cNvSpPr/>
            <p:nvPr/>
          </p:nvSpPr>
          <p:spPr>
            <a:xfrm>
              <a:off x="4100225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9"/>
            <p:cNvSpPr/>
            <p:nvPr/>
          </p:nvSpPr>
          <p:spPr>
            <a:xfrm>
              <a:off x="3780925" y="138957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9"/>
            <p:cNvSpPr/>
            <p:nvPr/>
          </p:nvSpPr>
          <p:spPr>
            <a:xfrm>
              <a:off x="3780300" y="14024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9"/>
            <p:cNvSpPr/>
            <p:nvPr/>
          </p:nvSpPr>
          <p:spPr>
            <a:xfrm>
              <a:off x="3799050" y="1384900"/>
              <a:ext cx="9400" cy="7525"/>
            </a:xfrm>
            <a:custGeom>
              <a:avLst/>
              <a:gdLst/>
              <a:ahLst/>
              <a:cxnLst/>
              <a:rect l="l" t="t" r="r" b="b"/>
              <a:pathLst>
                <a:path w="376" h="301" extrusionOk="0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29"/>
            <p:cNvSpPr/>
            <p:nvPr/>
          </p:nvSpPr>
          <p:spPr>
            <a:xfrm>
              <a:off x="3806550" y="13902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9"/>
            <p:cNvSpPr/>
            <p:nvPr/>
          </p:nvSpPr>
          <p:spPr>
            <a:xfrm>
              <a:off x="3801875" y="1399900"/>
              <a:ext cx="24375" cy="10325"/>
            </a:xfrm>
            <a:custGeom>
              <a:avLst/>
              <a:gdLst/>
              <a:ahLst/>
              <a:cxnLst/>
              <a:rect l="l" t="t" r="r" b="b"/>
              <a:pathLst>
                <a:path w="975" h="413" extrusionOk="0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9"/>
            <p:cNvSpPr/>
            <p:nvPr/>
          </p:nvSpPr>
          <p:spPr>
            <a:xfrm>
              <a:off x="3791550" y="1399900"/>
              <a:ext cx="13475" cy="7825"/>
            </a:xfrm>
            <a:custGeom>
              <a:avLst/>
              <a:gdLst/>
              <a:ahLst/>
              <a:cxnLst/>
              <a:rect l="l" t="t" r="r" b="b"/>
              <a:pathLst>
                <a:path w="539" h="313" extrusionOk="0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9"/>
            <p:cNvSpPr/>
            <p:nvPr/>
          </p:nvSpPr>
          <p:spPr>
            <a:xfrm>
              <a:off x="3796550" y="1409275"/>
              <a:ext cx="14400" cy="12500"/>
            </a:xfrm>
            <a:custGeom>
              <a:avLst/>
              <a:gdLst/>
              <a:ahLst/>
              <a:cxnLst/>
              <a:rect l="l" t="t" r="r" b="b"/>
              <a:pathLst>
                <a:path w="576" h="500" extrusionOk="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9"/>
            <p:cNvSpPr/>
            <p:nvPr/>
          </p:nvSpPr>
          <p:spPr>
            <a:xfrm>
              <a:off x="3796550" y="4276950"/>
              <a:ext cx="111875" cy="104375"/>
            </a:xfrm>
            <a:custGeom>
              <a:avLst/>
              <a:gdLst/>
              <a:ahLst/>
              <a:cxnLst/>
              <a:rect l="l" t="t" r="r" b="b"/>
              <a:pathLst>
                <a:path w="4475" h="4175" extrusionOk="0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9"/>
            <p:cNvSpPr/>
            <p:nvPr/>
          </p:nvSpPr>
          <p:spPr>
            <a:xfrm>
              <a:off x="3903400" y="4301950"/>
              <a:ext cx="263400" cy="146850"/>
            </a:xfrm>
            <a:custGeom>
              <a:avLst/>
              <a:gdLst/>
              <a:ahLst/>
              <a:cxnLst/>
              <a:rect l="l" t="t" r="r" b="b"/>
              <a:pathLst>
                <a:path w="10536" h="5874" extrusionOk="0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9"/>
            <p:cNvSpPr/>
            <p:nvPr/>
          </p:nvSpPr>
          <p:spPr>
            <a:xfrm>
              <a:off x="4099600" y="4324125"/>
              <a:ext cx="100300" cy="85000"/>
            </a:xfrm>
            <a:custGeom>
              <a:avLst/>
              <a:gdLst/>
              <a:ahLst/>
              <a:cxnLst/>
              <a:rect l="l" t="t" r="r" b="b"/>
              <a:pathLst>
                <a:path w="4012" h="3400" extrusionOk="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9"/>
            <p:cNvSpPr/>
            <p:nvPr/>
          </p:nvSpPr>
          <p:spPr>
            <a:xfrm>
              <a:off x="4206450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9"/>
            <p:cNvSpPr/>
            <p:nvPr/>
          </p:nvSpPr>
          <p:spPr>
            <a:xfrm>
              <a:off x="3933700" y="4288500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9"/>
            <p:cNvSpPr/>
            <p:nvPr/>
          </p:nvSpPr>
          <p:spPr>
            <a:xfrm>
              <a:off x="3920575" y="4246025"/>
              <a:ext cx="22850" cy="110925"/>
            </a:xfrm>
            <a:custGeom>
              <a:avLst/>
              <a:gdLst/>
              <a:ahLst/>
              <a:cxnLst/>
              <a:rect l="l" t="t" r="r" b="b"/>
              <a:pathLst>
                <a:path w="914" h="4437" extrusionOk="0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9"/>
            <p:cNvSpPr/>
            <p:nvPr/>
          </p:nvSpPr>
          <p:spPr>
            <a:xfrm>
              <a:off x="39309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9"/>
            <p:cNvSpPr/>
            <p:nvPr/>
          </p:nvSpPr>
          <p:spPr>
            <a:xfrm>
              <a:off x="3926825" y="4232575"/>
              <a:ext cx="18475" cy="15975"/>
            </a:xfrm>
            <a:custGeom>
              <a:avLst/>
              <a:gdLst/>
              <a:ahLst/>
              <a:cxnLst/>
              <a:rect l="l" t="t" r="r" b="b"/>
              <a:pathLst>
                <a:path w="739" h="639" extrusionOk="0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9"/>
            <p:cNvSpPr/>
            <p:nvPr/>
          </p:nvSpPr>
          <p:spPr>
            <a:xfrm>
              <a:off x="4169275" y="44116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9"/>
            <p:cNvSpPr/>
            <p:nvPr/>
          </p:nvSpPr>
          <p:spPr>
            <a:xfrm>
              <a:off x="4259250" y="4353500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9"/>
            <p:cNvSpPr/>
            <p:nvPr/>
          </p:nvSpPr>
          <p:spPr>
            <a:xfrm>
              <a:off x="4259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9"/>
            <p:cNvSpPr/>
            <p:nvPr/>
          </p:nvSpPr>
          <p:spPr>
            <a:xfrm>
              <a:off x="4198950" y="4314750"/>
              <a:ext cx="33150" cy="30025"/>
            </a:xfrm>
            <a:custGeom>
              <a:avLst/>
              <a:gdLst/>
              <a:ahLst/>
              <a:cxnLst/>
              <a:rect l="l" t="t" r="r" b="b"/>
              <a:pathLst>
                <a:path w="1326" h="1201" extrusionOk="0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9"/>
            <p:cNvSpPr/>
            <p:nvPr/>
          </p:nvSpPr>
          <p:spPr>
            <a:xfrm>
              <a:off x="4199575" y="4315050"/>
              <a:ext cx="33150" cy="29100"/>
            </a:xfrm>
            <a:custGeom>
              <a:avLst/>
              <a:gdLst/>
              <a:ahLst/>
              <a:cxnLst/>
              <a:rect l="l" t="t" r="r" b="b"/>
              <a:pathLst>
                <a:path w="1326" h="1164" extrusionOk="0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9"/>
            <p:cNvSpPr/>
            <p:nvPr/>
          </p:nvSpPr>
          <p:spPr>
            <a:xfrm>
              <a:off x="38912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9"/>
            <p:cNvSpPr/>
            <p:nvPr/>
          </p:nvSpPr>
          <p:spPr>
            <a:xfrm>
              <a:off x="3880900" y="4236650"/>
              <a:ext cx="17850" cy="16275"/>
            </a:xfrm>
            <a:custGeom>
              <a:avLst/>
              <a:gdLst/>
              <a:ahLst/>
              <a:cxnLst/>
              <a:rect l="l" t="t" r="r" b="b"/>
              <a:pathLst>
                <a:path w="714" h="651" extrusionOk="0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29"/>
            <p:cNvSpPr/>
            <p:nvPr/>
          </p:nvSpPr>
          <p:spPr>
            <a:xfrm>
              <a:off x="3936525" y="4266325"/>
              <a:ext cx="30625" cy="82200"/>
            </a:xfrm>
            <a:custGeom>
              <a:avLst/>
              <a:gdLst/>
              <a:ahLst/>
              <a:cxnLst/>
              <a:rect l="l" t="t" r="r" b="b"/>
              <a:pathLst>
                <a:path w="1225" h="3288" extrusionOk="0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9"/>
            <p:cNvSpPr/>
            <p:nvPr/>
          </p:nvSpPr>
          <p:spPr>
            <a:xfrm>
              <a:off x="3963700" y="4258200"/>
              <a:ext cx="13450" cy="13775"/>
            </a:xfrm>
            <a:custGeom>
              <a:avLst/>
              <a:gdLst/>
              <a:ahLst/>
              <a:cxnLst/>
              <a:rect l="l" t="t" r="r" b="b"/>
              <a:pathLst>
                <a:path w="538" h="551" extrusionOk="0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9"/>
            <p:cNvSpPr/>
            <p:nvPr/>
          </p:nvSpPr>
          <p:spPr>
            <a:xfrm>
              <a:off x="4139900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9"/>
            <p:cNvSpPr/>
            <p:nvPr/>
          </p:nvSpPr>
          <p:spPr>
            <a:xfrm>
              <a:off x="3860600" y="432755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9"/>
            <p:cNvSpPr/>
            <p:nvPr/>
          </p:nvSpPr>
          <p:spPr>
            <a:xfrm>
              <a:off x="4075225" y="4370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29"/>
            <p:cNvSpPr/>
            <p:nvPr/>
          </p:nvSpPr>
          <p:spPr>
            <a:xfrm>
              <a:off x="4073975" y="4396300"/>
              <a:ext cx="30950" cy="21575"/>
            </a:xfrm>
            <a:custGeom>
              <a:avLst/>
              <a:gdLst/>
              <a:ahLst/>
              <a:cxnLst/>
              <a:rect l="l" t="t" r="r" b="b"/>
              <a:pathLst>
                <a:path w="1238" h="863" extrusionOk="0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29"/>
            <p:cNvSpPr/>
            <p:nvPr/>
          </p:nvSpPr>
          <p:spPr>
            <a:xfrm>
              <a:off x="3834050" y="4258825"/>
              <a:ext cx="81250" cy="56250"/>
            </a:xfrm>
            <a:custGeom>
              <a:avLst/>
              <a:gdLst/>
              <a:ahLst/>
              <a:cxnLst/>
              <a:rect l="l" t="t" r="r" b="b"/>
              <a:pathLst>
                <a:path w="3250" h="2250" extrusionOk="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9"/>
            <p:cNvSpPr/>
            <p:nvPr/>
          </p:nvSpPr>
          <p:spPr>
            <a:xfrm>
              <a:off x="4063350" y="4351000"/>
              <a:ext cx="31275" cy="15325"/>
            </a:xfrm>
            <a:custGeom>
              <a:avLst/>
              <a:gdLst/>
              <a:ahLst/>
              <a:cxnLst/>
              <a:rect l="l" t="t" r="r" b="b"/>
              <a:pathLst>
                <a:path w="1251" h="613" extrusionOk="0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9"/>
            <p:cNvSpPr/>
            <p:nvPr/>
          </p:nvSpPr>
          <p:spPr>
            <a:xfrm>
              <a:off x="4063350" y="4344750"/>
              <a:ext cx="34075" cy="21875"/>
            </a:xfrm>
            <a:custGeom>
              <a:avLst/>
              <a:gdLst/>
              <a:ahLst/>
              <a:cxnLst/>
              <a:rect l="l" t="t" r="r" b="b"/>
              <a:pathLst>
                <a:path w="1363" h="875" extrusionOk="0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9"/>
            <p:cNvSpPr/>
            <p:nvPr/>
          </p:nvSpPr>
          <p:spPr>
            <a:xfrm>
              <a:off x="4299550" y="4347550"/>
              <a:ext cx="132475" cy="60000"/>
            </a:xfrm>
            <a:custGeom>
              <a:avLst/>
              <a:gdLst/>
              <a:ahLst/>
              <a:cxnLst/>
              <a:rect l="l" t="t" r="r" b="b"/>
              <a:pathLst>
                <a:path w="5299" h="2400" extrusionOk="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9"/>
            <p:cNvSpPr/>
            <p:nvPr/>
          </p:nvSpPr>
          <p:spPr>
            <a:xfrm>
              <a:off x="4363900" y="4310050"/>
              <a:ext cx="61575" cy="65325"/>
            </a:xfrm>
            <a:custGeom>
              <a:avLst/>
              <a:gdLst/>
              <a:ahLst/>
              <a:cxnLst/>
              <a:rect l="l" t="t" r="r" b="b"/>
              <a:pathLst>
                <a:path w="2463" h="2613" extrusionOk="0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9"/>
            <p:cNvSpPr/>
            <p:nvPr/>
          </p:nvSpPr>
          <p:spPr>
            <a:xfrm>
              <a:off x="4353900" y="4321000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9"/>
            <p:cNvSpPr/>
            <p:nvPr/>
          </p:nvSpPr>
          <p:spPr>
            <a:xfrm>
              <a:off x="4384200" y="4332875"/>
              <a:ext cx="17225" cy="30950"/>
            </a:xfrm>
            <a:custGeom>
              <a:avLst/>
              <a:gdLst/>
              <a:ahLst/>
              <a:cxnLst/>
              <a:rect l="l" t="t" r="r" b="b"/>
              <a:pathLst>
                <a:path w="689" h="1238" extrusionOk="0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9"/>
            <p:cNvSpPr/>
            <p:nvPr/>
          </p:nvSpPr>
          <p:spPr>
            <a:xfrm>
              <a:off x="4100225" y="430257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9"/>
            <p:cNvSpPr/>
            <p:nvPr/>
          </p:nvSpPr>
          <p:spPr>
            <a:xfrm>
              <a:off x="3701275" y="4276950"/>
              <a:ext cx="111850" cy="104375"/>
            </a:xfrm>
            <a:custGeom>
              <a:avLst/>
              <a:gdLst/>
              <a:ahLst/>
              <a:cxnLst/>
              <a:rect l="l" t="t" r="r" b="b"/>
              <a:pathLst>
                <a:path w="4474" h="4175" extrusionOk="0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9"/>
            <p:cNvSpPr/>
            <p:nvPr/>
          </p:nvSpPr>
          <p:spPr>
            <a:xfrm>
              <a:off x="3442900" y="4301950"/>
              <a:ext cx="263700" cy="146525"/>
            </a:xfrm>
            <a:custGeom>
              <a:avLst/>
              <a:gdLst/>
              <a:ahLst/>
              <a:cxnLst/>
              <a:rect l="l" t="t" r="r" b="b"/>
              <a:pathLst>
                <a:path w="10548" h="5861" extrusionOk="0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9"/>
            <p:cNvSpPr/>
            <p:nvPr/>
          </p:nvSpPr>
          <p:spPr>
            <a:xfrm>
              <a:off x="3410100" y="4324750"/>
              <a:ext cx="100625" cy="84375"/>
            </a:xfrm>
            <a:custGeom>
              <a:avLst/>
              <a:gdLst/>
              <a:ahLst/>
              <a:cxnLst/>
              <a:rect l="l" t="t" r="r" b="b"/>
              <a:pathLst>
                <a:path w="4025" h="3375" extrusionOk="0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9"/>
            <p:cNvSpPr/>
            <p:nvPr/>
          </p:nvSpPr>
          <p:spPr>
            <a:xfrm>
              <a:off x="3347925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9"/>
            <p:cNvSpPr/>
            <p:nvPr/>
          </p:nvSpPr>
          <p:spPr>
            <a:xfrm>
              <a:off x="3593800" y="4288500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9"/>
            <p:cNvSpPr/>
            <p:nvPr/>
          </p:nvSpPr>
          <p:spPr>
            <a:xfrm>
              <a:off x="3666275" y="4246025"/>
              <a:ext cx="22825" cy="110600"/>
            </a:xfrm>
            <a:custGeom>
              <a:avLst/>
              <a:gdLst/>
              <a:ahLst/>
              <a:cxnLst/>
              <a:rect l="l" t="t" r="r" b="b"/>
              <a:pathLst>
                <a:path w="913" h="4424" extrusionOk="0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9"/>
            <p:cNvSpPr/>
            <p:nvPr/>
          </p:nvSpPr>
          <p:spPr>
            <a:xfrm>
              <a:off x="36666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9"/>
            <p:cNvSpPr/>
            <p:nvPr/>
          </p:nvSpPr>
          <p:spPr>
            <a:xfrm>
              <a:off x="3660650" y="4232275"/>
              <a:ext cx="22200" cy="17200"/>
            </a:xfrm>
            <a:custGeom>
              <a:avLst/>
              <a:gdLst/>
              <a:ahLst/>
              <a:cxnLst/>
              <a:rect l="l" t="t" r="r" b="b"/>
              <a:pathLst>
                <a:path w="888" h="688" extrusionOk="0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9"/>
            <p:cNvSpPr/>
            <p:nvPr/>
          </p:nvSpPr>
          <p:spPr>
            <a:xfrm>
              <a:off x="3438200" y="4411600"/>
              <a:ext cx="2850" cy="3150"/>
            </a:xfrm>
            <a:custGeom>
              <a:avLst/>
              <a:gdLst/>
              <a:ahLst/>
              <a:cxnLst/>
              <a:rect l="l" t="t" r="r" b="b"/>
              <a:pathLst>
                <a:path w="114" h="126" extrusionOk="0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9"/>
            <p:cNvSpPr/>
            <p:nvPr/>
          </p:nvSpPr>
          <p:spPr>
            <a:xfrm>
              <a:off x="3308550" y="4353500"/>
              <a:ext cx="42200" cy="17500"/>
            </a:xfrm>
            <a:custGeom>
              <a:avLst/>
              <a:gdLst/>
              <a:ahLst/>
              <a:cxnLst/>
              <a:rect l="l" t="t" r="r" b="b"/>
              <a:pathLst>
                <a:path w="1688" h="700" extrusionOk="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9"/>
            <p:cNvSpPr/>
            <p:nvPr/>
          </p:nvSpPr>
          <p:spPr>
            <a:xfrm>
              <a:off x="3308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29"/>
            <p:cNvSpPr/>
            <p:nvPr/>
          </p:nvSpPr>
          <p:spPr>
            <a:xfrm>
              <a:off x="3377300" y="4314750"/>
              <a:ext cx="33450" cy="30025"/>
            </a:xfrm>
            <a:custGeom>
              <a:avLst/>
              <a:gdLst/>
              <a:ahLst/>
              <a:cxnLst/>
              <a:rect l="l" t="t" r="r" b="b"/>
              <a:pathLst>
                <a:path w="1338" h="1201" extrusionOk="0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29"/>
            <p:cNvSpPr/>
            <p:nvPr/>
          </p:nvSpPr>
          <p:spPr>
            <a:xfrm>
              <a:off x="3376975" y="4315050"/>
              <a:ext cx="33450" cy="29100"/>
            </a:xfrm>
            <a:custGeom>
              <a:avLst/>
              <a:gdLst/>
              <a:ahLst/>
              <a:cxnLst/>
              <a:rect l="l" t="t" r="r" b="b"/>
              <a:pathLst>
                <a:path w="1338" h="1164" extrusionOk="0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29"/>
            <p:cNvSpPr/>
            <p:nvPr/>
          </p:nvSpPr>
          <p:spPr>
            <a:xfrm>
              <a:off x="36803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29"/>
            <p:cNvSpPr/>
            <p:nvPr/>
          </p:nvSpPr>
          <p:spPr>
            <a:xfrm>
              <a:off x="3710950" y="4236025"/>
              <a:ext cx="18150" cy="16575"/>
            </a:xfrm>
            <a:custGeom>
              <a:avLst/>
              <a:gdLst/>
              <a:ahLst/>
              <a:cxnLst/>
              <a:rect l="l" t="t" r="r" b="b"/>
              <a:pathLst>
                <a:path w="726" h="663" extrusionOk="0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29"/>
            <p:cNvSpPr/>
            <p:nvPr/>
          </p:nvSpPr>
          <p:spPr>
            <a:xfrm>
              <a:off x="3642525" y="4266325"/>
              <a:ext cx="30650" cy="82200"/>
            </a:xfrm>
            <a:custGeom>
              <a:avLst/>
              <a:gdLst/>
              <a:ahLst/>
              <a:cxnLst/>
              <a:rect l="l" t="t" r="r" b="b"/>
              <a:pathLst>
                <a:path w="1226" h="3288" extrusionOk="0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29"/>
            <p:cNvSpPr/>
            <p:nvPr/>
          </p:nvSpPr>
          <p:spPr>
            <a:xfrm>
              <a:off x="3633475" y="4256950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29"/>
            <p:cNvSpPr/>
            <p:nvPr/>
          </p:nvSpPr>
          <p:spPr>
            <a:xfrm>
              <a:off x="3232025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29"/>
            <p:cNvSpPr/>
            <p:nvPr/>
          </p:nvSpPr>
          <p:spPr>
            <a:xfrm>
              <a:off x="3717200" y="4327550"/>
              <a:ext cx="31575" cy="49400"/>
            </a:xfrm>
            <a:custGeom>
              <a:avLst/>
              <a:gdLst/>
              <a:ahLst/>
              <a:cxnLst/>
              <a:rect l="l" t="t" r="r" b="b"/>
              <a:pathLst>
                <a:path w="1263" h="1976" extrusionOk="0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29"/>
            <p:cNvSpPr/>
            <p:nvPr/>
          </p:nvSpPr>
          <p:spPr>
            <a:xfrm>
              <a:off x="3471650" y="4370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29"/>
            <p:cNvSpPr/>
            <p:nvPr/>
          </p:nvSpPr>
          <p:spPr>
            <a:xfrm>
              <a:off x="3504750" y="4396300"/>
              <a:ext cx="30650" cy="21575"/>
            </a:xfrm>
            <a:custGeom>
              <a:avLst/>
              <a:gdLst/>
              <a:ahLst/>
              <a:cxnLst/>
              <a:rect l="l" t="t" r="r" b="b"/>
              <a:pathLst>
                <a:path w="1226" h="863" extrusionOk="0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29"/>
            <p:cNvSpPr/>
            <p:nvPr/>
          </p:nvSpPr>
          <p:spPr>
            <a:xfrm>
              <a:off x="3694400" y="4258825"/>
              <a:ext cx="81250" cy="56575"/>
            </a:xfrm>
            <a:custGeom>
              <a:avLst/>
              <a:gdLst/>
              <a:ahLst/>
              <a:cxnLst/>
              <a:rect l="l" t="t" r="r" b="b"/>
              <a:pathLst>
                <a:path w="3250" h="2263" extrusionOk="0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29"/>
            <p:cNvSpPr/>
            <p:nvPr/>
          </p:nvSpPr>
          <p:spPr>
            <a:xfrm>
              <a:off x="3515075" y="4351000"/>
              <a:ext cx="31250" cy="15325"/>
            </a:xfrm>
            <a:custGeom>
              <a:avLst/>
              <a:gdLst/>
              <a:ahLst/>
              <a:cxnLst/>
              <a:rect l="l" t="t" r="r" b="b"/>
              <a:pathLst>
                <a:path w="1250" h="613" extrusionOk="0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29"/>
            <p:cNvSpPr/>
            <p:nvPr/>
          </p:nvSpPr>
          <p:spPr>
            <a:xfrm>
              <a:off x="3512250" y="4344750"/>
              <a:ext cx="34075" cy="22200"/>
            </a:xfrm>
            <a:custGeom>
              <a:avLst/>
              <a:gdLst/>
              <a:ahLst/>
              <a:cxnLst/>
              <a:rect l="l" t="t" r="r" b="b"/>
              <a:pathLst>
                <a:path w="1363" h="888" extrusionOk="0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29"/>
            <p:cNvSpPr/>
            <p:nvPr/>
          </p:nvSpPr>
          <p:spPr>
            <a:xfrm>
              <a:off x="3177650" y="4347550"/>
              <a:ext cx="132500" cy="60000"/>
            </a:xfrm>
            <a:custGeom>
              <a:avLst/>
              <a:gdLst/>
              <a:ahLst/>
              <a:cxnLst/>
              <a:rect l="l" t="t" r="r" b="b"/>
              <a:pathLst>
                <a:path w="5300" h="2400" extrusionOk="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29"/>
            <p:cNvSpPr/>
            <p:nvPr/>
          </p:nvSpPr>
          <p:spPr>
            <a:xfrm>
              <a:off x="3184850" y="4310375"/>
              <a:ext cx="60925" cy="65000"/>
            </a:xfrm>
            <a:custGeom>
              <a:avLst/>
              <a:gdLst/>
              <a:ahLst/>
              <a:cxnLst/>
              <a:rect l="l" t="t" r="r" b="b"/>
              <a:pathLst>
                <a:path w="2437" h="2600" extrusionOk="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29"/>
            <p:cNvSpPr/>
            <p:nvPr/>
          </p:nvSpPr>
          <p:spPr>
            <a:xfrm>
              <a:off x="3219825" y="4320675"/>
              <a:ext cx="35950" cy="46900"/>
            </a:xfrm>
            <a:custGeom>
              <a:avLst/>
              <a:gdLst/>
              <a:ahLst/>
              <a:cxnLst/>
              <a:rect l="l" t="t" r="r" b="b"/>
              <a:pathLst>
                <a:path w="1438" h="1876" extrusionOk="0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29"/>
            <p:cNvSpPr/>
            <p:nvPr/>
          </p:nvSpPr>
          <p:spPr>
            <a:xfrm>
              <a:off x="3208275" y="4332875"/>
              <a:ext cx="17200" cy="30950"/>
            </a:xfrm>
            <a:custGeom>
              <a:avLst/>
              <a:gdLst/>
              <a:ahLst/>
              <a:cxnLst/>
              <a:rect l="l" t="t" r="r" b="b"/>
              <a:pathLst>
                <a:path w="688" h="1238" extrusionOk="0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29"/>
            <p:cNvSpPr/>
            <p:nvPr/>
          </p:nvSpPr>
          <p:spPr>
            <a:xfrm>
              <a:off x="3454450" y="4302575"/>
              <a:ext cx="55025" cy="71550"/>
            </a:xfrm>
            <a:custGeom>
              <a:avLst/>
              <a:gdLst/>
              <a:ahLst/>
              <a:cxnLst/>
              <a:rect l="l" t="t" r="r" b="b"/>
              <a:pathLst>
                <a:path w="2201" h="2862" extrusionOk="0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29"/>
            <p:cNvSpPr/>
            <p:nvPr/>
          </p:nvSpPr>
          <p:spPr>
            <a:xfrm>
              <a:off x="3809050" y="428162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29"/>
            <p:cNvSpPr/>
            <p:nvPr/>
          </p:nvSpPr>
          <p:spPr>
            <a:xfrm>
              <a:off x="3812475" y="42782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29"/>
            <p:cNvSpPr/>
            <p:nvPr/>
          </p:nvSpPr>
          <p:spPr>
            <a:xfrm>
              <a:off x="3801250" y="4294125"/>
              <a:ext cx="9375" cy="7850"/>
            </a:xfrm>
            <a:custGeom>
              <a:avLst/>
              <a:gdLst/>
              <a:ahLst/>
              <a:cxnLst/>
              <a:rect l="l" t="t" r="r" b="b"/>
              <a:pathLst>
                <a:path w="375" h="314" extrusionOk="0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29"/>
            <p:cNvSpPr/>
            <p:nvPr/>
          </p:nvSpPr>
          <p:spPr>
            <a:xfrm>
              <a:off x="3783125" y="42807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29"/>
            <p:cNvSpPr/>
            <p:nvPr/>
          </p:nvSpPr>
          <p:spPr>
            <a:xfrm>
              <a:off x="3783425" y="4276325"/>
              <a:ext cx="24400" cy="10325"/>
            </a:xfrm>
            <a:custGeom>
              <a:avLst/>
              <a:gdLst/>
              <a:ahLst/>
              <a:cxnLst/>
              <a:rect l="l" t="t" r="r" b="b"/>
              <a:pathLst>
                <a:path w="976" h="413" extrusionOk="0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29"/>
            <p:cNvSpPr/>
            <p:nvPr/>
          </p:nvSpPr>
          <p:spPr>
            <a:xfrm>
              <a:off x="3804375" y="4278500"/>
              <a:ext cx="13750" cy="8150"/>
            </a:xfrm>
            <a:custGeom>
              <a:avLst/>
              <a:gdLst/>
              <a:ahLst/>
              <a:cxnLst/>
              <a:rect l="l" t="t" r="r" b="b"/>
              <a:pathLst>
                <a:path w="550" h="326" extrusionOk="0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29"/>
            <p:cNvSpPr/>
            <p:nvPr/>
          </p:nvSpPr>
          <p:spPr>
            <a:xfrm>
              <a:off x="3798750" y="4264450"/>
              <a:ext cx="14375" cy="12525"/>
            </a:xfrm>
            <a:custGeom>
              <a:avLst/>
              <a:gdLst/>
              <a:ahLst/>
              <a:cxnLst/>
              <a:rect l="l" t="t" r="r" b="b"/>
              <a:pathLst>
                <a:path w="575" h="501" extrusionOk="0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29"/>
            <p:cNvSpPr/>
            <p:nvPr/>
          </p:nvSpPr>
          <p:spPr>
            <a:xfrm>
              <a:off x="6793275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29"/>
            <p:cNvSpPr/>
            <p:nvPr/>
          </p:nvSpPr>
          <p:spPr>
            <a:xfrm>
              <a:off x="681857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9"/>
            <p:cNvSpPr/>
            <p:nvPr/>
          </p:nvSpPr>
          <p:spPr>
            <a:xfrm>
              <a:off x="6840750" y="24483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9"/>
            <p:cNvSpPr/>
            <p:nvPr/>
          </p:nvSpPr>
          <p:spPr>
            <a:xfrm>
              <a:off x="6857625" y="2386200"/>
              <a:ext cx="13450" cy="55325"/>
            </a:xfrm>
            <a:custGeom>
              <a:avLst/>
              <a:gdLst/>
              <a:ahLst/>
              <a:cxnLst/>
              <a:rect l="l" t="t" r="r" b="b"/>
              <a:pathLst>
                <a:path w="538" h="2213" extrusionOk="0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9"/>
            <p:cNvSpPr/>
            <p:nvPr/>
          </p:nvSpPr>
          <p:spPr>
            <a:xfrm>
              <a:off x="6804825" y="2632075"/>
              <a:ext cx="96875" cy="82175"/>
            </a:xfrm>
            <a:custGeom>
              <a:avLst/>
              <a:gdLst/>
              <a:ahLst/>
              <a:cxnLst/>
              <a:rect l="l" t="t" r="r" b="b"/>
              <a:pathLst>
                <a:path w="3875" h="3287" extrusionOk="0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9"/>
            <p:cNvSpPr/>
            <p:nvPr/>
          </p:nvSpPr>
          <p:spPr>
            <a:xfrm>
              <a:off x="6762650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29"/>
            <p:cNvSpPr/>
            <p:nvPr/>
          </p:nvSpPr>
          <p:spPr>
            <a:xfrm>
              <a:off x="675110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29"/>
            <p:cNvSpPr/>
            <p:nvPr/>
          </p:nvSpPr>
          <p:spPr>
            <a:xfrm>
              <a:off x="6748900" y="2702675"/>
              <a:ext cx="16275" cy="18450"/>
            </a:xfrm>
            <a:custGeom>
              <a:avLst/>
              <a:gdLst/>
              <a:ahLst/>
              <a:cxnLst/>
              <a:rect l="l" t="t" r="r" b="b"/>
              <a:pathLst>
                <a:path w="651" h="738" extrusionOk="0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29"/>
            <p:cNvSpPr/>
            <p:nvPr/>
          </p:nvSpPr>
          <p:spPr>
            <a:xfrm>
              <a:off x="6927925" y="2476175"/>
              <a:ext cx="3450" cy="2825"/>
            </a:xfrm>
            <a:custGeom>
              <a:avLst/>
              <a:gdLst/>
              <a:ahLst/>
              <a:cxnLst/>
              <a:rect l="l" t="t" r="r" b="b"/>
              <a:pathLst>
                <a:path w="138" h="113" extrusionOk="0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29"/>
            <p:cNvSpPr/>
            <p:nvPr/>
          </p:nvSpPr>
          <p:spPr>
            <a:xfrm>
              <a:off x="6869800" y="2346825"/>
              <a:ext cx="17850" cy="42200"/>
            </a:xfrm>
            <a:custGeom>
              <a:avLst/>
              <a:gdLst/>
              <a:ahLst/>
              <a:cxnLst/>
              <a:rect l="l" t="t" r="r" b="b"/>
              <a:pathLst>
                <a:path w="714" h="1688" extrusionOk="0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29"/>
            <p:cNvSpPr/>
            <p:nvPr/>
          </p:nvSpPr>
          <p:spPr>
            <a:xfrm>
              <a:off x="6865425" y="23465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9"/>
            <p:cNvSpPr/>
            <p:nvPr/>
          </p:nvSpPr>
          <p:spPr>
            <a:xfrm>
              <a:off x="6831375" y="241587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9"/>
            <p:cNvSpPr/>
            <p:nvPr/>
          </p:nvSpPr>
          <p:spPr>
            <a:xfrm>
              <a:off x="6831375" y="2415550"/>
              <a:ext cx="29400" cy="33475"/>
            </a:xfrm>
            <a:custGeom>
              <a:avLst/>
              <a:gdLst/>
              <a:ahLst/>
              <a:cxnLst/>
              <a:rect l="l" t="t" r="r" b="b"/>
              <a:pathLst>
                <a:path w="1176" h="1339" extrusionOk="0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9"/>
            <p:cNvSpPr/>
            <p:nvPr/>
          </p:nvSpPr>
          <p:spPr>
            <a:xfrm>
              <a:off x="6767025" y="2718300"/>
              <a:ext cx="86575" cy="38750"/>
            </a:xfrm>
            <a:custGeom>
              <a:avLst/>
              <a:gdLst/>
              <a:ahLst/>
              <a:cxnLst/>
              <a:rect l="l" t="t" r="r" b="b"/>
              <a:pathLst>
                <a:path w="3463" h="1550" extrusionOk="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9"/>
            <p:cNvSpPr/>
            <p:nvPr/>
          </p:nvSpPr>
          <p:spPr>
            <a:xfrm>
              <a:off x="6752975" y="2749525"/>
              <a:ext cx="16250" cy="17850"/>
            </a:xfrm>
            <a:custGeom>
              <a:avLst/>
              <a:gdLst/>
              <a:ahLst/>
              <a:cxnLst/>
              <a:rect l="l" t="t" r="r" b="b"/>
              <a:pathLst>
                <a:path w="650" h="714" extrusionOk="0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9"/>
            <p:cNvSpPr/>
            <p:nvPr/>
          </p:nvSpPr>
          <p:spPr>
            <a:xfrm>
              <a:off x="6783275" y="2681125"/>
              <a:ext cx="81875" cy="30625"/>
            </a:xfrm>
            <a:custGeom>
              <a:avLst/>
              <a:gdLst/>
              <a:ahLst/>
              <a:cxnLst/>
              <a:rect l="l" t="t" r="r" b="b"/>
              <a:pathLst>
                <a:path w="3275" h="1225" extrusionOk="0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9"/>
            <p:cNvSpPr/>
            <p:nvPr/>
          </p:nvSpPr>
          <p:spPr>
            <a:xfrm>
              <a:off x="6773575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9"/>
            <p:cNvSpPr/>
            <p:nvPr/>
          </p:nvSpPr>
          <p:spPr>
            <a:xfrm>
              <a:off x="6888250" y="2270600"/>
              <a:ext cx="60000" cy="237450"/>
            </a:xfrm>
            <a:custGeom>
              <a:avLst/>
              <a:gdLst/>
              <a:ahLst/>
              <a:cxnLst/>
              <a:rect l="l" t="t" r="r" b="b"/>
              <a:pathLst>
                <a:path w="2400" h="9498" extrusionOk="0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9"/>
            <p:cNvSpPr/>
            <p:nvPr/>
          </p:nvSpPr>
          <p:spPr>
            <a:xfrm>
              <a:off x="6844200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9"/>
            <p:cNvSpPr/>
            <p:nvPr/>
          </p:nvSpPr>
          <p:spPr>
            <a:xfrm>
              <a:off x="6887300" y="25102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9"/>
            <p:cNvSpPr/>
            <p:nvPr/>
          </p:nvSpPr>
          <p:spPr>
            <a:xfrm>
              <a:off x="6912925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9"/>
            <p:cNvSpPr/>
            <p:nvPr/>
          </p:nvSpPr>
          <p:spPr>
            <a:xfrm>
              <a:off x="6775150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9"/>
            <p:cNvSpPr/>
            <p:nvPr/>
          </p:nvSpPr>
          <p:spPr>
            <a:xfrm>
              <a:off x="6867625" y="2553650"/>
              <a:ext cx="15025" cy="30950"/>
            </a:xfrm>
            <a:custGeom>
              <a:avLst/>
              <a:gdLst/>
              <a:ahLst/>
              <a:cxnLst/>
              <a:rect l="l" t="t" r="r" b="b"/>
              <a:pathLst>
                <a:path w="601" h="1238" extrusionOk="0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9"/>
            <p:cNvSpPr/>
            <p:nvPr/>
          </p:nvSpPr>
          <p:spPr>
            <a:xfrm>
              <a:off x="68613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29"/>
            <p:cNvSpPr/>
            <p:nvPr/>
          </p:nvSpPr>
          <p:spPr>
            <a:xfrm>
              <a:off x="6864175" y="2216250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29"/>
            <p:cNvSpPr/>
            <p:nvPr/>
          </p:nvSpPr>
          <p:spPr>
            <a:xfrm>
              <a:off x="6826700" y="2222800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29"/>
            <p:cNvSpPr/>
            <p:nvPr/>
          </p:nvSpPr>
          <p:spPr>
            <a:xfrm>
              <a:off x="6837325" y="2258100"/>
              <a:ext cx="46875" cy="35950"/>
            </a:xfrm>
            <a:custGeom>
              <a:avLst/>
              <a:gdLst/>
              <a:ahLst/>
              <a:cxnLst/>
              <a:rect l="l" t="t" r="r" b="b"/>
              <a:pathLst>
                <a:path w="1875" h="1438" extrusionOk="0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29"/>
            <p:cNvSpPr/>
            <p:nvPr/>
          </p:nvSpPr>
          <p:spPr>
            <a:xfrm>
              <a:off x="6849500" y="2246850"/>
              <a:ext cx="30650" cy="17200"/>
            </a:xfrm>
            <a:custGeom>
              <a:avLst/>
              <a:gdLst/>
              <a:ahLst/>
              <a:cxnLst/>
              <a:rect l="l" t="t" r="r" b="b"/>
              <a:pathLst>
                <a:path w="1226" h="688" extrusionOk="0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29"/>
            <p:cNvSpPr/>
            <p:nvPr/>
          </p:nvSpPr>
          <p:spPr>
            <a:xfrm>
              <a:off x="6819200" y="2492725"/>
              <a:ext cx="71575" cy="55025"/>
            </a:xfrm>
            <a:custGeom>
              <a:avLst/>
              <a:gdLst/>
              <a:ahLst/>
              <a:cxnLst/>
              <a:rect l="l" t="t" r="r" b="b"/>
              <a:pathLst>
                <a:path w="2863" h="2201" extrusionOk="0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29"/>
            <p:cNvSpPr/>
            <p:nvPr/>
          </p:nvSpPr>
          <p:spPr>
            <a:xfrm>
              <a:off x="6793275" y="2835125"/>
              <a:ext cx="104675" cy="111575"/>
            </a:xfrm>
            <a:custGeom>
              <a:avLst/>
              <a:gdLst/>
              <a:ahLst/>
              <a:cxnLst/>
              <a:rect l="l" t="t" r="r" b="b"/>
              <a:pathLst>
                <a:path w="4187" h="4463" extrusionOk="0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29"/>
            <p:cNvSpPr/>
            <p:nvPr/>
          </p:nvSpPr>
          <p:spPr>
            <a:xfrm>
              <a:off x="6818575" y="2941350"/>
              <a:ext cx="146550" cy="263725"/>
            </a:xfrm>
            <a:custGeom>
              <a:avLst/>
              <a:gdLst/>
              <a:ahLst/>
              <a:cxnLst/>
              <a:rect l="l" t="t" r="r" b="b"/>
              <a:pathLst>
                <a:path w="5862" h="10549" extrusionOk="0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29"/>
            <p:cNvSpPr/>
            <p:nvPr/>
          </p:nvSpPr>
          <p:spPr>
            <a:xfrm>
              <a:off x="6841075" y="3137250"/>
              <a:ext cx="84375" cy="100925"/>
            </a:xfrm>
            <a:custGeom>
              <a:avLst/>
              <a:gdLst/>
              <a:ahLst/>
              <a:cxnLst/>
              <a:rect l="l" t="t" r="r" b="b"/>
              <a:pathLst>
                <a:path w="3375" h="4037" extrusionOk="0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29"/>
            <p:cNvSpPr/>
            <p:nvPr/>
          </p:nvSpPr>
          <p:spPr>
            <a:xfrm>
              <a:off x="6857325" y="3245025"/>
              <a:ext cx="13750" cy="55325"/>
            </a:xfrm>
            <a:custGeom>
              <a:avLst/>
              <a:gdLst/>
              <a:ahLst/>
              <a:cxnLst/>
              <a:rect l="l" t="t" r="r" b="b"/>
              <a:pathLst>
                <a:path w="550" h="2213" extrusionOk="0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29"/>
            <p:cNvSpPr/>
            <p:nvPr/>
          </p:nvSpPr>
          <p:spPr>
            <a:xfrm>
              <a:off x="6805150" y="2972925"/>
              <a:ext cx="96550" cy="81550"/>
            </a:xfrm>
            <a:custGeom>
              <a:avLst/>
              <a:gdLst/>
              <a:ahLst/>
              <a:cxnLst/>
              <a:rect l="l" t="t" r="r" b="b"/>
              <a:pathLst>
                <a:path w="3862" h="3262" extrusionOk="0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29"/>
            <p:cNvSpPr/>
            <p:nvPr/>
          </p:nvSpPr>
          <p:spPr>
            <a:xfrm>
              <a:off x="6762350" y="2958850"/>
              <a:ext cx="110600" cy="22825"/>
            </a:xfrm>
            <a:custGeom>
              <a:avLst/>
              <a:gdLst/>
              <a:ahLst/>
              <a:cxnLst/>
              <a:rect l="l" t="t" r="r" b="b"/>
              <a:pathLst>
                <a:path w="4424" h="913" extrusionOk="0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29"/>
            <p:cNvSpPr/>
            <p:nvPr/>
          </p:nvSpPr>
          <p:spPr>
            <a:xfrm>
              <a:off x="675110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29"/>
            <p:cNvSpPr/>
            <p:nvPr/>
          </p:nvSpPr>
          <p:spPr>
            <a:xfrm>
              <a:off x="6748600" y="2965425"/>
              <a:ext cx="17200" cy="22200"/>
            </a:xfrm>
            <a:custGeom>
              <a:avLst/>
              <a:gdLst/>
              <a:ahLst/>
              <a:cxnLst/>
              <a:rect l="l" t="t" r="r" b="b"/>
              <a:pathLst>
                <a:path w="688" h="888" extrusionOk="0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29"/>
            <p:cNvSpPr/>
            <p:nvPr/>
          </p:nvSpPr>
          <p:spPr>
            <a:xfrm>
              <a:off x="6927925" y="3207225"/>
              <a:ext cx="3450" cy="2850"/>
            </a:xfrm>
            <a:custGeom>
              <a:avLst/>
              <a:gdLst/>
              <a:ahLst/>
              <a:cxnLst/>
              <a:rect l="l" t="t" r="r" b="b"/>
              <a:pathLst>
                <a:path w="138" h="114" extrusionOk="0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29"/>
            <p:cNvSpPr/>
            <p:nvPr/>
          </p:nvSpPr>
          <p:spPr>
            <a:xfrm>
              <a:off x="6870125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29"/>
            <p:cNvSpPr/>
            <p:nvPr/>
          </p:nvSpPr>
          <p:spPr>
            <a:xfrm>
              <a:off x="6865425" y="32978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29"/>
            <p:cNvSpPr/>
            <p:nvPr/>
          </p:nvSpPr>
          <p:spPr>
            <a:xfrm>
              <a:off x="6831375" y="323752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29"/>
            <p:cNvSpPr/>
            <p:nvPr/>
          </p:nvSpPr>
          <p:spPr>
            <a:xfrm>
              <a:off x="6831700" y="3237850"/>
              <a:ext cx="29075" cy="33125"/>
            </a:xfrm>
            <a:custGeom>
              <a:avLst/>
              <a:gdLst/>
              <a:ahLst/>
              <a:cxnLst/>
              <a:rect l="l" t="t" r="r" b="b"/>
              <a:pathLst>
                <a:path w="1163" h="1325" extrusionOk="0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29"/>
            <p:cNvSpPr/>
            <p:nvPr/>
          </p:nvSpPr>
          <p:spPr>
            <a:xfrm>
              <a:off x="6767025" y="2929475"/>
              <a:ext cx="86575" cy="38475"/>
            </a:xfrm>
            <a:custGeom>
              <a:avLst/>
              <a:gdLst/>
              <a:ahLst/>
              <a:cxnLst/>
              <a:rect l="l" t="t" r="r" b="b"/>
              <a:pathLst>
                <a:path w="3463" h="1539" extrusionOk="0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29"/>
            <p:cNvSpPr/>
            <p:nvPr/>
          </p:nvSpPr>
          <p:spPr>
            <a:xfrm>
              <a:off x="6752650" y="2919175"/>
              <a:ext cx="16575" cy="17825"/>
            </a:xfrm>
            <a:custGeom>
              <a:avLst/>
              <a:gdLst/>
              <a:ahLst/>
              <a:cxnLst/>
              <a:rect l="l" t="t" r="r" b="b"/>
              <a:pathLst>
                <a:path w="663" h="713" extrusionOk="0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29"/>
            <p:cNvSpPr/>
            <p:nvPr/>
          </p:nvSpPr>
          <p:spPr>
            <a:xfrm>
              <a:off x="6783275" y="2974800"/>
              <a:ext cx="81875" cy="30325"/>
            </a:xfrm>
            <a:custGeom>
              <a:avLst/>
              <a:gdLst/>
              <a:ahLst/>
              <a:cxnLst/>
              <a:rect l="l" t="t" r="r" b="b"/>
              <a:pathLst>
                <a:path w="3275" h="1213" extrusionOk="0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29"/>
            <p:cNvSpPr/>
            <p:nvPr/>
          </p:nvSpPr>
          <p:spPr>
            <a:xfrm>
              <a:off x="6773575" y="3001650"/>
              <a:ext cx="14725" cy="13150"/>
            </a:xfrm>
            <a:custGeom>
              <a:avLst/>
              <a:gdLst/>
              <a:ahLst/>
              <a:cxnLst/>
              <a:rect l="l" t="t" r="r" b="b"/>
              <a:pathLst>
                <a:path w="589" h="526" extrusionOk="0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29"/>
            <p:cNvSpPr/>
            <p:nvPr/>
          </p:nvSpPr>
          <p:spPr>
            <a:xfrm>
              <a:off x="6888250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29"/>
            <p:cNvSpPr/>
            <p:nvPr/>
          </p:nvSpPr>
          <p:spPr>
            <a:xfrm>
              <a:off x="6844200" y="2899500"/>
              <a:ext cx="49375" cy="31575"/>
            </a:xfrm>
            <a:custGeom>
              <a:avLst/>
              <a:gdLst/>
              <a:ahLst/>
              <a:cxnLst/>
              <a:rect l="l" t="t" r="r" b="b"/>
              <a:pathLst>
                <a:path w="1975" h="1263" extrusionOk="0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29"/>
            <p:cNvSpPr/>
            <p:nvPr/>
          </p:nvSpPr>
          <p:spPr>
            <a:xfrm>
              <a:off x="6887300" y="31138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29"/>
            <p:cNvSpPr/>
            <p:nvPr/>
          </p:nvSpPr>
          <p:spPr>
            <a:xfrm>
              <a:off x="6912925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29"/>
            <p:cNvSpPr/>
            <p:nvPr/>
          </p:nvSpPr>
          <p:spPr>
            <a:xfrm>
              <a:off x="6775450" y="287262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29"/>
            <p:cNvSpPr/>
            <p:nvPr/>
          </p:nvSpPr>
          <p:spPr>
            <a:xfrm>
              <a:off x="6867625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29"/>
            <p:cNvSpPr/>
            <p:nvPr/>
          </p:nvSpPr>
          <p:spPr>
            <a:xfrm>
              <a:off x="6861375" y="3101625"/>
              <a:ext cx="21900" cy="34075"/>
            </a:xfrm>
            <a:custGeom>
              <a:avLst/>
              <a:gdLst/>
              <a:ahLst/>
              <a:cxnLst/>
              <a:rect l="l" t="t" r="r" b="b"/>
              <a:pathLst>
                <a:path w="876" h="1363" extrusionOk="0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29"/>
            <p:cNvSpPr/>
            <p:nvPr/>
          </p:nvSpPr>
          <p:spPr>
            <a:xfrm>
              <a:off x="6864175" y="3338125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29"/>
            <p:cNvSpPr/>
            <p:nvPr/>
          </p:nvSpPr>
          <p:spPr>
            <a:xfrm>
              <a:off x="6826700" y="3402175"/>
              <a:ext cx="65000" cy="61250"/>
            </a:xfrm>
            <a:custGeom>
              <a:avLst/>
              <a:gdLst/>
              <a:ahLst/>
              <a:cxnLst/>
              <a:rect l="l" t="t" r="r" b="b"/>
              <a:pathLst>
                <a:path w="2600" h="2450" extrusionOk="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29"/>
            <p:cNvSpPr/>
            <p:nvPr/>
          </p:nvSpPr>
          <p:spPr>
            <a:xfrm>
              <a:off x="6837325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29"/>
            <p:cNvSpPr/>
            <p:nvPr/>
          </p:nvSpPr>
          <p:spPr>
            <a:xfrm>
              <a:off x="6849500" y="3422475"/>
              <a:ext cx="30950" cy="17525"/>
            </a:xfrm>
            <a:custGeom>
              <a:avLst/>
              <a:gdLst/>
              <a:ahLst/>
              <a:cxnLst/>
              <a:rect l="l" t="t" r="r" b="b"/>
              <a:pathLst>
                <a:path w="1238" h="701" extrusionOk="0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29"/>
            <p:cNvSpPr/>
            <p:nvPr/>
          </p:nvSpPr>
          <p:spPr>
            <a:xfrm>
              <a:off x="6819200" y="3138500"/>
              <a:ext cx="71575" cy="55325"/>
            </a:xfrm>
            <a:custGeom>
              <a:avLst/>
              <a:gdLst/>
              <a:ahLst/>
              <a:cxnLst/>
              <a:rect l="l" t="t" r="r" b="b"/>
              <a:pathLst>
                <a:path w="2863" h="2213" extrusionOk="0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29"/>
            <p:cNvSpPr/>
            <p:nvPr/>
          </p:nvSpPr>
          <p:spPr>
            <a:xfrm>
              <a:off x="6798275" y="2819200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29"/>
            <p:cNvSpPr/>
            <p:nvPr/>
          </p:nvSpPr>
          <p:spPr>
            <a:xfrm>
              <a:off x="6794825" y="2818575"/>
              <a:ext cx="5975" cy="16900"/>
            </a:xfrm>
            <a:custGeom>
              <a:avLst/>
              <a:gdLst/>
              <a:ahLst/>
              <a:cxnLst/>
              <a:rect l="l" t="t" r="r" b="b"/>
              <a:pathLst>
                <a:path w="239" h="676" extrusionOk="0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29"/>
            <p:cNvSpPr/>
            <p:nvPr/>
          </p:nvSpPr>
          <p:spPr>
            <a:xfrm>
              <a:off x="6810775" y="2837625"/>
              <a:ext cx="7500" cy="9400"/>
            </a:xfrm>
            <a:custGeom>
              <a:avLst/>
              <a:gdLst/>
              <a:ahLst/>
              <a:cxnLst/>
              <a:rect l="l" t="t" r="r" b="b"/>
              <a:pathLst>
                <a:path w="300" h="376" extrusionOk="0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29"/>
            <p:cNvSpPr/>
            <p:nvPr/>
          </p:nvSpPr>
          <p:spPr>
            <a:xfrm>
              <a:off x="6797325" y="2844825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29"/>
            <p:cNvSpPr/>
            <p:nvPr/>
          </p:nvSpPr>
          <p:spPr>
            <a:xfrm>
              <a:off x="6792950" y="2840450"/>
              <a:ext cx="10025" cy="24075"/>
            </a:xfrm>
            <a:custGeom>
              <a:avLst/>
              <a:gdLst/>
              <a:ahLst/>
              <a:cxnLst/>
              <a:rect l="l" t="t" r="r" b="b"/>
              <a:pathLst>
                <a:path w="401" h="963" extrusionOk="0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29"/>
            <p:cNvSpPr/>
            <p:nvPr/>
          </p:nvSpPr>
          <p:spPr>
            <a:xfrm>
              <a:off x="6795150" y="2829825"/>
              <a:ext cx="8150" cy="14075"/>
            </a:xfrm>
            <a:custGeom>
              <a:avLst/>
              <a:gdLst/>
              <a:ahLst/>
              <a:cxnLst/>
              <a:rect l="l" t="t" r="r" b="b"/>
              <a:pathLst>
                <a:path w="326" h="563" extrusionOk="0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29"/>
            <p:cNvSpPr/>
            <p:nvPr/>
          </p:nvSpPr>
          <p:spPr>
            <a:xfrm>
              <a:off x="6781075" y="2835125"/>
              <a:ext cx="12525" cy="14400"/>
            </a:xfrm>
            <a:custGeom>
              <a:avLst/>
              <a:gdLst/>
              <a:ahLst/>
              <a:cxnLst/>
              <a:rect l="l" t="t" r="r" b="b"/>
              <a:pathLst>
                <a:path w="501" h="576" extrusionOk="0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29"/>
            <p:cNvSpPr/>
            <p:nvPr/>
          </p:nvSpPr>
          <p:spPr>
            <a:xfrm>
              <a:off x="695500" y="2835450"/>
              <a:ext cx="104675" cy="111250"/>
            </a:xfrm>
            <a:custGeom>
              <a:avLst/>
              <a:gdLst/>
              <a:ahLst/>
              <a:cxnLst/>
              <a:rect l="l" t="t" r="r" b="b"/>
              <a:pathLst>
                <a:path w="4187" h="4450" extrusionOk="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29"/>
            <p:cNvSpPr/>
            <p:nvPr/>
          </p:nvSpPr>
          <p:spPr>
            <a:xfrm>
              <a:off x="628000" y="2941675"/>
              <a:ext cx="146875" cy="263700"/>
            </a:xfrm>
            <a:custGeom>
              <a:avLst/>
              <a:gdLst/>
              <a:ahLst/>
              <a:cxnLst/>
              <a:rect l="l" t="t" r="r" b="b"/>
              <a:pathLst>
                <a:path w="5875" h="10548" extrusionOk="0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29"/>
            <p:cNvSpPr/>
            <p:nvPr/>
          </p:nvSpPr>
          <p:spPr>
            <a:xfrm>
              <a:off x="668000" y="31378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29"/>
            <p:cNvSpPr/>
            <p:nvPr/>
          </p:nvSpPr>
          <p:spPr>
            <a:xfrm>
              <a:off x="722350" y="3245025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29"/>
            <p:cNvSpPr/>
            <p:nvPr/>
          </p:nvSpPr>
          <p:spPr>
            <a:xfrm>
              <a:off x="692050" y="2972300"/>
              <a:ext cx="96575" cy="82175"/>
            </a:xfrm>
            <a:custGeom>
              <a:avLst/>
              <a:gdLst/>
              <a:ahLst/>
              <a:cxnLst/>
              <a:rect l="l" t="t" r="r" b="b"/>
              <a:pathLst>
                <a:path w="3863" h="3287" extrusionOk="0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29"/>
            <p:cNvSpPr/>
            <p:nvPr/>
          </p:nvSpPr>
          <p:spPr>
            <a:xfrm>
              <a:off x="720175" y="2958850"/>
              <a:ext cx="110625" cy="22825"/>
            </a:xfrm>
            <a:custGeom>
              <a:avLst/>
              <a:gdLst/>
              <a:ahLst/>
              <a:cxnLst/>
              <a:rect l="l" t="t" r="r" b="b"/>
              <a:pathLst>
                <a:path w="4425" h="913" extrusionOk="0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29"/>
            <p:cNvSpPr/>
            <p:nvPr/>
          </p:nvSpPr>
          <p:spPr>
            <a:xfrm>
              <a:off x="83015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29"/>
            <p:cNvSpPr/>
            <p:nvPr/>
          </p:nvSpPr>
          <p:spPr>
            <a:xfrm>
              <a:off x="828275" y="296542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29"/>
            <p:cNvSpPr/>
            <p:nvPr/>
          </p:nvSpPr>
          <p:spPr>
            <a:xfrm>
              <a:off x="662375" y="3207225"/>
              <a:ext cx="3150" cy="2850"/>
            </a:xfrm>
            <a:custGeom>
              <a:avLst/>
              <a:gdLst/>
              <a:ahLst/>
              <a:cxnLst/>
              <a:rect l="l" t="t" r="r" b="b"/>
              <a:pathLst>
                <a:path w="126" h="114" extrusionOk="0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29"/>
            <p:cNvSpPr/>
            <p:nvPr/>
          </p:nvSpPr>
          <p:spPr>
            <a:xfrm>
              <a:off x="705800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29"/>
            <p:cNvSpPr/>
            <p:nvPr/>
          </p:nvSpPr>
          <p:spPr>
            <a:xfrm>
              <a:off x="708300" y="32978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29"/>
            <p:cNvSpPr/>
            <p:nvPr/>
          </p:nvSpPr>
          <p:spPr>
            <a:xfrm>
              <a:off x="732050" y="323752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29"/>
            <p:cNvSpPr/>
            <p:nvPr/>
          </p:nvSpPr>
          <p:spPr>
            <a:xfrm>
              <a:off x="732675" y="3237850"/>
              <a:ext cx="29375" cy="33125"/>
            </a:xfrm>
            <a:custGeom>
              <a:avLst/>
              <a:gdLst/>
              <a:ahLst/>
              <a:cxnLst/>
              <a:rect l="l" t="t" r="r" b="b"/>
              <a:pathLst>
                <a:path w="1175" h="1325" extrusionOk="0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29"/>
            <p:cNvSpPr/>
            <p:nvPr/>
          </p:nvSpPr>
          <p:spPr>
            <a:xfrm>
              <a:off x="739850" y="2929475"/>
              <a:ext cx="86875" cy="38475"/>
            </a:xfrm>
            <a:custGeom>
              <a:avLst/>
              <a:gdLst/>
              <a:ahLst/>
              <a:cxnLst/>
              <a:rect l="l" t="t" r="r" b="b"/>
              <a:pathLst>
                <a:path w="3475" h="1539" extrusionOk="0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29"/>
            <p:cNvSpPr/>
            <p:nvPr/>
          </p:nvSpPr>
          <p:spPr>
            <a:xfrm>
              <a:off x="824200" y="291917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29"/>
            <p:cNvSpPr/>
            <p:nvPr/>
          </p:nvSpPr>
          <p:spPr>
            <a:xfrm>
              <a:off x="728300" y="2974800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29"/>
            <p:cNvSpPr/>
            <p:nvPr/>
          </p:nvSpPr>
          <p:spPr>
            <a:xfrm>
              <a:off x="805150" y="3001975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29"/>
            <p:cNvSpPr/>
            <p:nvPr/>
          </p:nvSpPr>
          <p:spPr>
            <a:xfrm>
              <a:off x="644875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29"/>
            <p:cNvSpPr/>
            <p:nvPr/>
          </p:nvSpPr>
          <p:spPr>
            <a:xfrm>
              <a:off x="699875" y="2899175"/>
              <a:ext cx="49375" cy="31900"/>
            </a:xfrm>
            <a:custGeom>
              <a:avLst/>
              <a:gdLst/>
              <a:ahLst/>
              <a:cxnLst/>
              <a:rect l="l" t="t" r="r" b="b"/>
              <a:pathLst>
                <a:path w="1975" h="1276" extrusionOk="0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29"/>
            <p:cNvSpPr/>
            <p:nvPr/>
          </p:nvSpPr>
          <p:spPr>
            <a:xfrm>
              <a:off x="674550" y="3113825"/>
              <a:ext cx="31600" cy="62800"/>
            </a:xfrm>
            <a:custGeom>
              <a:avLst/>
              <a:gdLst/>
              <a:ahLst/>
              <a:cxnLst/>
              <a:rect l="l" t="t" r="r" b="b"/>
              <a:pathLst>
                <a:path w="1264" h="2512" extrusionOk="0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29"/>
            <p:cNvSpPr/>
            <p:nvPr/>
          </p:nvSpPr>
          <p:spPr>
            <a:xfrm>
              <a:off x="658950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29"/>
            <p:cNvSpPr/>
            <p:nvPr/>
          </p:nvSpPr>
          <p:spPr>
            <a:xfrm>
              <a:off x="762050" y="2872625"/>
              <a:ext cx="56250" cy="81250"/>
            </a:xfrm>
            <a:custGeom>
              <a:avLst/>
              <a:gdLst/>
              <a:ahLst/>
              <a:cxnLst/>
              <a:rect l="l" t="t" r="r" b="b"/>
              <a:pathLst>
                <a:path w="2250" h="3250" extrusionOk="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29"/>
            <p:cNvSpPr/>
            <p:nvPr/>
          </p:nvSpPr>
          <p:spPr>
            <a:xfrm>
              <a:off x="710800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29"/>
            <p:cNvSpPr/>
            <p:nvPr/>
          </p:nvSpPr>
          <p:spPr>
            <a:xfrm>
              <a:off x="710175" y="31016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29"/>
            <p:cNvSpPr/>
            <p:nvPr/>
          </p:nvSpPr>
          <p:spPr>
            <a:xfrm>
              <a:off x="669550" y="3338125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29"/>
            <p:cNvSpPr/>
            <p:nvPr/>
          </p:nvSpPr>
          <p:spPr>
            <a:xfrm>
              <a:off x="701750" y="3402175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29"/>
            <p:cNvSpPr/>
            <p:nvPr/>
          </p:nvSpPr>
          <p:spPr>
            <a:xfrm>
              <a:off x="709550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29"/>
            <p:cNvSpPr/>
            <p:nvPr/>
          </p:nvSpPr>
          <p:spPr>
            <a:xfrm>
              <a:off x="713300" y="3422475"/>
              <a:ext cx="30950" cy="17225"/>
            </a:xfrm>
            <a:custGeom>
              <a:avLst/>
              <a:gdLst/>
              <a:ahLst/>
              <a:cxnLst/>
              <a:rect l="l" t="t" r="r" b="b"/>
              <a:pathLst>
                <a:path w="1238" h="689" extrusionOk="0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9"/>
            <p:cNvSpPr/>
            <p:nvPr/>
          </p:nvSpPr>
          <p:spPr>
            <a:xfrm>
              <a:off x="702675" y="3138500"/>
              <a:ext cx="71875" cy="55325"/>
            </a:xfrm>
            <a:custGeom>
              <a:avLst/>
              <a:gdLst/>
              <a:ahLst/>
              <a:cxnLst/>
              <a:rect l="l" t="t" r="r" b="b"/>
              <a:pathLst>
                <a:path w="2875" h="2213" extrusionOk="0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9"/>
            <p:cNvSpPr/>
            <p:nvPr/>
          </p:nvSpPr>
          <p:spPr>
            <a:xfrm>
              <a:off x="695500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29"/>
            <p:cNvSpPr/>
            <p:nvPr/>
          </p:nvSpPr>
          <p:spPr>
            <a:xfrm>
              <a:off x="62832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29"/>
            <p:cNvSpPr/>
            <p:nvPr/>
          </p:nvSpPr>
          <p:spPr>
            <a:xfrm>
              <a:off x="667675" y="2448375"/>
              <a:ext cx="84700" cy="100925"/>
            </a:xfrm>
            <a:custGeom>
              <a:avLst/>
              <a:gdLst/>
              <a:ahLst/>
              <a:cxnLst/>
              <a:rect l="l" t="t" r="r" b="b"/>
              <a:pathLst>
                <a:path w="3388" h="4037" extrusionOk="0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29"/>
            <p:cNvSpPr/>
            <p:nvPr/>
          </p:nvSpPr>
          <p:spPr>
            <a:xfrm>
              <a:off x="722350" y="2386200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29"/>
            <p:cNvSpPr/>
            <p:nvPr/>
          </p:nvSpPr>
          <p:spPr>
            <a:xfrm>
              <a:off x="691750" y="2632075"/>
              <a:ext cx="96875" cy="81550"/>
            </a:xfrm>
            <a:custGeom>
              <a:avLst/>
              <a:gdLst/>
              <a:ahLst/>
              <a:cxnLst/>
              <a:rect l="l" t="t" r="r" b="b"/>
              <a:pathLst>
                <a:path w="3875" h="3262" extrusionOk="0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29"/>
            <p:cNvSpPr/>
            <p:nvPr/>
          </p:nvSpPr>
          <p:spPr>
            <a:xfrm>
              <a:off x="720475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29"/>
            <p:cNvSpPr/>
            <p:nvPr/>
          </p:nvSpPr>
          <p:spPr>
            <a:xfrm>
              <a:off x="83015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29"/>
            <p:cNvSpPr/>
            <p:nvPr/>
          </p:nvSpPr>
          <p:spPr>
            <a:xfrm>
              <a:off x="827325" y="2698925"/>
              <a:ext cx="17225" cy="22200"/>
            </a:xfrm>
            <a:custGeom>
              <a:avLst/>
              <a:gdLst/>
              <a:ahLst/>
              <a:cxnLst/>
              <a:rect l="l" t="t" r="r" b="b"/>
              <a:pathLst>
                <a:path w="689" h="888" extrusionOk="0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29"/>
            <p:cNvSpPr/>
            <p:nvPr/>
          </p:nvSpPr>
          <p:spPr>
            <a:xfrm>
              <a:off x="662375" y="2476475"/>
              <a:ext cx="3150" cy="3150"/>
            </a:xfrm>
            <a:custGeom>
              <a:avLst/>
              <a:gdLst/>
              <a:ahLst/>
              <a:cxnLst/>
              <a:rect l="l" t="t" r="r" b="b"/>
              <a:pathLst>
                <a:path w="126" h="126" extrusionOk="0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29"/>
            <p:cNvSpPr/>
            <p:nvPr/>
          </p:nvSpPr>
          <p:spPr>
            <a:xfrm>
              <a:off x="705800" y="23468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29"/>
            <p:cNvSpPr/>
            <p:nvPr/>
          </p:nvSpPr>
          <p:spPr>
            <a:xfrm>
              <a:off x="708300" y="23465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29"/>
            <p:cNvSpPr/>
            <p:nvPr/>
          </p:nvSpPr>
          <p:spPr>
            <a:xfrm>
              <a:off x="732050" y="241587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9"/>
            <p:cNvSpPr/>
            <p:nvPr/>
          </p:nvSpPr>
          <p:spPr>
            <a:xfrm>
              <a:off x="732675" y="2415550"/>
              <a:ext cx="29075" cy="33475"/>
            </a:xfrm>
            <a:custGeom>
              <a:avLst/>
              <a:gdLst/>
              <a:ahLst/>
              <a:cxnLst/>
              <a:rect l="l" t="t" r="r" b="b"/>
              <a:pathLst>
                <a:path w="1163" h="1339" extrusionOk="0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9"/>
            <p:cNvSpPr/>
            <p:nvPr/>
          </p:nvSpPr>
          <p:spPr>
            <a:xfrm>
              <a:off x="739850" y="2718600"/>
              <a:ext cx="86875" cy="38450"/>
            </a:xfrm>
            <a:custGeom>
              <a:avLst/>
              <a:gdLst/>
              <a:ahLst/>
              <a:cxnLst/>
              <a:rect l="l" t="t" r="r" b="b"/>
              <a:pathLst>
                <a:path w="3475" h="1538" extrusionOk="0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9"/>
            <p:cNvSpPr/>
            <p:nvPr/>
          </p:nvSpPr>
          <p:spPr>
            <a:xfrm>
              <a:off x="824200" y="2749525"/>
              <a:ext cx="16600" cy="17850"/>
            </a:xfrm>
            <a:custGeom>
              <a:avLst/>
              <a:gdLst/>
              <a:ahLst/>
              <a:cxnLst/>
              <a:rect l="l" t="t" r="r" b="b"/>
              <a:pathLst>
                <a:path w="664" h="714" extrusionOk="0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9"/>
            <p:cNvSpPr/>
            <p:nvPr/>
          </p:nvSpPr>
          <p:spPr>
            <a:xfrm>
              <a:off x="728300" y="2681125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9"/>
            <p:cNvSpPr/>
            <p:nvPr/>
          </p:nvSpPr>
          <p:spPr>
            <a:xfrm>
              <a:off x="805150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9"/>
            <p:cNvSpPr/>
            <p:nvPr/>
          </p:nvSpPr>
          <p:spPr>
            <a:xfrm>
              <a:off x="644875" y="2270600"/>
              <a:ext cx="60325" cy="237450"/>
            </a:xfrm>
            <a:custGeom>
              <a:avLst/>
              <a:gdLst/>
              <a:ahLst/>
              <a:cxnLst/>
              <a:rect l="l" t="t" r="r" b="b"/>
              <a:pathLst>
                <a:path w="2413" h="9498" extrusionOk="0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9"/>
            <p:cNvSpPr/>
            <p:nvPr/>
          </p:nvSpPr>
          <p:spPr>
            <a:xfrm>
              <a:off x="699875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9"/>
            <p:cNvSpPr/>
            <p:nvPr/>
          </p:nvSpPr>
          <p:spPr>
            <a:xfrm>
              <a:off x="674550" y="2510225"/>
              <a:ext cx="31600" cy="62500"/>
            </a:xfrm>
            <a:custGeom>
              <a:avLst/>
              <a:gdLst/>
              <a:ahLst/>
              <a:cxnLst/>
              <a:rect l="l" t="t" r="r" b="b"/>
              <a:pathLst>
                <a:path w="1264" h="2500" extrusionOk="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9"/>
            <p:cNvSpPr/>
            <p:nvPr/>
          </p:nvSpPr>
          <p:spPr>
            <a:xfrm>
              <a:off x="658950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9"/>
            <p:cNvSpPr/>
            <p:nvPr/>
          </p:nvSpPr>
          <p:spPr>
            <a:xfrm>
              <a:off x="761725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9"/>
            <p:cNvSpPr/>
            <p:nvPr/>
          </p:nvSpPr>
          <p:spPr>
            <a:xfrm>
              <a:off x="710500" y="25536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9"/>
            <p:cNvSpPr/>
            <p:nvPr/>
          </p:nvSpPr>
          <p:spPr>
            <a:xfrm>
              <a:off x="7101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29"/>
            <p:cNvSpPr/>
            <p:nvPr/>
          </p:nvSpPr>
          <p:spPr>
            <a:xfrm>
              <a:off x="669550" y="2216250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9"/>
            <p:cNvSpPr/>
            <p:nvPr/>
          </p:nvSpPr>
          <p:spPr>
            <a:xfrm>
              <a:off x="701750" y="2223100"/>
              <a:ext cx="65000" cy="61275"/>
            </a:xfrm>
            <a:custGeom>
              <a:avLst/>
              <a:gdLst/>
              <a:ahLst/>
              <a:cxnLst/>
              <a:rect l="l" t="t" r="r" b="b"/>
              <a:pathLst>
                <a:path w="2600" h="2451" extrusionOk="0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9"/>
            <p:cNvSpPr/>
            <p:nvPr/>
          </p:nvSpPr>
          <p:spPr>
            <a:xfrm>
              <a:off x="709550" y="2258100"/>
              <a:ext cx="46900" cy="35950"/>
            </a:xfrm>
            <a:custGeom>
              <a:avLst/>
              <a:gdLst/>
              <a:ahLst/>
              <a:cxnLst/>
              <a:rect l="l" t="t" r="r" b="b"/>
              <a:pathLst>
                <a:path w="1876" h="1438" extrusionOk="0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9"/>
            <p:cNvSpPr/>
            <p:nvPr/>
          </p:nvSpPr>
          <p:spPr>
            <a:xfrm>
              <a:off x="713300" y="2246550"/>
              <a:ext cx="30950" cy="17500"/>
            </a:xfrm>
            <a:custGeom>
              <a:avLst/>
              <a:gdLst/>
              <a:ahLst/>
              <a:cxnLst/>
              <a:rect l="l" t="t" r="r" b="b"/>
              <a:pathLst>
                <a:path w="1238" h="700" extrusionOk="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9"/>
            <p:cNvSpPr/>
            <p:nvPr/>
          </p:nvSpPr>
          <p:spPr>
            <a:xfrm>
              <a:off x="703000" y="2492725"/>
              <a:ext cx="71550" cy="55325"/>
            </a:xfrm>
            <a:custGeom>
              <a:avLst/>
              <a:gdLst/>
              <a:ahLst/>
              <a:cxnLst/>
              <a:rect l="l" t="t" r="r" b="b"/>
              <a:pathLst>
                <a:path w="2862" h="2213" extrusionOk="0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29"/>
            <p:cNvSpPr/>
            <p:nvPr/>
          </p:nvSpPr>
          <p:spPr>
            <a:xfrm>
              <a:off x="779850" y="2847325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29"/>
            <p:cNvSpPr/>
            <p:nvPr/>
          </p:nvSpPr>
          <p:spPr>
            <a:xfrm>
              <a:off x="792975" y="2850750"/>
              <a:ext cx="5950" cy="16900"/>
            </a:xfrm>
            <a:custGeom>
              <a:avLst/>
              <a:gdLst/>
              <a:ahLst/>
              <a:cxnLst/>
              <a:rect l="l" t="t" r="r" b="b"/>
              <a:pathLst>
                <a:path w="238" h="676" extrusionOk="0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29"/>
            <p:cNvSpPr/>
            <p:nvPr/>
          </p:nvSpPr>
          <p:spPr>
            <a:xfrm>
              <a:off x="775150" y="2839500"/>
              <a:ext cx="7525" cy="9400"/>
            </a:xfrm>
            <a:custGeom>
              <a:avLst/>
              <a:gdLst/>
              <a:ahLst/>
              <a:cxnLst/>
              <a:rect l="l" t="t" r="r" b="b"/>
              <a:pathLst>
                <a:path w="301" h="376" extrusionOk="0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29"/>
            <p:cNvSpPr/>
            <p:nvPr/>
          </p:nvSpPr>
          <p:spPr>
            <a:xfrm>
              <a:off x="780775" y="2821400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29"/>
            <p:cNvSpPr/>
            <p:nvPr/>
          </p:nvSpPr>
          <p:spPr>
            <a:xfrm>
              <a:off x="790475" y="2821700"/>
              <a:ext cx="10325" cy="24400"/>
            </a:xfrm>
            <a:custGeom>
              <a:avLst/>
              <a:gdLst/>
              <a:ahLst/>
              <a:cxnLst/>
              <a:rect l="l" t="t" r="r" b="b"/>
              <a:pathLst>
                <a:path w="413" h="976" extrusionOk="0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29"/>
            <p:cNvSpPr/>
            <p:nvPr/>
          </p:nvSpPr>
          <p:spPr>
            <a:xfrm>
              <a:off x="790150" y="2842625"/>
              <a:ext cx="8150" cy="14100"/>
            </a:xfrm>
            <a:custGeom>
              <a:avLst/>
              <a:gdLst/>
              <a:ahLst/>
              <a:cxnLst/>
              <a:rect l="l" t="t" r="r" b="b"/>
              <a:pathLst>
                <a:path w="326" h="564" extrusionOk="0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9"/>
            <p:cNvSpPr/>
            <p:nvPr/>
          </p:nvSpPr>
          <p:spPr>
            <a:xfrm>
              <a:off x="799850" y="2837000"/>
              <a:ext cx="12500" cy="14400"/>
            </a:xfrm>
            <a:custGeom>
              <a:avLst/>
              <a:gdLst/>
              <a:ahLst/>
              <a:cxnLst/>
              <a:rect l="l" t="t" r="r" b="b"/>
              <a:pathLst>
                <a:path w="500" h="576" extrusionOk="0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0" name="Google Shape;870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1" name="Google Shape;871;p30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872" name="Google Shape;872;p30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30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0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0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30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30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30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30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974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●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○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■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●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○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■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●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○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■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58" r:id="rId4"/>
    <p:sldLayoutId id="2147483659" r:id="rId5"/>
    <p:sldLayoutId id="2147483660" r:id="rId6"/>
    <p:sldLayoutId id="2147483661" r:id="rId7"/>
    <p:sldLayoutId id="2147483664" r:id="rId8"/>
    <p:sldLayoutId id="2147483667" r:id="rId9"/>
    <p:sldLayoutId id="2147483675" r:id="rId10"/>
    <p:sldLayoutId id="2147483676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34"/>
          <p:cNvSpPr txBox="1">
            <a:spLocks noGrp="1"/>
          </p:cNvSpPr>
          <p:nvPr>
            <p:ph type="ctrTitle"/>
          </p:nvPr>
        </p:nvSpPr>
        <p:spPr>
          <a:xfrm>
            <a:off x="2361575" y="1453450"/>
            <a:ext cx="4421100" cy="205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dirty="0"/>
              <a:t>Reconstruction Era &amp; the Gilded Age</a:t>
            </a:r>
            <a:br>
              <a:rPr lang="en" sz="3700" dirty="0"/>
            </a:br>
            <a:r>
              <a:rPr lang="en" sz="3700" dirty="0"/>
              <a:t>- </a:t>
            </a:r>
            <a:r>
              <a:rPr lang="en" sz="5100" dirty="0"/>
              <a:t>History </a:t>
            </a:r>
            <a:r>
              <a:rPr lang="en" sz="3700" dirty="0"/>
              <a:t>-</a:t>
            </a:r>
            <a:endParaRPr sz="5100" dirty="0"/>
          </a:p>
        </p:txBody>
      </p:sp>
      <p:sp>
        <p:nvSpPr>
          <p:cNvPr id="891" name="Google Shape;891;p34"/>
          <p:cNvSpPr txBox="1">
            <a:spLocks noGrp="1"/>
          </p:cNvSpPr>
          <p:nvPr>
            <p:ph type="subTitle" idx="1"/>
          </p:nvPr>
        </p:nvSpPr>
        <p:spPr>
          <a:xfrm>
            <a:off x="2494100" y="3578625"/>
            <a:ext cx="41559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grpSp>
        <p:nvGrpSpPr>
          <p:cNvPr id="892" name="Google Shape;892;p34"/>
          <p:cNvGrpSpPr/>
          <p:nvPr/>
        </p:nvGrpSpPr>
        <p:grpSpPr>
          <a:xfrm>
            <a:off x="2361225" y="3521900"/>
            <a:ext cx="4421400" cy="589250"/>
            <a:chOff x="2361225" y="3521900"/>
            <a:chExt cx="4421400" cy="589250"/>
          </a:xfrm>
        </p:grpSpPr>
        <p:cxnSp>
          <p:nvCxnSpPr>
            <p:cNvPr id="893" name="Google Shape;893;p34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4" name="Google Shape;894;p34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96" name="Google Shape;896;p34"/>
          <p:cNvGrpSpPr/>
          <p:nvPr/>
        </p:nvGrpSpPr>
        <p:grpSpPr>
          <a:xfrm>
            <a:off x="565056" y="519563"/>
            <a:ext cx="8012737" cy="4104778"/>
            <a:chOff x="585525" y="1202450"/>
            <a:chExt cx="6436450" cy="3297275"/>
          </a:xfrm>
        </p:grpSpPr>
        <p:sp>
          <p:nvSpPr>
            <p:cNvPr id="897" name="Google Shape;897;p34"/>
            <p:cNvSpPr/>
            <p:nvPr/>
          </p:nvSpPr>
          <p:spPr>
            <a:xfrm>
              <a:off x="83952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34"/>
            <p:cNvSpPr/>
            <p:nvPr/>
          </p:nvSpPr>
          <p:spPr>
            <a:xfrm>
              <a:off x="844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4"/>
            <p:cNvSpPr/>
            <p:nvPr/>
          </p:nvSpPr>
          <p:spPr>
            <a:xfrm>
              <a:off x="898575" y="13480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4"/>
            <p:cNvSpPr/>
            <p:nvPr/>
          </p:nvSpPr>
          <p:spPr>
            <a:xfrm>
              <a:off x="9448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34"/>
            <p:cNvSpPr/>
            <p:nvPr/>
          </p:nvSpPr>
          <p:spPr>
            <a:xfrm>
              <a:off x="752350" y="1240875"/>
              <a:ext cx="206850" cy="104050"/>
            </a:xfrm>
            <a:custGeom>
              <a:avLst/>
              <a:gdLst/>
              <a:ahLst/>
              <a:cxnLst/>
              <a:rect l="l" t="t" r="r" b="b"/>
              <a:pathLst>
                <a:path w="8274" h="4162" extrusionOk="0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34"/>
            <p:cNvSpPr/>
            <p:nvPr/>
          </p:nvSpPr>
          <p:spPr>
            <a:xfrm>
              <a:off x="1012600" y="1245875"/>
              <a:ext cx="88750" cy="80000"/>
            </a:xfrm>
            <a:custGeom>
              <a:avLst/>
              <a:gdLst/>
              <a:ahLst/>
              <a:cxnLst/>
              <a:rect l="l" t="t" r="r" b="b"/>
              <a:pathLst>
                <a:path w="3550" h="3200" extrusionOk="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34"/>
            <p:cNvSpPr/>
            <p:nvPr/>
          </p:nvSpPr>
          <p:spPr>
            <a:xfrm>
              <a:off x="1123500" y="1272100"/>
              <a:ext cx="33450" cy="43775"/>
            </a:xfrm>
            <a:custGeom>
              <a:avLst/>
              <a:gdLst/>
              <a:ahLst/>
              <a:cxnLst/>
              <a:rect l="l" t="t" r="r" b="b"/>
              <a:pathLst>
                <a:path w="1338" h="1751" extrusionOk="0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34"/>
            <p:cNvSpPr/>
            <p:nvPr/>
          </p:nvSpPr>
          <p:spPr>
            <a:xfrm>
              <a:off x="732975" y="129210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34"/>
            <p:cNvSpPr/>
            <p:nvPr/>
          </p:nvSpPr>
          <p:spPr>
            <a:xfrm>
              <a:off x="809225" y="1274925"/>
              <a:ext cx="77800" cy="113125"/>
            </a:xfrm>
            <a:custGeom>
              <a:avLst/>
              <a:gdLst/>
              <a:ahLst/>
              <a:cxnLst/>
              <a:rect l="l" t="t" r="r" b="b"/>
              <a:pathLst>
                <a:path w="3112" h="4525" extrusionOk="0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34"/>
            <p:cNvSpPr/>
            <p:nvPr/>
          </p:nvSpPr>
          <p:spPr>
            <a:xfrm>
              <a:off x="792650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34"/>
            <p:cNvSpPr/>
            <p:nvPr/>
          </p:nvSpPr>
          <p:spPr>
            <a:xfrm>
              <a:off x="841400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4"/>
            <p:cNvSpPr/>
            <p:nvPr/>
          </p:nvSpPr>
          <p:spPr>
            <a:xfrm>
              <a:off x="973550" y="1363650"/>
              <a:ext cx="9700" cy="6900"/>
            </a:xfrm>
            <a:custGeom>
              <a:avLst/>
              <a:gdLst/>
              <a:ahLst/>
              <a:cxnLst/>
              <a:rect l="l" t="t" r="r" b="b"/>
              <a:pathLst>
                <a:path w="388" h="276" extrusionOk="0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34"/>
            <p:cNvSpPr/>
            <p:nvPr/>
          </p:nvSpPr>
          <p:spPr>
            <a:xfrm>
              <a:off x="832025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4"/>
            <p:cNvSpPr/>
            <p:nvPr/>
          </p:nvSpPr>
          <p:spPr>
            <a:xfrm>
              <a:off x="810775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34"/>
            <p:cNvSpPr/>
            <p:nvPr/>
          </p:nvSpPr>
          <p:spPr>
            <a:xfrm>
              <a:off x="766400" y="1291175"/>
              <a:ext cx="73150" cy="22525"/>
            </a:xfrm>
            <a:custGeom>
              <a:avLst/>
              <a:gdLst/>
              <a:ahLst/>
              <a:cxnLst/>
              <a:rect l="l" t="t" r="r" b="b"/>
              <a:pathLst>
                <a:path w="2926" h="901" extrusionOk="0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34"/>
            <p:cNvSpPr/>
            <p:nvPr/>
          </p:nvSpPr>
          <p:spPr>
            <a:xfrm>
              <a:off x="767350" y="12968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34"/>
            <p:cNvSpPr/>
            <p:nvPr/>
          </p:nvSpPr>
          <p:spPr>
            <a:xfrm>
              <a:off x="919500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34"/>
            <p:cNvSpPr/>
            <p:nvPr/>
          </p:nvSpPr>
          <p:spPr>
            <a:xfrm>
              <a:off x="914500" y="1250875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34"/>
            <p:cNvSpPr/>
            <p:nvPr/>
          </p:nvSpPr>
          <p:spPr>
            <a:xfrm>
              <a:off x="1186925" y="1310225"/>
              <a:ext cx="83125" cy="26900"/>
            </a:xfrm>
            <a:custGeom>
              <a:avLst/>
              <a:gdLst/>
              <a:ahLst/>
              <a:cxnLst/>
              <a:rect l="l" t="t" r="r" b="b"/>
              <a:pathLst>
                <a:path w="3325" h="1076" extrusionOk="0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34"/>
            <p:cNvSpPr/>
            <p:nvPr/>
          </p:nvSpPr>
          <p:spPr>
            <a:xfrm>
              <a:off x="1187250" y="1314900"/>
              <a:ext cx="100600" cy="30975"/>
            </a:xfrm>
            <a:custGeom>
              <a:avLst/>
              <a:gdLst/>
              <a:ahLst/>
              <a:cxnLst/>
              <a:rect l="l" t="t" r="r" b="b"/>
              <a:pathLst>
                <a:path w="4024" h="1239" extrusionOk="0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34"/>
            <p:cNvSpPr/>
            <p:nvPr/>
          </p:nvSpPr>
          <p:spPr>
            <a:xfrm>
              <a:off x="5855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4"/>
            <p:cNvSpPr/>
            <p:nvPr/>
          </p:nvSpPr>
          <p:spPr>
            <a:xfrm>
              <a:off x="762975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4"/>
            <p:cNvSpPr/>
            <p:nvPr/>
          </p:nvSpPr>
          <p:spPr>
            <a:xfrm>
              <a:off x="741425" y="1520175"/>
              <a:ext cx="77175" cy="73125"/>
            </a:xfrm>
            <a:custGeom>
              <a:avLst/>
              <a:gdLst/>
              <a:ahLst/>
              <a:cxnLst/>
              <a:rect l="l" t="t" r="r" b="b"/>
              <a:pathLst>
                <a:path w="3087" h="2925" extrusionOk="0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4"/>
            <p:cNvSpPr/>
            <p:nvPr/>
          </p:nvSpPr>
          <p:spPr>
            <a:xfrm>
              <a:off x="812325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4"/>
            <p:cNvSpPr/>
            <p:nvPr/>
          </p:nvSpPr>
          <p:spPr>
            <a:xfrm>
              <a:off x="633950" y="13739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34"/>
            <p:cNvSpPr/>
            <p:nvPr/>
          </p:nvSpPr>
          <p:spPr>
            <a:xfrm>
              <a:off x="638950" y="1634200"/>
              <a:ext cx="81550" cy="88450"/>
            </a:xfrm>
            <a:custGeom>
              <a:avLst/>
              <a:gdLst/>
              <a:ahLst/>
              <a:cxnLst/>
              <a:rect l="l" t="t" r="r" b="b"/>
              <a:pathLst>
                <a:path w="3262" h="3538" extrusionOk="0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34"/>
            <p:cNvSpPr/>
            <p:nvPr/>
          </p:nvSpPr>
          <p:spPr>
            <a:xfrm>
              <a:off x="66520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34"/>
            <p:cNvSpPr/>
            <p:nvPr/>
          </p:nvSpPr>
          <p:spPr>
            <a:xfrm>
              <a:off x="68517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34"/>
            <p:cNvSpPr/>
            <p:nvPr/>
          </p:nvSpPr>
          <p:spPr>
            <a:xfrm>
              <a:off x="6683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34"/>
            <p:cNvSpPr/>
            <p:nvPr/>
          </p:nvSpPr>
          <p:spPr>
            <a:xfrm>
              <a:off x="769525" y="1413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34"/>
            <p:cNvSpPr/>
            <p:nvPr/>
          </p:nvSpPr>
          <p:spPr>
            <a:xfrm>
              <a:off x="786400" y="1462675"/>
              <a:ext cx="10025" cy="5975"/>
            </a:xfrm>
            <a:custGeom>
              <a:avLst/>
              <a:gdLst/>
              <a:ahLst/>
              <a:cxnLst/>
              <a:rect l="l" t="t" r="r" b="b"/>
              <a:pathLst>
                <a:path w="401" h="239" extrusionOk="0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34"/>
            <p:cNvSpPr/>
            <p:nvPr/>
          </p:nvSpPr>
          <p:spPr>
            <a:xfrm>
              <a:off x="756725" y="1594850"/>
              <a:ext cx="7200" cy="10000"/>
            </a:xfrm>
            <a:custGeom>
              <a:avLst/>
              <a:gdLst/>
              <a:ahLst/>
              <a:cxnLst/>
              <a:rect l="l" t="t" r="r" b="b"/>
              <a:pathLst>
                <a:path w="288" h="400" extrusionOk="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34"/>
            <p:cNvSpPr/>
            <p:nvPr/>
          </p:nvSpPr>
          <p:spPr>
            <a:xfrm>
              <a:off x="62707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34"/>
            <p:cNvSpPr/>
            <p:nvPr/>
          </p:nvSpPr>
          <p:spPr>
            <a:xfrm>
              <a:off x="627075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4"/>
            <p:cNvSpPr/>
            <p:nvPr/>
          </p:nvSpPr>
          <p:spPr>
            <a:xfrm>
              <a:off x="684550" y="1388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4"/>
            <p:cNvSpPr/>
            <p:nvPr/>
          </p:nvSpPr>
          <p:spPr>
            <a:xfrm>
              <a:off x="690175" y="1388950"/>
              <a:ext cx="23775" cy="70625"/>
            </a:xfrm>
            <a:custGeom>
              <a:avLst/>
              <a:gdLst/>
              <a:ahLst/>
              <a:cxnLst/>
              <a:rect l="l" t="t" r="r" b="b"/>
              <a:pathLst>
                <a:path w="951" h="2825" extrusionOk="0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4"/>
            <p:cNvSpPr/>
            <p:nvPr/>
          </p:nvSpPr>
          <p:spPr>
            <a:xfrm>
              <a:off x="6420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4"/>
            <p:cNvSpPr/>
            <p:nvPr/>
          </p:nvSpPr>
          <p:spPr>
            <a:xfrm>
              <a:off x="642375" y="1531100"/>
              <a:ext cx="55950" cy="20950"/>
            </a:xfrm>
            <a:custGeom>
              <a:avLst/>
              <a:gdLst/>
              <a:ahLst/>
              <a:cxnLst/>
              <a:rect l="l" t="t" r="r" b="b"/>
              <a:pathLst>
                <a:path w="2238" h="838" extrusionOk="0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4"/>
            <p:cNvSpPr/>
            <p:nvPr/>
          </p:nvSpPr>
          <p:spPr>
            <a:xfrm>
              <a:off x="703625" y="1808525"/>
              <a:ext cx="26875" cy="82825"/>
            </a:xfrm>
            <a:custGeom>
              <a:avLst/>
              <a:gdLst/>
              <a:ahLst/>
              <a:cxnLst/>
              <a:rect l="l" t="t" r="r" b="b"/>
              <a:pathLst>
                <a:path w="1075" h="3313" extrusionOk="0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4"/>
            <p:cNvSpPr/>
            <p:nvPr/>
          </p:nvSpPr>
          <p:spPr>
            <a:xfrm>
              <a:off x="708300" y="1808525"/>
              <a:ext cx="30950" cy="100950"/>
            </a:xfrm>
            <a:custGeom>
              <a:avLst/>
              <a:gdLst/>
              <a:ahLst/>
              <a:cxnLst/>
              <a:rect l="l" t="t" r="r" b="b"/>
              <a:pathLst>
                <a:path w="1238" h="4038" extrusionOk="0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4"/>
            <p:cNvSpPr/>
            <p:nvPr/>
          </p:nvSpPr>
          <p:spPr>
            <a:xfrm>
              <a:off x="88700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4"/>
            <p:cNvSpPr/>
            <p:nvPr/>
          </p:nvSpPr>
          <p:spPr>
            <a:xfrm>
              <a:off x="893575" y="1496125"/>
              <a:ext cx="58750" cy="15000"/>
            </a:xfrm>
            <a:custGeom>
              <a:avLst/>
              <a:gdLst/>
              <a:ahLst/>
              <a:cxnLst/>
              <a:rect l="l" t="t" r="r" b="b"/>
              <a:pathLst>
                <a:path w="2350" h="600" extrusionOk="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4"/>
            <p:cNvSpPr/>
            <p:nvPr/>
          </p:nvSpPr>
          <p:spPr>
            <a:xfrm>
              <a:off x="927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4"/>
            <p:cNvSpPr/>
            <p:nvPr/>
          </p:nvSpPr>
          <p:spPr>
            <a:xfrm>
              <a:off x="88670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4"/>
            <p:cNvSpPr/>
            <p:nvPr/>
          </p:nvSpPr>
          <p:spPr>
            <a:xfrm>
              <a:off x="897000" y="1522975"/>
              <a:ext cx="17200" cy="34700"/>
            </a:xfrm>
            <a:custGeom>
              <a:avLst/>
              <a:gdLst/>
              <a:ahLst/>
              <a:cxnLst/>
              <a:rect l="l" t="t" r="r" b="b"/>
              <a:pathLst>
                <a:path w="688" h="1388" extrusionOk="0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4"/>
            <p:cNvSpPr/>
            <p:nvPr/>
          </p:nvSpPr>
          <p:spPr>
            <a:xfrm>
              <a:off x="907925" y="1521425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4"/>
            <p:cNvSpPr/>
            <p:nvPr/>
          </p:nvSpPr>
          <p:spPr>
            <a:xfrm>
              <a:off x="915425" y="1512975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4"/>
            <p:cNvSpPr/>
            <p:nvPr/>
          </p:nvSpPr>
          <p:spPr>
            <a:xfrm>
              <a:off x="917300" y="1513300"/>
              <a:ext cx="17225" cy="6900"/>
            </a:xfrm>
            <a:custGeom>
              <a:avLst/>
              <a:gdLst/>
              <a:ahLst/>
              <a:cxnLst/>
              <a:rect l="l" t="t" r="r" b="b"/>
              <a:pathLst>
                <a:path w="689" h="276" extrusionOk="0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4"/>
            <p:cNvSpPr/>
            <p:nvPr/>
          </p:nvSpPr>
          <p:spPr>
            <a:xfrm>
              <a:off x="92605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4"/>
            <p:cNvSpPr/>
            <p:nvPr/>
          </p:nvSpPr>
          <p:spPr>
            <a:xfrm>
              <a:off x="620967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4"/>
            <p:cNvSpPr/>
            <p:nvPr/>
          </p:nvSpPr>
          <p:spPr>
            <a:xfrm>
              <a:off x="6575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4"/>
            <p:cNvSpPr/>
            <p:nvPr/>
          </p:nvSpPr>
          <p:spPr>
            <a:xfrm>
              <a:off x="6628300" y="1348025"/>
              <a:ext cx="73450" cy="77200"/>
            </a:xfrm>
            <a:custGeom>
              <a:avLst/>
              <a:gdLst/>
              <a:ahLst/>
              <a:cxnLst/>
              <a:rect l="l" t="t" r="r" b="b"/>
              <a:pathLst>
                <a:path w="2938" h="3088" extrusionOk="0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4"/>
            <p:cNvSpPr/>
            <p:nvPr/>
          </p:nvSpPr>
          <p:spPr>
            <a:xfrm>
              <a:off x="66555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4"/>
            <p:cNvSpPr/>
            <p:nvPr/>
          </p:nvSpPr>
          <p:spPr>
            <a:xfrm>
              <a:off x="6641425" y="1240875"/>
              <a:ext cx="206550" cy="104050"/>
            </a:xfrm>
            <a:custGeom>
              <a:avLst/>
              <a:gdLst/>
              <a:ahLst/>
              <a:cxnLst/>
              <a:rect l="l" t="t" r="r" b="b"/>
              <a:pathLst>
                <a:path w="8262" h="4162" extrusionOk="0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4"/>
            <p:cNvSpPr/>
            <p:nvPr/>
          </p:nvSpPr>
          <p:spPr>
            <a:xfrm>
              <a:off x="6499275" y="1245875"/>
              <a:ext cx="88450" cy="80000"/>
            </a:xfrm>
            <a:custGeom>
              <a:avLst/>
              <a:gdLst/>
              <a:ahLst/>
              <a:cxnLst/>
              <a:rect l="l" t="t" r="r" b="b"/>
              <a:pathLst>
                <a:path w="3538" h="3200" extrusionOk="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4"/>
            <p:cNvSpPr/>
            <p:nvPr/>
          </p:nvSpPr>
          <p:spPr>
            <a:xfrm>
              <a:off x="6443675" y="1272100"/>
              <a:ext cx="33125" cy="43775"/>
            </a:xfrm>
            <a:custGeom>
              <a:avLst/>
              <a:gdLst/>
              <a:ahLst/>
              <a:cxnLst/>
              <a:rect l="l" t="t" r="r" b="b"/>
              <a:pathLst>
                <a:path w="1325" h="1751" extrusionOk="0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4"/>
            <p:cNvSpPr/>
            <p:nvPr/>
          </p:nvSpPr>
          <p:spPr>
            <a:xfrm>
              <a:off x="6835450" y="1292100"/>
              <a:ext cx="31875" cy="31900"/>
            </a:xfrm>
            <a:custGeom>
              <a:avLst/>
              <a:gdLst/>
              <a:ahLst/>
              <a:cxnLst/>
              <a:rect l="l" t="t" r="r" b="b"/>
              <a:pathLst>
                <a:path w="1275" h="1276" extrusionOk="0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4"/>
            <p:cNvSpPr/>
            <p:nvPr/>
          </p:nvSpPr>
          <p:spPr>
            <a:xfrm>
              <a:off x="6713600" y="1274925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4"/>
            <p:cNvSpPr/>
            <p:nvPr/>
          </p:nvSpPr>
          <p:spPr>
            <a:xfrm>
              <a:off x="6777025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4"/>
            <p:cNvSpPr/>
            <p:nvPr/>
          </p:nvSpPr>
          <p:spPr>
            <a:xfrm>
              <a:off x="6753275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4"/>
            <p:cNvSpPr/>
            <p:nvPr/>
          </p:nvSpPr>
          <p:spPr>
            <a:xfrm>
              <a:off x="6617075" y="1363650"/>
              <a:ext cx="10000" cy="6900"/>
            </a:xfrm>
            <a:custGeom>
              <a:avLst/>
              <a:gdLst/>
              <a:ahLst/>
              <a:cxnLst/>
              <a:rect l="l" t="t" r="r" b="b"/>
              <a:pathLst>
                <a:path w="400" h="276" extrusionOk="0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4"/>
            <p:cNvSpPr/>
            <p:nvPr/>
          </p:nvSpPr>
          <p:spPr>
            <a:xfrm>
              <a:off x="6611450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4"/>
            <p:cNvSpPr/>
            <p:nvPr/>
          </p:nvSpPr>
          <p:spPr>
            <a:xfrm>
              <a:off x="6756400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4"/>
            <p:cNvSpPr/>
            <p:nvPr/>
          </p:nvSpPr>
          <p:spPr>
            <a:xfrm>
              <a:off x="6761100" y="1291175"/>
              <a:ext cx="72800" cy="22525"/>
            </a:xfrm>
            <a:custGeom>
              <a:avLst/>
              <a:gdLst/>
              <a:ahLst/>
              <a:cxnLst/>
              <a:rect l="l" t="t" r="r" b="b"/>
              <a:pathLst>
                <a:path w="2912" h="901" extrusionOk="0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4"/>
            <p:cNvSpPr/>
            <p:nvPr/>
          </p:nvSpPr>
          <p:spPr>
            <a:xfrm>
              <a:off x="6762650" y="1296800"/>
              <a:ext cx="70325" cy="23450"/>
            </a:xfrm>
            <a:custGeom>
              <a:avLst/>
              <a:gdLst/>
              <a:ahLst/>
              <a:cxnLst/>
              <a:rect l="l" t="t" r="r" b="b"/>
              <a:pathLst>
                <a:path w="2813" h="938" extrusionOk="0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4"/>
            <p:cNvSpPr/>
            <p:nvPr/>
          </p:nvSpPr>
          <p:spPr>
            <a:xfrm>
              <a:off x="6662675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4"/>
            <p:cNvSpPr/>
            <p:nvPr/>
          </p:nvSpPr>
          <p:spPr>
            <a:xfrm>
              <a:off x="6669850" y="1250875"/>
              <a:ext cx="15975" cy="54375"/>
            </a:xfrm>
            <a:custGeom>
              <a:avLst/>
              <a:gdLst/>
              <a:ahLst/>
              <a:cxnLst/>
              <a:rect l="l" t="t" r="r" b="b"/>
              <a:pathLst>
                <a:path w="639" h="2175" extrusionOk="0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4"/>
            <p:cNvSpPr/>
            <p:nvPr/>
          </p:nvSpPr>
          <p:spPr>
            <a:xfrm>
              <a:off x="6330275" y="1310225"/>
              <a:ext cx="82800" cy="26900"/>
            </a:xfrm>
            <a:custGeom>
              <a:avLst/>
              <a:gdLst/>
              <a:ahLst/>
              <a:cxnLst/>
              <a:rect l="l" t="t" r="r" b="b"/>
              <a:pathLst>
                <a:path w="3312" h="1076" extrusionOk="0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4"/>
            <p:cNvSpPr/>
            <p:nvPr/>
          </p:nvSpPr>
          <p:spPr>
            <a:xfrm>
              <a:off x="6312450" y="1314900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4"/>
            <p:cNvSpPr/>
            <p:nvPr/>
          </p:nvSpPr>
          <p:spPr>
            <a:xfrm>
              <a:off x="68148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4"/>
            <p:cNvSpPr/>
            <p:nvPr/>
          </p:nvSpPr>
          <p:spPr>
            <a:xfrm>
              <a:off x="6715800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4"/>
            <p:cNvSpPr/>
            <p:nvPr/>
          </p:nvSpPr>
          <p:spPr>
            <a:xfrm>
              <a:off x="6781700" y="1520175"/>
              <a:ext cx="77200" cy="73125"/>
            </a:xfrm>
            <a:custGeom>
              <a:avLst/>
              <a:gdLst/>
              <a:ahLst/>
              <a:cxnLst/>
              <a:rect l="l" t="t" r="r" b="b"/>
              <a:pathLst>
                <a:path w="3088" h="2925" extrusionOk="0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4"/>
            <p:cNvSpPr/>
            <p:nvPr/>
          </p:nvSpPr>
          <p:spPr>
            <a:xfrm>
              <a:off x="6787950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4"/>
            <p:cNvSpPr/>
            <p:nvPr/>
          </p:nvSpPr>
          <p:spPr>
            <a:xfrm>
              <a:off x="6862300" y="1373950"/>
              <a:ext cx="104075" cy="206550"/>
            </a:xfrm>
            <a:custGeom>
              <a:avLst/>
              <a:gdLst/>
              <a:ahLst/>
              <a:cxnLst/>
              <a:rect l="l" t="t" r="r" b="b"/>
              <a:pathLst>
                <a:path w="4163" h="8262" extrusionOk="0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4"/>
            <p:cNvSpPr/>
            <p:nvPr/>
          </p:nvSpPr>
          <p:spPr>
            <a:xfrm>
              <a:off x="6879800" y="1634200"/>
              <a:ext cx="81575" cy="88450"/>
            </a:xfrm>
            <a:custGeom>
              <a:avLst/>
              <a:gdLst/>
              <a:ahLst/>
              <a:cxnLst/>
              <a:rect l="l" t="t" r="r" b="b"/>
              <a:pathLst>
                <a:path w="3263" h="3538" extrusionOk="0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4"/>
            <p:cNvSpPr/>
            <p:nvPr/>
          </p:nvSpPr>
          <p:spPr>
            <a:xfrm>
              <a:off x="689105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4"/>
            <p:cNvSpPr/>
            <p:nvPr/>
          </p:nvSpPr>
          <p:spPr>
            <a:xfrm>
              <a:off x="688292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4"/>
            <p:cNvSpPr/>
            <p:nvPr/>
          </p:nvSpPr>
          <p:spPr>
            <a:xfrm>
              <a:off x="68192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4"/>
            <p:cNvSpPr/>
            <p:nvPr/>
          </p:nvSpPr>
          <p:spPr>
            <a:xfrm>
              <a:off x="6798275" y="1413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4"/>
            <p:cNvSpPr/>
            <p:nvPr/>
          </p:nvSpPr>
          <p:spPr>
            <a:xfrm>
              <a:off x="6803900" y="1462675"/>
              <a:ext cx="10000" cy="5975"/>
            </a:xfrm>
            <a:custGeom>
              <a:avLst/>
              <a:gdLst/>
              <a:ahLst/>
              <a:cxnLst/>
              <a:rect l="l" t="t" r="r" b="b"/>
              <a:pathLst>
                <a:path w="400" h="239" extrusionOk="0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4"/>
            <p:cNvSpPr/>
            <p:nvPr/>
          </p:nvSpPr>
          <p:spPr>
            <a:xfrm>
              <a:off x="6836375" y="1594850"/>
              <a:ext cx="7225" cy="10000"/>
            </a:xfrm>
            <a:custGeom>
              <a:avLst/>
              <a:gdLst/>
              <a:ahLst/>
              <a:cxnLst/>
              <a:rect l="l" t="t" r="r" b="b"/>
              <a:pathLst>
                <a:path w="289" h="400" extrusionOk="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4"/>
            <p:cNvSpPr/>
            <p:nvPr/>
          </p:nvSpPr>
          <p:spPr>
            <a:xfrm>
              <a:off x="694542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4"/>
            <p:cNvSpPr/>
            <p:nvPr/>
          </p:nvSpPr>
          <p:spPr>
            <a:xfrm>
              <a:off x="6942300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4"/>
            <p:cNvSpPr/>
            <p:nvPr/>
          </p:nvSpPr>
          <p:spPr>
            <a:xfrm>
              <a:off x="6893250" y="1388025"/>
              <a:ext cx="22500" cy="72800"/>
            </a:xfrm>
            <a:custGeom>
              <a:avLst/>
              <a:gdLst/>
              <a:ahLst/>
              <a:cxnLst/>
              <a:rect l="l" t="t" r="r" b="b"/>
              <a:pathLst>
                <a:path w="900" h="2912" extrusionOk="0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4"/>
            <p:cNvSpPr/>
            <p:nvPr/>
          </p:nvSpPr>
          <p:spPr>
            <a:xfrm>
              <a:off x="6886375" y="1388950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4"/>
            <p:cNvSpPr/>
            <p:nvPr/>
          </p:nvSpPr>
          <p:spPr>
            <a:xfrm>
              <a:off x="69013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4"/>
            <p:cNvSpPr/>
            <p:nvPr/>
          </p:nvSpPr>
          <p:spPr>
            <a:xfrm>
              <a:off x="6901675" y="1530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4"/>
            <p:cNvSpPr/>
            <p:nvPr/>
          </p:nvSpPr>
          <p:spPr>
            <a:xfrm>
              <a:off x="6869800" y="1808525"/>
              <a:ext cx="26900" cy="82825"/>
            </a:xfrm>
            <a:custGeom>
              <a:avLst/>
              <a:gdLst/>
              <a:ahLst/>
              <a:cxnLst/>
              <a:rect l="l" t="t" r="r" b="b"/>
              <a:pathLst>
                <a:path w="1076" h="3313" extrusionOk="0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4"/>
            <p:cNvSpPr/>
            <p:nvPr/>
          </p:nvSpPr>
          <p:spPr>
            <a:xfrm>
              <a:off x="6861050" y="1808525"/>
              <a:ext cx="30975" cy="100950"/>
            </a:xfrm>
            <a:custGeom>
              <a:avLst/>
              <a:gdLst/>
              <a:ahLst/>
              <a:cxnLst/>
              <a:rect l="l" t="t" r="r" b="b"/>
              <a:pathLst>
                <a:path w="1239" h="4038" extrusionOk="0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4"/>
            <p:cNvSpPr/>
            <p:nvPr/>
          </p:nvSpPr>
          <p:spPr>
            <a:xfrm>
              <a:off x="670485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4"/>
            <p:cNvSpPr/>
            <p:nvPr/>
          </p:nvSpPr>
          <p:spPr>
            <a:xfrm>
              <a:off x="6648000" y="1496125"/>
              <a:ext cx="59075" cy="15000"/>
            </a:xfrm>
            <a:custGeom>
              <a:avLst/>
              <a:gdLst/>
              <a:ahLst/>
              <a:cxnLst/>
              <a:rect l="l" t="t" r="r" b="b"/>
              <a:pathLst>
                <a:path w="2363" h="600" extrusionOk="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4"/>
            <p:cNvSpPr/>
            <p:nvPr/>
          </p:nvSpPr>
          <p:spPr>
            <a:xfrm>
              <a:off x="6648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4"/>
            <p:cNvSpPr/>
            <p:nvPr/>
          </p:nvSpPr>
          <p:spPr>
            <a:xfrm>
              <a:off x="668705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4"/>
            <p:cNvSpPr/>
            <p:nvPr/>
          </p:nvSpPr>
          <p:spPr>
            <a:xfrm>
              <a:off x="6686100" y="1522975"/>
              <a:ext cx="17225" cy="34700"/>
            </a:xfrm>
            <a:custGeom>
              <a:avLst/>
              <a:gdLst/>
              <a:ahLst/>
              <a:cxnLst/>
              <a:rect l="l" t="t" r="r" b="b"/>
              <a:pathLst>
                <a:path w="689" h="1388" extrusionOk="0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4"/>
            <p:cNvSpPr/>
            <p:nvPr/>
          </p:nvSpPr>
          <p:spPr>
            <a:xfrm>
              <a:off x="6669850" y="1521425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4"/>
            <p:cNvSpPr/>
            <p:nvPr/>
          </p:nvSpPr>
          <p:spPr>
            <a:xfrm>
              <a:off x="6668925" y="1512975"/>
              <a:ext cx="15650" cy="19100"/>
            </a:xfrm>
            <a:custGeom>
              <a:avLst/>
              <a:gdLst/>
              <a:ahLst/>
              <a:cxnLst/>
              <a:rect l="l" t="t" r="r" b="b"/>
              <a:pathLst>
                <a:path w="626" h="764" extrusionOk="0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4"/>
            <p:cNvSpPr/>
            <p:nvPr/>
          </p:nvSpPr>
          <p:spPr>
            <a:xfrm>
              <a:off x="6665800" y="151330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4"/>
            <p:cNvSpPr/>
            <p:nvPr/>
          </p:nvSpPr>
          <p:spPr>
            <a:xfrm>
              <a:off x="664580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4"/>
            <p:cNvSpPr/>
            <p:nvPr/>
          </p:nvSpPr>
          <p:spPr>
            <a:xfrm>
              <a:off x="6217175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4"/>
            <p:cNvSpPr/>
            <p:nvPr/>
          </p:nvSpPr>
          <p:spPr>
            <a:xfrm>
              <a:off x="6582375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4"/>
            <p:cNvSpPr/>
            <p:nvPr/>
          </p:nvSpPr>
          <p:spPr>
            <a:xfrm>
              <a:off x="6636125" y="4276625"/>
              <a:ext cx="72825" cy="77200"/>
            </a:xfrm>
            <a:custGeom>
              <a:avLst/>
              <a:gdLst/>
              <a:ahLst/>
              <a:cxnLst/>
              <a:rect l="l" t="t" r="r" b="b"/>
              <a:pathLst>
                <a:path w="2913" h="3088" extrusionOk="0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4"/>
            <p:cNvSpPr/>
            <p:nvPr/>
          </p:nvSpPr>
          <p:spPr>
            <a:xfrm>
              <a:off x="6662675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4"/>
            <p:cNvSpPr/>
            <p:nvPr/>
          </p:nvSpPr>
          <p:spPr>
            <a:xfrm>
              <a:off x="6648925" y="4357225"/>
              <a:ext cx="206550" cy="103750"/>
            </a:xfrm>
            <a:custGeom>
              <a:avLst/>
              <a:gdLst/>
              <a:ahLst/>
              <a:cxnLst/>
              <a:rect l="l" t="t" r="r" b="b"/>
              <a:pathLst>
                <a:path w="8262" h="4150" extrusionOk="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4"/>
            <p:cNvSpPr/>
            <p:nvPr/>
          </p:nvSpPr>
          <p:spPr>
            <a:xfrm>
              <a:off x="6506475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4"/>
            <p:cNvSpPr/>
            <p:nvPr/>
          </p:nvSpPr>
          <p:spPr>
            <a:xfrm>
              <a:off x="6450850" y="4386300"/>
              <a:ext cx="33150" cy="43450"/>
            </a:xfrm>
            <a:custGeom>
              <a:avLst/>
              <a:gdLst/>
              <a:ahLst/>
              <a:cxnLst/>
              <a:rect l="l" t="t" r="r" b="b"/>
              <a:pathLst>
                <a:path w="1326" h="1738" extrusionOk="0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4"/>
            <p:cNvSpPr/>
            <p:nvPr/>
          </p:nvSpPr>
          <p:spPr>
            <a:xfrm>
              <a:off x="684262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4"/>
            <p:cNvSpPr/>
            <p:nvPr/>
          </p:nvSpPr>
          <p:spPr>
            <a:xfrm>
              <a:off x="67207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4"/>
            <p:cNvSpPr/>
            <p:nvPr/>
          </p:nvSpPr>
          <p:spPr>
            <a:xfrm>
              <a:off x="6784200" y="4293200"/>
              <a:ext cx="30650" cy="32500"/>
            </a:xfrm>
            <a:custGeom>
              <a:avLst/>
              <a:gdLst/>
              <a:ahLst/>
              <a:cxnLst/>
              <a:rect l="l" t="t" r="r" b="b"/>
              <a:pathLst>
                <a:path w="1226" h="1300" extrusionOk="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4"/>
            <p:cNvSpPr/>
            <p:nvPr/>
          </p:nvSpPr>
          <p:spPr>
            <a:xfrm>
              <a:off x="67607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4"/>
            <p:cNvSpPr/>
            <p:nvPr/>
          </p:nvSpPr>
          <p:spPr>
            <a:xfrm>
              <a:off x="6624250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4"/>
            <p:cNvSpPr/>
            <p:nvPr/>
          </p:nvSpPr>
          <p:spPr>
            <a:xfrm>
              <a:off x="66186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4"/>
            <p:cNvSpPr/>
            <p:nvPr/>
          </p:nvSpPr>
          <p:spPr>
            <a:xfrm>
              <a:off x="6763900" y="4437225"/>
              <a:ext cx="32825" cy="31250"/>
            </a:xfrm>
            <a:custGeom>
              <a:avLst/>
              <a:gdLst/>
              <a:ahLst/>
              <a:cxnLst/>
              <a:rect l="l" t="t" r="r" b="b"/>
              <a:pathLst>
                <a:path w="1313" h="1250" extrusionOk="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4"/>
            <p:cNvSpPr/>
            <p:nvPr/>
          </p:nvSpPr>
          <p:spPr>
            <a:xfrm>
              <a:off x="6768275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4"/>
            <p:cNvSpPr/>
            <p:nvPr/>
          </p:nvSpPr>
          <p:spPr>
            <a:xfrm>
              <a:off x="6769525" y="43816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4"/>
            <p:cNvSpPr/>
            <p:nvPr/>
          </p:nvSpPr>
          <p:spPr>
            <a:xfrm>
              <a:off x="666985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4"/>
            <p:cNvSpPr/>
            <p:nvPr/>
          </p:nvSpPr>
          <p:spPr>
            <a:xfrm>
              <a:off x="6677050" y="4396600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4"/>
            <p:cNvSpPr/>
            <p:nvPr/>
          </p:nvSpPr>
          <p:spPr>
            <a:xfrm>
              <a:off x="6337750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4"/>
            <p:cNvSpPr/>
            <p:nvPr/>
          </p:nvSpPr>
          <p:spPr>
            <a:xfrm>
              <a:off x="6319650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4"/>
            <p:cNvSpPr/>
            <p:nvPr/>
          </p:nvSpPr>
          <p:spPr>
            <a:xfrm>
              <a:off x="68223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4"/>
            <p:cNvSpPr/>
            <p:nvPr/>
          </p:nvSpPr>
          <p:spPr>
            <a:xfrm>
              <a:off x="6723275" y="4055125"/>
              <a:ext cx="121250" cy="180925"/>
            </a:xfrm>
            <a:custGeom>
              <a:avLst/>
              <a:gdLst/>
              <a:ahLst/>
              <a:cxnLst/>
              <a:rect l="l" t="t" r="r" b="b"/>
              <a:pathLst>
                <a:path w="4850" h="7237" extrusionOk="0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4"/>
            <p:cNvSpPr/>
            <p:nvPr/>
          </p:nvSpPr>
          <p:spPr>
            <a:xfrm>
              <a:off x="67892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4"/>
            <p:cNvSpPr/>
            <p:nvPr/>
          </p:nvSpPr>
          <p:spPr>
            <a:xfrm>
              <a:off x="6795150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4"/>
            <p:cNvSpPr/>
            <p:nvPr/>
          </p:nvSpPr>
          <p:spPr>
            <a:xfrm>
              <a:off x="6869500" y="41213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4"/>
            <p:cNvSpPr/>
            <p:nvPr/>
          </p:nvSpPr>
          <p:spPr>
            <a:xfrm>
              <a:off x="6887000" y="3978900"/>
              <a:ext cx="81875" cy="88750"/>
            </a:xfrm>
            <a:custGeom>
              <a:avLst/>
              <a:gdLst/>
              <a:ahLst/>
              <a:cxnLst/>
              <a:rect l="l" t="t" r="r" b="b"/>
              <a:pathLst>
                <a:path w="3275" h="3550" extrusionOk="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4"/>
            <p:cNvSpPr/>
            <p:nvPr/>
          </p:nvSpPr>
          <p:spPr>
            <a:xfrm>
              <a:off x="6898550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4"/>
            <p:cNvSpPr/>
            <p:nvPr/>
          </p:nvSpPr>
          <p:spPr>
            <a:xfrm>
              <a:off x="6890425" y="4315375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4"/>
            <p:cNvSpPr/>
            <p:nvPr/>
          </p:nvSpPr>
          <p:spPr>
            <a:xfrm>
              <a:off x="6826375" y="4193850"/>
              <a:ext cx="112825" cy="77500"/>
            </a:xfrm>
            <a:custGeom>
              <a:avLst/>
              <a:gdLst/>
              <a:ahLst/>
              <a:cxnLst/>
              <a:rect l="l" t="t" r="r" b="b"/>
              <a:pathLst>
                <a:path w="4513" h="3100" extrusionOk="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4"/>
            <p:cNvSpPr/>
            <p:nvPr/>
          </p:nvSpPr>
          <p:spPr>
            <a:xfrm>
              <a:off x="6805775" y="4256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4"/>
            <p:cNvSpPr/>
            <p:nvPr/>
          </p:nvSpPr>
          <p:spPr>
            <a:xfrm>
              <a:off x="6811400" y="4233200"/>
              <a:ext cx="9700" cy="5975"/>
            </a:xfrm>
            <a:custGeom>
              <a:avLst/>
              <a:gdLst/>
              <a:ahLst/>
              <a:cxnLst/>
              <a:rect l="l" t="t" r="r" b="b"/>
              <a:pathLst>
                <a:path w="388" h="239" extrusionOk="0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4"/>
            <p:cNvSpPr/>
            <p:nvPr/>
          </p:nvSpPr>
          <p:spPr>
            <a:xfrm>
              <a:off x="684387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4"/>
            <p:cNvSpPr/>
            <p:nvPr/>
          </p:nvSpPr>
          <p:spPr>
            <a:xfrm>
              <a:off x="6952925" y="4091375"/>
              <a:ext cx="27500" cy="156850"/>
            </a:xfrm>
            <a:custGeom>
              <a:avLst/>
              <a:gdLst/>
              <a:ahLst/>
              <a:cxnLst/>
              <a:rect l="l" t="t" r="r" b="b"/>
              <a:pathLst>
                <a:path w="1100" h="6274" extrusionOk="0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4"/>
            <p:cNvSpPr/>
            <p:nvPr/>
          </p:nvSpPr>
          <p:spPr>
            <a:xfrm>
              <a:off x="6949475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4"/>
            <p:cNvSpPr/>
            <p:nvPr/>
          </p:nvSpPr>
          <p:spPr>
            <a:xfrm>
              <a:off x="6900425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4"/>
            <p:cNvSpPr/>
            <p:nvPr/>
          </p:nvSpPr>
          <p:spPr>
            <a:xfrm>
              <a:off x="68938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4"/>
            <p:cNvSpPr/>
            <p:nvPr/>
          </p:nvSpPr>
          <p:spPr>
            <a:xfrm>
              <a:off x="6908850" y="4142600"/>
              <a:ext cx="56575" cy="17850"/>
            </a:xfrm>
            <a:custGeom>
              <a:avLst/>
              <a:gdLst/>
              <a:ahLst/>
              <a:cxnLst/>
              <a:rect l="l" t="t" r="r" b="b"/>
              <a:pathLst>
                <a:path w="2263" h="714" extrusionOk="0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4"/>
            <p:cNvSpPr/>
            <p:nvPr/>
          </p:nvSpPr>
          <p:spPr>
            <a:xfrm>
              <a:off x="69091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4"/>
            <p:cNvSpPr/>
            <p:nvPr/>
          </p:nvSpPr>
          <p:spPr>
            <a:xfrm>
              <a:off x="6877300" y="3810500"/>
              <a:ext cx="26600" cy="82825"/>
            </a:xfrm>
            <a:custGeom>
              <a:avLst/>
              <a:gdLst/>
              <a:ahLst/>
              <a:cxnLst/>
              <a:rect l="l" t="t" r="r" b="b"/>
              <a:pathLst>
                <a:path w="1064" h="3313" extrusionOk="0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4"/>
            <p:cNvSpPr/>
            <p:nvPr/>
          </p:nvSpPr>
          <p:spPr>
            <a:xfrm>
              <a:off x="6868550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4"/>
            <p:cNvSpPr/>
            <p:nvPr/>
          </p:nvSpPr>
          <p:spPr>
            <a:xfrm>
              <a:off x="6712050" y="4197600"/>
              <a:ext cx="8450" cy="8150"/>
            </a:xfrm>
            <a:custGeom>
              <a:avLst/>
              <a:gdLst/>
              <a:ahLst/>
              <a:cxnLst/>
              <a:rect l="l" t="t" r="r" b="b"/>
              <a:pathLst>
                <a:path w="338" h="326" extrusionOk="0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4"/>
            <p:cNvSpPr/>
            <p:nvPr/>
          </p:nvSpPr>
          <p:spPr>
            <a:xfrm>
              <a:off x="6655500" y="4190725"/>
              <a:ext cx="58750" cy="15025"/>
            </a:xfrm>
            <a:custGeom>
              <a:avLst/>
              <a:gdLst/>
              <a:ahLst/>
              <a:cxnLst/>
              <a:rect l="l" t="t" r="r" b="b"/>
              <a:pathLst>
                <a:path w="2350" h="601" extrusionOk="0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4"/>
            <p:cNvSpPr/>
            <p:nvPr/>
          </p:nvSpPr>
          <p:spPr>
            <a:xfrm>
              <a:off x="6655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4"/>
            <p:cNvSpPr/>
            <p:nvPr/>
          </p:nvSpPr>
          <p:spPr>
            <a:xfrm>
              <a:off x="6694550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4"/>
            <p:cNvSpPr/>
            <p:nvPr/>
          </p:nvSpPr>
          <p:spPr>
            <a:xfrm>
              <a:off x="66936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4"/>
            <p:cNvSpPr/>
            <p:nvPr/>
          </p:nvSpPr>
          <p:spPr>
            <a:xfrm>
              <a:off x="6676725" y="4169150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4"/>
            <p:cNvSpPr/>
            <p:nvPr/>
          </p:nvSpPr>
          <p:spPr>
            <a:xfrm>
              <a:off x="6675800" y="4169150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4"/>
            <p:cNvSpPr/>
            <p:nvPr/>
          </p:nvSpPr>
          <p:spPr>
            <a:xfrm>
              <a:off x="6672975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4"/>
            <p:cNvSpPr/>
            <p:nvPr/>
          </p:nvSpPr>
          <p:spPr>
            <a:xfrm>
              <a:off x="665300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4"/>
            <p:cNvSpPr/>
            <p:nvPr/>
          </p:nvSpPr>
          <p:spPr>
            <a:xfrm>
              <a:off x="846700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4"/>
            <p:cNvSpPr/>
            <p:nvPr/>
          </p:nvSpPr>
          <p:spPr>
            <a:xfrm>
              <a:off x="851700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34"/>
            <p:cNvSpPr/>
            <p:nvPr/>
          </p:nvSpPr>
          <p:spPr>
            <a:xfrm>
              <a:off x="905750" y="42766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34"/>
            <p:cNvSpPr/>
            <p:nvPr/>
          </p:nvSpPr>
          <p:spPr>
            <a:xfrm>
              <a:off x="952300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34"/>
            <p:cNvSpPr/>
            <p:nvPr/>
          </p:nvSpPr>
          <p:spPr>
            <a:xfrm>
              <a:off x="759550" y="4357225"/>
              <a:ext cx="206825" cy="103750"/>
            </a:xfrm>
            <a:custGeom>
              <a:avLst/>
              <a:gdLst/>
              <a:ahLst/>
              <a:cxnLst/>
              <a:rect l="l" t="t" r="r" b="b"/>
              <a:pathLst>
                <a:path w="8273" h="4150" extrusionOk="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34"/>
            <p:cNvSpPr/>
            <p:nvPr/>
          </p:nvSpPr>
          <p:spPr>
            <a:xfrm>
              <a:off x="1020100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4"/>
            <p:cNvSpPr/>
            <p:nvPr/>
          </p:nvSpPr>
          <p:spPr>
            <a:xfrm>
              <a:off x="1130700" y="4386300"/>
              <a:ext cx="33450" cy="43450"/>
            </a:xfrm>
            <a:custGeom>
              <a:avLst/>
              <a:gdLst/>
              <a:ahLst/>
              <a:cxnLst/>
              <a:rect l="l" t="t" r="r" b="b"/>
              <a:pathLst>
                <a:path w="1338" h="1738" extrusionOk="0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34"/>
            <p:cNvSpPr/>
            <p:nvPr/>
          </p:nvSpPr>
          <p:spPr>
            <a:xfrm>
              <a:off x="74047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34"/>
            <p:cNvSpPr/>
            <p:nvPr/>
          </p:nvSpPr>
          <p:spPr>
            <a:xfrm>
              <a:off x="8160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34"/>
            <p:cNvSpPr/>
            <p:nvPr/>
          </p:nvSpPr>
          <p:spPr>
            <a:xfrm>
              <a:off x="799850" y="4293200"/>
              <a:ext cx="30950" cy="32500"/>
            </a:xfrm>
            <a:custGeom>
              <a:avLst/>
              <a:gdLst/>
              <a:ahLst/>
              <a:cxnLst/>
              <a:rect l="l" t="t" r="r" b="b"/>
              <a:pathLst>
                <a:path w="1238" h="1300" extrusionOk="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34"/>
            <p:cNvSpPr/>
            <p:nvPr/>
          </p:nvSpPr>
          <p:spPr>
            <a:xfrm>
              <a:off x="8485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34"/>
            <p:cNvSpPr/>
            <p:nvPr/>
          </p:nvSpPr>
          <p:spPr>
            <a:xfrm>
              <a:off x="980725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34"/>
            <p:cNvSpPr/>
            <p:nvPr/>
          </p:nvSpPr>
          <p:spPr>
            <a:xfrm>
              <a:off x="8395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34"/>
            <p:cNvSpPr/>
            <p:nvPr/>
          </p:nvSpPr>
          <p:spPr>
            <a:xfrm>
              <a:off x="817950" y="4437225"/>
              <a:ext cx="33150" cy="31250"/>
            </a:xfrm>
            <a:custGeom>
              <a:avLst/>
              <a:gdLst/>
              <a:ahLst/>
              <a:cxnLst/>
              <a:rect l="l" t="t" r="r" b="b"/>
              <a:pathLst>
                <a:path w="1326" h="1250" extrusionOk="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4"/>
            <p:cNvSpPr/>
            <p:nvPr/>
          </p:nvSpPr>
          <p:spPr>
            <a:xfrm>
              <a:off x="773900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4"/>
            <p:cNvSpPr/>
            <p:nvPr/>
          </p:nvSpPr>
          <p:spPr>
            <a:xfrm>
              <a:off x="774525" y="4381600"/>
              <a:ext cx="70650" cy="23450"/>
            </a:xfrm>
            <a:custGeom>
              <a:avLst/>
              <a:gdLst/>
              <a:ahLst/>
              <a:cxnLst/>
              <a:rect l="l" t="t" r="r" b="b"/>
              <a:pathLst>
                <a:path w="2826" h="938" extrusionOk="0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4"/>
            <p:cNvSpPr/>
            <p:nvPr/>
          </p:nvSpPr>
          <p:spPr>
            <a:xfrm>
              <a:off x="92730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34"/>
            <p:cNvSpPr/>
            <p:nvPr/>
          </p:nvSpPr>
          <p:spPr>
            <a:xfrm>
              <a:off x="922000" y="4396600"/>
              <a:ext cx="15950" cy="54375"/>
            </a:xfrm>
            <a:custGeom>
              <a:avLst/>
              <a:gdLst/>
              <a:ahLst/>
              <a:cxnLst/>
              <a:rect l="l" t="t" r="r" b="b"/>
              <a:pathLst>
                <a:path w="638" h="2175" extrusionOk="0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34"/>
            <p:cNvSpPr/>
            <p:nvPr/>
          </p:nvSpPr>
          <p:spPr>
            <a:xfrm>
              <a:off x="1194425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34"/>
            <p:cNvSpPr/>
            <p:nvPr/>
          </p:nvSpPr>
          <p:spPr>
            <a:xfrm>
              <a:off x="1194425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34"/>
            <p:cNvSpPr/>
            <p:nvPr/>
          </p:nvSpPr>
          <p:spPr>
            <a:xfrm>
              <a:off x="5930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34"/>
            <p:cNvSpPr/>
            <p:nvPr/>
          </p:nvSpPr>
          <p:spPr>
            <a:xfrm>
              <a:off x="770150" y="4055125"/>
              <a:ext cx="121575" cy="180925"/>
            </a:xfrm>
            <a:custGeom>
              <a:avLst/>
              <a:gdLst/>
              <a:ahLst/>
              <a:cxnLst/>
              <a:rect l="l" t="t" r="r" b="b"/>
              <a:pathLst>
                <a:path w="4863" h="7237" extrusionOk="0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34"/>
            <p:cNvSpPr/>
            <p:nvPr/>
          </p:nvSpPr>
          <p:spPr>
            <a:xfrm>
              <a:off x="7486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34"/>
            <p:cNvSpPr/>
            <p:nvPr/>
          </p:nvSpPr>
          <p:spPr>
            <a:xfrm>
              <a:off x="819525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34"/>
            <p:cNvSpPr/>
            <p:nvPr/>
          </p:nvSpPr>
          <p:spPr>
            <a:xfrm>
              <a:off x="641450" y="4121350"/>
              <a:ext cx="103750" cy="206550"/>
            </a:xfrm>
            <a:custGeom>
              <a:avLst/>
              <a:gdLst/>
              <a:ahLst/>
              <a:cxnLst/>
              <a:rect l="l" t="t" r="r" b="b"/>
              <a:pathLst>
                <a:path w="4150" h="8262" extrusionOk="0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34"/>
            <p:cNvSpPr/>
            <p:nvPr/>
          </p:nvSpPr>
          <p:spPr>
            <a:xfrm>
              <a:off x="646450" y="3978900"/>
              <a:ext cx="81250" cy="88750"/>
            </a:xfrm>
            <a:custGeom>
              <a:avLst/>
              <a:gdLst/>
              <a:ahLst/>
              <a:cxnLst/>
              <a:rect l="l" t="t" r="r" b="b"/>
              <a:pathLst>
                <a:path w="3250" h="3550" extrusionOk="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34"/>
            <p:cNvSpPr/>
            <p:nvPr/>
          </p:nvSpPr>
          <p:spPr>
            <a:xfrm>
              <a:off x="672675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34"/>
            <p:cNvSpPr/>
            <p:nvPr/>
          </p:nvSpPr>
          <p:spPr>
            <a:xfrm>
              <a:off x="692375" y="4315375"/>
              <a:ext cx="32200" cy="31900"/>
            </a:xfrm>
            <a:custGeom>
              <a:avLst/>
              <a:gdLst/>
              <a:ahLst/>
              <a:cxnLst/>
              <a:rect l="l" t="t" r="r" b="b"/>
              <a:pathLst>
                <a:path w="1288" h="1276" extrusionOk="0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34"/>
            <p:cNvSpPr/>
            <p:nvPr/>
          </p:nvSpPr>
          <p:spPr>
            <a:xfrm>
              <a:off x="675500" y="419385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34"/>
            <p:cNvSpPr/>
            <p:nvPr/>
          </p:nvSpPr>
          <p:spPr>
            <a:xfrm>
              <a:off x="776725" y="4256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34"/>
            <p:cNvSpPr/>
            <p:nvPr/>
          </p:nvSpPr>
          <p:spPr>
            <a:xfrm>
              <a:off x="793900" y="4233200"/>
              <a:ext cx="9725" cy="5975"/>
            </a:xfrm>
            <a:custGeom>
              <a:avLst/>
              <a:gdLst/>
              <a:ahLst/>
              <a:cxnLst/>
              <a:rect l="l" t="t" r="r" b="b"/>
              <a:pathLst>
                <a:path w="389" h="239" extrusionOk="0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34"/>
            <p:cNvSpPr/>
            <p:nvPr/>
          </p:nvSpPr>
          <p:spPr>
            <a:xfrm>
              <a:off x="76422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34"/>
            <p:cNvSpPr/>
            <p:nvPr/>
          </p:nvSpPr>
          <p:spPr>
            <a:xfrm>
              <a:off x="634250" y="4091375"/>
              <a:ext cx="27850" cy="156850"/>
            </a:xfrm>
            <a:custGeom>
              <a:avLst/>
              <a:gdLst/>
              <a:ahLst/>
              <a:cxnLst/>
              <a:rect l="l" t="t" r="r" b="b"/>
              <a:pathLst>
                <a:path w="1114" h="6274" extrusionOk="0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34"/>
            <p:cNvSpPr/>
            <p:nvPr/>
          </p:nvSpPr>
          <p:spPr>
            <a:xfrm>
              <a:off x="634250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34"/>
            <p:cNvSpPr/>
            <p:nvPr/>
          </p:nvSpPr>
          <p:spPr>
            <a:xfrm>
              <a:off x="691750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34"/>
            <p:cNvSpPr/>
            <p:nvPr/>
          </p:nvSpPr>
          <p:spPr>
            <a:xfrm>
              <a:off x="6976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34"/>
            <p:cNvSpPr/>
            <p:nvPr/>
          </p:nvSpPr>
          <p:spPr>
            <a:xfrm>
              <a:off x="649250" y="4142600"/>
              <a:ext cx="56900" cy="18150"/>
            </a:xfrm>
            <a:custGeom>
              <a:avLst/>
              <a:gdLst/>
              <a:ahLst/>
              <a:cxnLst/>
              <a:rect l="l" t="t" r="r" b="b"/>
              <a:pathLst>
                <a:path w="2276" h="726" extrusionOk="0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34"/>
            <p:cNvSpPr/>
            <p:nvPr/>
          </p:nvSpPr>
          <p:spPr>
            <a:xfrm>
              <a:off x="6495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34"/>
            <p:cNvSpPr/>
            <p:nvPr/>
          </p:nvSpPr>
          <p:spPr>
            <a:xfrm>
              <a:off x="710800" y="3810500"/>
              <a:ext cx="26575" cy="82825"/>
            </a:xfrm>
            <a:custGeom>
              <a:avLst/>
              <a:gdLst/>
              <a:ahLst/>
              <a:cxnLst/>
              <a:rect l="l" t="t" r="r" b="b"/>
              <a:pathLst>
                <a:path w="1063" h="3313" extrusionOk="0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34"/>
            <p:cNvSpPr/>
            <p:nvPr/>
          </p:nvSpPr>
          <p:spPr>
            <a:xfrm>
              <a:off x="715475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34"/>
            <p:cNvSpPr/>
            <p:nvPr/>
          </p:nvSpPr>
          <p:spPr>
            <a:xfrm>
              <a:off x="894500" y="4197600"/>
              <a:ext cx="8475" cy="8150"/>
            </a:xfrm>
            <a:custGeom>
              <a:avLst/>
              <a:gdLst/>
              <a:ahLst/>
              <a:cxnLst/>
              <a:rect l="l" t="t" r="r" b="b"/>
              <a:pathLst>
                <a:path w="339" h="326" extrusionOk="0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34"/>
            <p:cNvSpPr/>
            <p:nvPr/>
          </p:nvSpPr>
          <p:spPr>
            <a:xfrm>
              <a:off x="900450" y="4190725"/>
              <a:ext cx="59050" cy="15025"/>
            </a:xfrm>
            <a:custGeom>
              <a:avLst/>
              <a:gdLst/>
              <a:ahLst/>
              <a:cxnLst/>
              <a:rect l="l" t="t" r="r" b="b"/>
              <a:pathLst>
                <a:path w="2362" h="601" extrusionOk="0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34"/>
            <p:cNvSpPr/>
            <p:nvPr/>
          </p:nvSpPr>
          <p:spPr>
            <a:xfrm>
              <a:off x="934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34"/>
            <p:cNvSpPr/>
            <p:nvPr/>
          </p:nvSpPr>
          <p:spPr>
            <a:xfrm>
              <a:off x="893875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34"/>
            <p:cNvSpPr/>
            <p:nvPr/>
          </p:nvSpPr>
          <p:spPr>
            <a:xfrm>
              <a:off x="9045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34"/>
            <p:cNvSpPr/>
            <p:nvPr/>
          </p:nvSpPr>
          <p:spPr>
            <a:xfrm>
              <a:off x="915425" y="4169150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34"/>
            <p:cNvSpPr/>
            <p:nvPr/>
          </p:nvSpPr>
          <p:spPr>
            <a:xfrm>
              <a:off x="922925" y="4169150"/>
              <a:ext cx="15975" cy="19725"/>
            </a:xfrm>
            <a:custGeom>
              <a:avLst/>
              <a:gdLst/>
              <a:ahLst/>
              <a:cxnLst/>
              <a:rect l="l" t="t" r="r" b="b"/>
              <a:pathLst>
                <a:path w="639" h="789" extrusionOk="0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34"/>
            <p:cNvSpPr/>
            <p:nvPr/>
          </p:nvSpPr>
          <p:spPr>
            <a:xfrm>
              <a:off x="924500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34"/>
            <p:cNvSpPr/>
            <p:nvPr/>
          </p:nvSpPr>
          <p:spPr>
            <a:xfrm>
              <a:off x="93325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34"/>
            <p:cNvSpPr/>
            <p:nvPr/>
          </p:nvSpPr>
          <p:spPr>
            <a:xfrm>
              <a:off x="37012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34"/>
            <p:cNvSpPr/>
            <p:nvPr/>
          </p:nvSpPr>
          <p:spPr>
            <a:xfrm>
              <a:off x="3442900" y="1237425"/>
              <a:ext cx="263700" cy="147175"/>
            </a:xfrm>
            <a:custGeom>
              <a:avLst/>
              <a:gdLst/>
              <a:ahLst/>
              <a:cxnLst/>
              <a:rect l="l" t="t" r="r" b="b"/>
              <a:pathLst>
                <a:path w="10548" h="5887" extrusionOk="0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34"/>
            <p:cNvSpPr/>
            <p:nvPr/>
          </p:nvSpPr>
          <p:spPr>
            <a:xfrm>
              <a:off x="3410100" y="1277100"/>
              <a:ext cx="100300" cy="85325"/>
            </a:xfrm>
            <a:custGeom>
              <a:avLst/>
              <a:gdLst/>
              <a:ahLst/>
              <a:cxnLst/>
              <a:rect l="l" t="t" r="r" b="b"/>
              <a:pathLst>
                <a:path w="4012" h="3413" extrusionOk="0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34"/>
            <p:cNvSpPr/>
            <p:nvPr/>
          </p:nvSpPr>
          <p:spPr>
            <a:xfrm>
              <a:off x="3347925" y="1331775"/>
              <a:ext cx="55325" cy="13775"/>
            </a:xfrm>
            <a:custGeom>
              <a:avLst/>
              <a:gdLst/>
              <a:ahLst/>
              <a:cxnLst/>
              <a:rect l="l" t="t" r="r" b="b"/>
              <a:pathLst>
                <a:path w="2213" h="551" extrusionOk="0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34"/>
            <p:cNvSpPr/>
            <p:nvPr/>
          </p:nvSpPr>
          <p:spPr>
            <a:xfrm>
              <a:off x="3593475" y="1301475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34"/>
            <p:cNvSpPr/>
            <p:nvPr/>
          </p:nvSpPr>
          <p:spPr>
            <a:xfrm>
              <a:off x="3666275" y="1329600"/>
              <a:ext cx="22825" cy="110925"/>
            </a:xfrm>
            <a:custGeom>
              <a:avLst/>
              <a:gdLst/>
              <a:ahLst/>
              <a:cxnLst/>
              <a:rect l="l" t="t" r="r" b="b"/>
              <a:pathLst>
                <a:path w="913" h="4437" extrusionOk="0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34"/>
            <p:cNvSpPr/>
            <p:nvPr/>
          </p:nvSpPr>
          <p:spPr>
            <a:xfrm>
              <a:off x="3666600" y="1439875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34"/>
            <p:cNvSpPr/>
            <p:nvPr/>
          </p:nvSpPr>
          <p:spPr>
            <a:xfrm>
              <a:off x="3665025" y="1437700"/>
              <a:ext cx="17825" cy="16275"/>
            </a:xfrm>
            <a:custGeom>
              <a:avLst/>
              <a:gdLst/>
              <a:ahLst/>
              <a:cxnLst/>
              <a:rect l="l" t="t" r="r" b="b"/>
              <a:pathLst>
                <a:path w="713" h="651" extrusionOk="0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34"/>
            <p:cNvSpPr/>
            <p:nvPr/>
          </p:nvSpPr>
          <p:spPr>
            <a:xfrm>
              <a:off x="343790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34"/>
            <p:cNvSpPr/>
            <p:nvPr/>
          </p:nvSpPr>
          <p:spPr>
            <a:xfrm>
              <a:off x="3308550" y="1315225"/>
              <a:ext cx="42200" cy="17825"/>
            </a:xfrm>
            <a:custGeom>
              <a:avLst/>
              <a:gdLst/>
              <a:ahLst/>
              <a:cxnLst/>
              <a:rect l="l" t="t" r="r" b="b"/>
              <a:pathLst>
                <a:path w="1688" h="713" extrusionOk="0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34"/>
            <p:cNvSpPr/>
            <p:nvPr/>
          </p:nvSpPr>
          <p:spPr>
            <a:xfrm>
              <a:off x="3308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34"/>
            <p:cNvSpPr/>
            <p:nvPr/>
          </p:nvSpPr>
          <p:spPr>
            <a:xfrm>
              <a:off x="3377600" y="1341475"/>
              <a:ext cx="33150" cy="30000"/>
            </a:xfrm>
            <a:custGeom>
              <a:avLst/>
              <a:gdLst/>
              <a:ahLst/>
              <a:cxnLst/>
              <a:rect l="l" t="t" r="r" b="b"/>
              <a:pathLst>
                <a:path w="1326" h="1200" extrusionOk="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34"/>
            <p:cNvSpPr/>
            <p:nvPr/>
          </p:nvSpPr>
          <p:spPr>
            <a:xfrm>
              <a:off x="3376975" y="1342100"/>
              <a:ext cx="33150" cy="29375"/>
            </a:xfrm>
            <a:custGeom>
              <a:avLst/>
              <a:gdLst/>
              <a:ahLst/>
              <a:cxnLst/>
              <a:rect l="l" t="t" r="r" b="b"/>
              <a:pathLst>
                <a:path w="1326" h="1175" extrusionOk="0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34"/>
            <p:cNvSpPr/>
            <p:nvPr/>
          </p:nvSpPr>
          <p:spPr>
            <a:xfrm>
              <a:off x="3680025" y="1349275"/>
              <a:ext cx="38450" cy="86875"/>
            </a:xfrm>
            <a:custGeom>
              <a:avLst/>
              <a:gdLst/>
              <a:ahLst/>
              <a:cxnLst/>
              <a:rect l="l" t="t" r="r" b="b"/>
              <a:pathLst>
                <a:path w="1538" h="3475" extrusionOk="0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34"/>
            <p:cNvSpPr/>
            <p:nvPr/>
          </p:nvSpPr>
          <p:spPr>
            <a:xfrm>
              <a:off x="3711275" y="1433625"/>
              <a:ext cx="17500" cy="16275"/>
            </a:xfrm>
            <a:custGeom>
              <a:avLst/>
              <a:gdLst/>
              <a:ahLst/>
              <a:cxnLst/>
              <a:rect l="l" t="t" r="r" b="b"/>
              <a:pathLst>
                <a:path w="700" h="651" extrusionOk="0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34"/>
            <p:cNvSpPr/>
            <p:nvPr/>
          </p:nvSpPr>
          <p:spPr>
            <a:xfrm>
              <a:off x="3642850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34"/>
            <p:cNvSpPr/>
            <p:nvPr/>
          </p:nvSpPr>
          <p:spPr>
            <a:xfrm>
              <a:off x="3633475" y="1414575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34"/>
            <p:cNvSpPr/>
            <p:nvPr/>
          </p:nvSpPr>
          <p:spPr>
            <a:xfrm>
              <a:off x="3232325" y="1254625"/>
              <a:ext cx="237475" cy="60300"/>
            </a:xfrm>
            <a:custGeom>
              <a:avLst/>
              <a:gdLst/>
              <a:ahLst/>
              <a:cxnLst/>
              <a:rect l="l" t="t" r="r" b="b"/>
              <a:pathLst>
                <a:path w="9499" h="2412" extrusionOk="0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34"/>
            <p:cNvSpPr/>
            <p:nvPr/>
          </p:nvSpPr>
          <p:spPr>
            <a:xfrm>
              <a:off x="3717200" y="130930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34"/>
            <p:cNvSpPr/>
            <p:nvPr/>
          </p:nvSpPr>
          <p:spPr>
            <a:xfrm>
              <a:off x="3471650" y="1283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34"/>
            <p:cNvSpPr/>
            <p:nvPr/>
          </p:nvSpPr>
          <p:spPr>
            <a:xfrm>
              <a:off x="3504750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34"/>
            <p:cNvSpPr/>
            <p:nvPr/>
          </p:nvSpPr>
          <p:spPr>
            <a:xfrm>
              <a:off x="369440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4"/>
            <p:cNvSpPr/>
            <p:nvPr/>
          </p:nvSpPr>
          <p:spPr>
            <a:xfrm>
              <a:off x="3515075" y="1320225"/>
              <a:ext cx="30950" cy="15325"/>
            </a:xfrm>
            <a:custGeom>
              <a:avLst/>
              <a:gdLst/>
              <a:ahLst/>
              <a:cxnLst/>
              <a:rect l="l" t="t" r="r" b="b"/>
              <a:pathLst>
                <a:path w="1238" h="613" extrusionOk="0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34"/>
            <p:cNvSpPr/>
            <p:nvPr/>
          </p:nvSpPr>
          <p:spPr>
            <a:xfrm>
              <a:off x="35122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34"/>
            <p:cNvSpPr/>
            <p:nvPr/>
          </p:nvSpPr>
          <p:spPr>
            <a:xfrm>
              <a:off x="3177975" y="1278975"/>
              <a:ext cx="132175" cy="60025"/>
            </a:xfrm>
            <a:custGeom>
              <a:avLst/>
              <a:gdLst/>
              <a:ahLst/>
              <a:cxnLst/>
              <a:rect l="l" t="t" r="r" b="b"/>
              <a:pathLst>
                <a:path w="5287" h="2401" extrusionOk="0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4"/>
            <p:cNvSpPr/>
            <p:nvPr/>
          </p:nvSpPr>
          <p:spPr>
            <a:xfrm>
              <a:off x="3184525" y="1311175"/>
              <a:ext cx="61575" cy="65000"/>
            </a:xfrm>
            <a:custGeom>
              <a:avLst/>
              <a:gdLst/>
              <a:ahLst/>
              <a:cxnLst/>
              <a:rect l="l" t="t" r="r" b="b"/>
              <a:pathLst>
                <a:path w="2463" h="2600" extrusionOk="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4"/>
            <p:cNvSpPr/>
            <p:nvPr/>
          </p:nvSpPr>
          <p:spPr>
            <a:xfrm>
              <a:off x="3219825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34"/>
            <p:cNvSpPr/>
            <p:nvPr/>
          </p:nvSpPr>
          <p:spPr>
            <a:xfrm>
              <a:off x="3208275" y="1322725"/>
              <a:ext cx="17200" cy="30650"/>
            </a:xfrm>
            <a:custGeom>
              <a:avLst/>
              <a:gdLst/>
              <a:ahLst/>
              <a:cxnLst/>
              <a:rect l="l" t="t" r="r" b="b"/>
              <a:pathLst>
                <a:path w="688" h="1226" extrusionOk="0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34"/>
            <p:cNvSpPr/>
            <p:nvPr/>
          </p:nvSpPr>
          <p:spPr>
            <a:xfrm>
              <a:off x="3454150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4"/>
            <p:cNvSpPr/>
            <p:nvPr/>
          </p:nvSpPr>
          <p:spPr>
            <a:xfrm>
              <a:off x="37968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4"/>
            <p:cNvSpPr/>
            <p:nvPr/>
          </p:nvSpPr>
          <p:spPr>
            <a:xfrm>
              <a:off x="3903100" y="1237750"/>
              <a:ext cx="263700" cy="146850"/>
            </a:xfrm>
            <a:custGeom>
              <a:avLst/>
              <a:gdLst/>
              <a:ahLst/>
              <a:cxnLst/>
              <a:rect l="l" t="t" r="r" b="b"/>
              <a:pathLst>
                <a:path w="10548" h="5874" extrusionOk="0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4"/>
            <p:cNvSpPr/>
            <p:nvPr/>
          </p:nvSpPr>
          <p:spPr>
            <a:xfrm>
              <a:off x="4098975" y="1277425"/>
              <a:ext cx="100925" cy="84375"/>
            </a:xfrm>
            <a:custGeom>
              <a:avLst/>
              <a:gdLst/>
              <a:ahLst/>
              <a:cxnLst/>
              <a:rect l="l" t="t" r="r" b="b"/>
              <a:pathLst>
                <a:path w="4037" h="3375" extrusionOk="0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4"/>
            <p:cNvSpPr/>
            <p:nvPr/>
          </p:nvSpPr>
          <p:spPr>
            <a:xfrm>
              <a:off x="4206450" y="1331775"/>
              <a:ext cx="55625" cy="13775"/>
            </a:xfrm>
            <a:custGeom>
              <a:avLst/>
              <a:gdLst/>
              <a:ahLst/>
              <a:cxnLst/>
              <a:rect l="l" t="t" r="r" b="b"/>
              <a:pathLst>
                <a:path w="2225" h="551" extrusionOk="0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4"/>
            <p:cNvSpPr/>
            <p:nvPr/>
          </p:nvSpPr>
          <p:spPr>
            <a:xfrm>
              <a:off x="3934650" y="1301475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4"/>
            <p:cNvSpPr/>
            <p:nvPr/>
          </p:nvSpPr>
          <p:spPr>
            <a:xfrm>
              <a:off x="3920275" y="1329900"/>
              <a:ext cx="23150" cy="110625"/>
            </a:xfrm>
            <a:custGeom>
              <a:avLst/>
              <a:gdLst/>
              <a:ahLst/>
              <a:cxnLst/>
              <a:rect l="l" t="t" r="r" b="b"/>
              <a:pathLst>
                <a:path w="926" h="4425" extrusionOk="0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4"/>
            <p:cNvSpPr/>
            <p:nvPr/>
          </p:nvSpPr>
          <p:spPr>
            <a:xfrm>
              <a:off x="3931200" y="1439875"/>
              <a:ext cx="11900" cy="11900"/>
            </a:xfrm>
            <a:custGeom>
              <a:avLst/>
              <a:gdLst/>
              <a:ahLst/>
              <a:cxnLst/>
              <a:rect l="l" t="t" r="r" b="b"/>
              <a:pathLst>
                <a:path w="476" h="476" extrusionOk="0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4"/>
            <p:cNvSpPr/>
            <p:nvPr/>
          </p:nvSpPr>
          <p:spPr>
            <a:xfrm>
              <a:off x="3926825" y="1437075"/>
              <a:ext cx="22225" cy="17200"/>
            </a:xfrm>
            <a:custGeom>
              <a:avLst/>
              <a:gdLst/>
              <a:ahLst/>
              <a:cxnLst/>
              <a:rect l="l" t="t" r="r" b="b"/>
              <a:pathLst>
                <a:path w="889" h="688" extrusionOk="0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4"/>
            <p:cNvSpPr/>
            <p:nvPr/>
          </p:nvSpPr>
          <p:spPr>
            <a:xfrm>
              <a:off x="416865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4"/>
            <p:cNvSpPr/>
            <p:nvPr/>
          </p:nvSpPr>
          <p:spPr>
            <a:xfrm>
              <a:off x="4259250" y="1315225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4"/>
            <p:cNvSpPr/>
            <p:nvPr/>
          </p:nvSpPr>
          <p:spPr>
            <a:xfrm>
              <a:off x="4259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4"/>
            <p:cNvSpPr/>
            <p:nvPr/>
          </p:nvSpPr>
          <p:spPr>
            <a:xfrm>
              <a:off x="4198950" y="1341475"/>
              <a:ext cx="33450" cy="30325"/>
            </a:xfrm>
            <a:custGeom>
              <a:avLst/>
              <a:gdLst/>
              <a:ahLst/>
              <a:cxnLst/>
              <a:rect l="l" t="t" r="r" b="b"/>
              <a:pathLst>
                <a:path w="1338" h="1213" extrusionOk="0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4"/>
            <p:cNvSpPr/>
            <p:nvPr/>
          </p:nvSpPr>
          <p:spPr>
            <a:xfrm>
              <a:off x="4199250" y="1342100"/>
              <a:ext cx="33475" cy="29375"/>
            </a:xfrm>
            <a:custGeom>
              <a:avLst/>
              <a:gdLst/>
              <a:ahLst/>
              <a:cxnLst/>
              <a:rect l="l" t="t" r="r" b="b"/>
              <a:pathLst>
                <a:path w="1339" h="1175" extrusionOk="0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4"/>
            <p:cNvSpPr/>
            <p:nvPr/>
          </p:nvSpPr>
          <p:spPr>
            <a:xfrm>
              <a:off x="3890900" y="1349275"/>
              <a:ext cx="38775" cy="86875"/>
            </a:xfrm>
            <a:custGeom>
              <a:avLst/>
              <a:gdLst/>
              <a:ahLst/>
              <a:cxnLst/>
              <a:rect l="l" t="t" r="r" b="b"/>
              <a:pathLst>
                <a:path w="1551" h="3475" extrusionOk="0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4"/>
            <p:cNvSpPr/>
            <p:nvPr/>
          </p:nvSpPr>
          <p:spPr>
            <a:xfrm>
              <a:off x="3880600" y="1433625"/>
              <a:ext cx="18150" cy="16600"/>
            </a:xfrm>
            <a:custGeom>
              <a:avLst/>
              <a:gdLst/>
              <a:ahLst/>
              <a:cxnLst/>
              <a:rect l="l" t="t" r="r" b="b"/>
              <a:pathLst>
                <a:path w="726" h="664" extrusionOk="0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4"/>
            <p:cNvSpPr/>
            <p:nvPr/>
          </p:nvSpPr>
          <p:spPr>
            <a:xfrm>
              <a:off x="3936525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4"/>
            <p:cNvSpPr/>
            <p:nvPr/>
          </p:nvSpPr>
          <p:spPr>
            <a:xfrm>
              <a:off x="3963375" y="1414575"/>
              <a:ext cx="13475" cy="15650"/>
            </a:xfrm>
            <a:custGeom>
              <a:avLst/>
              <a:gdLst/>
              <a:ahLst/>
              <a:cxnLst/>
              <a:rect l="l" t="t" r="r" b="b"/>
              <a:pathLst>
                <a:path w="539" h="626" extrusionOk="0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4"/>
            <p:cNvSpPr/>
            <p:nvPr/>
          </p:nvSpPr>
          <p:spPr>
            <a:xfrm>
              <a:off x="4139900" y="1254625"/>
              <a:ext cx="237775" cy="60000"/>
            </a:xfrm>
            <a:custGeom>
              <a:avLst/>
              <a:gdLst/>
              <a:ahLst/>
              <a:cxnLst/>
              <a:rect l="l" t="t" r="r" b="b"/>
              <a:pathLst>
                <a:path w="9511" h="2400" extrusionOk="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4"/>
            <p:cNvSpPr/>
            <p:nvPr/>
          </p:nvSpPr>
          <p:spPr>
            <a:xfrm>
              <a:off x="3860900" y="1309600"/>
              <a:ext cx="31900" cy="49400"/>
            </a:xfrm>
            <a:custGeom>
              <a:avLst/>
              <a:gdLst/>
              <a:ahLst/>
              <a:cxnLst/>
              <a:rect l="l" t="t" r="r" b="b"/>
              <a:pathLst>
                <a:path w="1276" h="1976" extrusionOk="0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4"/>
            <p:cNvSpPr/>
            <p:nvPr/>
          </p:nvSpPr>
          <p:spPr>
            <a:xfrm>
              <a:off x="4075225" y="1283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4"/>
            <p:cNvSpPr/>
            <p:nvPr/>
          </p:nvSpPr>
          <p:spPr>
            <a:xfrm>
              <a:off x="4073975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4"/>
            <p:cNvSpPr/>
            <p:nvPr/>
          </p:nvSpPr>
          <p:spPr>
            <a:xfrm>
              <a:off x="383405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4"/>
            <p:cNvSpPr/>
            <p:nvPr/>
          </p:nvSpPr>
          <p:spPr>
            <a:xfrm>
              <a:off x="4063675" y="1320225"/>
              <a:ext cx="30950" cy="15025"/>
            </a:xfrm>
            <a:custGeom>
              <a:avLst/>
              <a:gdLst/>
              <a:ahLst/>
              <a:cxnLst/>
              <a:rect l="l" t="t" r="r" b="b"/>
              <a:pathLst>
                <a:path w="1238" h="601" extrusionOk="0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4"/>
            <p:cNvSpPr/>
            <p:nvPr/>
          </p:nvSpPr>
          <p:spPr>
            <a:xfrm>
              <a:off x="40633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34"/>
            <p:cNvSpPr/>
            <p:nvPr/>
          </p:nvSpPr>
          <p:spPr>
            <a:xfrm>
              <a:off x="4299850" y="1278975"/>
              <a:ext cx="132500" cy="60025"/>
            </a:xfrm>
            <a:custGeom>
              <a:avLst/>
              <a:gdLst/>
              <a:ahLst/>
              <a:cxnLst/>
              <a:rect l="l" t="t" r="r" b="b"/>
              <a:pathLst>
                <a:path w="5300" h="2401" extrusionOk="0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34"/>
            <p:cNvSpPr/>
            <p:nvPr/>
          </p:nvSpPr>
          <p:spPr>
            <a:xfrm>
              <a:off x="4363900" y="1311175"/>
              <a:ext cx="60950" cy="65000"/>
            </a:xfrm>
            <a:custGeom>
              <a:avLst/>
              <a:gdLst/>
              <a:ahLst/>
              <a:cxnLst/>
              <a:rect l="l" t="t" r="r" b="b"/>
              <a:pathLst>
                <a:path w="2438" h="2600" extrusionOk="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34"/>
            <p:cNvSpPr/>
            <p:nvPr/>
          </p:nvSpPr>
          <p:spPr>
            <a:xfrm>
              <a:off x="4353900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34"/>
            <p:cNvSpPr/>
            <p:nvPr/>
          </p:nvSpPr>
          <p:spPr>
            <a:xfrm>
              <a:off x="4384200" y="1322725"/>
              <a:ext cx="17225" cy="30650"/>
            </a:xfrm>
            <a:custGeom>
              <a:avLst/>
              <a:gdLst/>
              <a:ahLst/>
              <a:cxnLst/>
              <a:rect l="l" t="t" r="r" b="b"/>
              <a:pathLst>
                <a:path w="689" h="1226" extrusionOk="0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34"/>
            <p:cNvSpPr/>
            <p:nvPr/>
          </p:nvSpPr>
          <p:spPr>
            <a:xfrm>
              <a:off x="4100225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34"/>
            <p:cNvSpPr/>
            <p:nvPr/>
          </p:nvSpPr>
          <p:spPr>
            <a:xfrm>
              <a:off x="3780925" y="138957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34"/>
            <p:cNvSpPr/>
            <p:nvPr/>
          </p:nvSpPr>
          <p:spPr>
            <a:xfrm>
              <a:off x="3780300" y="14024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34"/>
            <p:cNvSpPr/>
            <p:nvPr/>
          </p:nvSpPr>
          <p:spPr>
            <a:xfrm>
              <a:off x="3799050" y="1384900"/>
              <a:ext cx="9400" cy="7525"/>
            </a:xfrm>
            <a:custGeom>
              <a:avLst/>
              <a:gdLst/>
              <a:ahLst/>
              <a:cxnLst/>
              <a:rect l="l" t="t" r="r" b="b"/>
              <a:pathLst>
                <a:path w="376" h="301" extrusionOk="0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34"/>
            <p:cNvSpPr/>
            <p:nvPr/>
          </p:nvSpPr>
          <p:spPr>
            <a:xfrm>
              <a:off x="3806550" y="13902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34"/>
            <p:cNvSpPr/>
            <p:nvPr/>
          </p:nvSpPr>
          <p:spPr>
            <a:xfrm>
              <a:off x="3801875" y="1399900"/>
              <a:ext cx="24375" cy="10325"/>
            </a:xfrm>
            <a:custGeom>
              <a:avLst/>
              <a:gdLst/>
              <a:ahLst/>
              <a:cxnLst/>
              <a:rect l="l" t="t" r="r" b="b"/>
              <a:pathLst>
                <a:path w="975" h="413" extrusionOk="0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34"/>
            <p:cNvSpPr/>
            <p:nvPr/>
          </p:nvSpPr>
          <p:spPr>
            <a:xfrm>
              <a:off x="3791550" y="1399900"/>
              <a:ext cx="13475" cy="7825"/>
            </a:xfrm>
            <a:custGeom>
              <a:avLst/>
              <a:gdLst/>
              <a:ahLst/>
              <a:cxnLst/>
              <a:rect l="l" t="t" r="r" b="b"/>
              <a:pathLst>
                <a:path w="539" h="313" extrusionOk="0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34"/>
            <p:cNvSpPr/>
            <p:nvPr/>
          </p:nvSpPr>
          <p:spPr>
            <a:xfrm>
              <a:off x="3796550" y="1409275"/>
              <a:ext cx="14400" cy="12500"/>
            </a:xfrm>
            <a:custGeom>
              <a:avLst/>
              <a:gdLst/>
              <a:ahLst/>
              <a:cxnLst/>
              <a:rect l="l" t="t" r="r" b="b"/>
              <a:pathLst>
                <a:path w="576" h="500" extrusionOk="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34"/>
            <p:cNvSpPr/>
            <p:nvPr/>
          </p:nvSpPr>
          <p:spPr>
            <a:xfrm>
              <a:off x="3796550" y="4276950"/>
              <a:ext cx="111875" cy="104375"/>
            </a:xfrm>
            <a:custGeom>
              <a:avLst/>
              <a:gdLst/>
              <a:ahLst/>
              <a:cxnLst/>
              <a:rect l="l" t="t" r="r" b="b"/>
              <a:pathLst>
                <a:path w="4475" h="4175" extrusionOk="0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34"/>
            <p:cNvSpPr/>
            <p:nvPr/>
          </p:nvSpPr>
          <p:spPr>
            <a:xfrm>
              <a:off x="3903400" y="4301950"/>
              <a:ext cx="263400" cy="146850"/>
            </a:xfrm>
            <a:custGeom>
              <a:avLst/>
              <a:gdLst/>
              <a:ahLst/>
              <a:cxnLst/>
              <a:rect l="l" t="t" r="r" b="b"/>
              <a:pathLst>
                <a:path w="10536" h="5874" extrusionOk="0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34"/>
            <p:cNvSpPr/>
            <p:nvPr/>
          </p:nvSpPr>
          <p:spPr>
            <a:xfrm>
              <a:off x="4099600" y="4324125"/>
              <a:ext cx="100300" cy="85000"/>
            </a:xfrm>
            <a:custGeom>
              <a:avLst/>
              <a:gdLst/>
              <a:ahLst/>
              <a:cxnLst/>
              <a:rect l="l" t="t" r="r" b="b"/>
              <a:pathLst>
                <a:path w="4012" h="3400" extrusionOk="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34"/>
            <p:cNvSpPr/>
            <p:nvPr/>
          </p:nvSpPr>
          <p:spPr>
            <a:xfrm>
              <a:off x="4206450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34"/>
            <p:cNvSpPr/>
            <p:nvPr/>
          </p:nvSpPr>
          <p:spPr>
            <a:xfrm>
              <a:off x="3933700" y="4288500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34"/>
            <p:cNvSpPr/>
            <p:nvPr/>
          </p:nvSpPr>
          <p:spPr>
            <a:xfrm>
              <a:off x="3920575" y="4246025"/>
              <a:ext cx="22850" cy="110925"/>
            </a:xfrm>
            <a:custGeom>
              <a:avLst/>
              <a:gdLst/>
              <a:ahLst/>
              <a:cxnLst/>
              <a:rect l="l" t="t" r="r" b="b"/>
              <a:pathLst>
                <a:path w="914" h="4437" extrusionOk="0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4"/>
            <p:cNvSpPr/>
            <p:nvPr/>
          </p:nvSpPr>
          <p:spPr>
            <a:xfrm>
              <a:off x="39309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4"/>
            <p:cNvSpPr/>
            <p:nvPr/>
          </p:nvSpPr>
          <p:spPr>
            <a:xfrm>
              <a:off x="3926825" y="4232575"/>
              <a:ext cx="18475" cy="15975"/>
            </a:xfrm>
            <a:custGeom>
              <a:avLst/>
              <a:gdLst/>
              <a:ahLst/>
              <a:cxnLst/>
              <a:rect l="l" t="t" r="r" b="b"/>
              <a:pathLst>
                <a:path w="739" h="639" extrusionOk="0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4"/>
            <p:cNvSpPr/>
            <p:nvPr/>
          </p:nvSpPr>
          <p:spPr>
            <a:xfrm>
              <a:off x="4169275" y="44116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34"/>
            <p:cNvSpPr/>
            <p:nvPr/>
          </p:nvSpPr>
          <p:spPr>
            <a:xfrm>
              <a:off x="4259250" y="4353500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34"/>
            <p:cNvSpPr/>
            <p:nvPr/>
          </p:nvSpPr>
          <p:spPr>
            <a:xfrm>
              <a:off x="4259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34"/>
            <p:cNvSpPr/>
            <p:nvPr/>
          </p:nvSpPr>
          <p:spPr>
            <a:xfrm>
              <a:off x="4198950" y="4314750"/>
              <a:ext cx="33150" cy="30025"/>
            </a:xfrm>
            <a:custGeom>
              <a:avLst/>
              <a:gdLst/>
              <a:ahLst/>
              <a:cxnLst/>
              <a:rect l="l" t="t" r="r" b="b"/>
              <a:pathLst>
                <a:path w="1326" h="1201" extrusionOk="0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34"/>
            <p:cNvSpPr/>
            <p:nvPr/>
          </p:nvSpPr>
          <p:spPr>
            <a:xfrm>
              <a:off x="4199575" y="4315050"/>
              <a:ext cx="33150" cy="29100"/>
            </a:xfrm>
            <a:custGeom>
              <a:avLst/>
              <a:gdLst/>
              <a:ahLst/>
              <a:cxnLst/>
              <a:rect l="l" t="t" r="r" b="b"/>
              <a:pathLst>
                <a:path w="1326" h="1164" extrusionOk="0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34"/>
            <p:cNvSpPr/>
            <p:nvPr/>
          </p:nvSpPr>
          <p:spPr>
            <a:xfrm>
              <a:off x="38912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34"/>
            <p:cNvSpPr/>
            <p:nvPr/>
          </p:nvSpPr>
          <p:spPr>
            <a:xfrm>
              <a:off x="3880900" y="4236650"/>
              <a:ext cx="17850" cy="16275"/>
            </a:xfrm>
            <a:custGeom>
              <a:avLst/>
              <a:gdLst/>
              <a:ahLst/>
              <a:cxnLst/>
              <a:rect l="l" t="t" r="r" b="b"/>
              <a:pathLst>
                <a:path w="714" h="651" extrusionOk="0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34"/>
            <p:cNvSpPr/>
            <p:nvPr/>
          </p:nvSpPr>
          <p:spPr>
            <a:xfrm>
              <a:off x="3936525" y="4266325"/>
              <a:ext cx="30625" cy="82200"/>
            </a:xfrm>
            <a:custGeom>
              <a:avLst/>
              <a:gdLst/>
              <a:ahLst/>
              <a:cxnLst/>
              <a:rect l="l" t="t" r="r" b="b"/>
              <a:pathLst>
                <a:path w="1225" h="3288" extrusionOk="0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34"/>
            <p:cNvSpPr/>
            <p:nvPr/>
          </p:nvSpPr>
          <p:spPr>
            <a:xfrm>
              <a:off x="3963700" y="4258200"/>
              <a:ext cx="13450" cy="13775"/>
            </a:xfrm>
            <a:custGeom>
              <a:avLst/>
              <a:gdLst/>
              <a:ahLst/>
              <a:cxnLst/>
              <a:rect l="l" t="t" r="r" b="b"/>
              <a:pathLst>
                <a:path w="538" h="551" extrusionOk="0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34"/>
            <p:cNvSpPr/>
            <p:nvPr/>
          </p:nvSpPr>
          <p:spPr>
            <a:xfrm>
              <a:off x="4139900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34"/>
            <p:cNvSpPr/>
            <p:nvPr/>
          </p:nvSpPr>
          <p:spPr>
            <a:xfrm>
              <a:off x="3860600" y="432755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34"/>
            <p:cNvSpPr/>
            <p:nvPr/>
          </p:nvSpPr>
          <p:spPr>
            <a:xfrm>
              <a:off x="4075225" y="4370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34"/>
            <p:cNvSpPr/>
            <p:nvPr/>
          </p:nvSpPr>
          <p:spPr>
            <a:xfrm>
              <a:off x="4073975" y="4396300"/>
              <a:ext cx="30950" cy="21575"/>
            </a:xfrm>
            <a:custGeom>
              <a:avLst/>
              <a:gdLst/>
              <a:ahLst/>
              <a:cxnLst/>
              <a:rect l="l" t="t" r="r" b="b"/>
              <a:pathLst>
                <a:path w="1238" h="863" extrusionOk="0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34"/>
            <p:cNvSpPr/>
            <p:nvPr/>
          </p:nvSpPr>
          <p:spPr>
            <a:xfrm>
              <a:off x="3834050" y="4258825"/>
              <a:ext cx="81250" cy="56250"/>
            </a:xfrm>
            <a:custGeom>
              <a:avLst/>
              <a:gdLst/>
              <a:ahLst/>
              <a:cxnLst/>
              <a:rect l="l" t="t" r="r" b="b"/>
              <a:pathLst>
                <a:path w="3250" h="2250" extrusionOk="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34"/>
            <p:cNvSpPr/>
            <p:nvPr/>
          </p:nvSpPr>
          <p:spPr>
            <a:xfrm>
              <a:off x="4063350" y="4351000"/>
              <a:ext cx="31275" cy="15325"/>
            </a:xfrm>
            <a:custGeom>
              <a:avLst/>
              <a:gdLst/>
              <a:ahLst/>
              <a:cxnLst/>
              <a:rect l="l" t="t" r="r" b="b"/>
              <a:pathLst>
                <a:path w="1251" h="613" extrusionOk="0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34"/>
            <p:cNvSpPr/>
            <p:nvPr/>
          </p:nvSpPr>
          <p:spPr>
            <a:xfrm>
              <a:off x="4063350" y="4344750"/>
              <a:ext cx="34075" cy="21875"/>
            </a:xfrm>
            <a:custGeom>
              <a:avLst/>
              <a:gdLst/>
              <a:ahLst/>
              <a:cxnLst/>
              <a:rect l="l" t="t" r="r" b="b"/>
              <a:pathLst>
                <a:path w="1363" h="875" extrusionOk="0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34"/>
            <p:cNvSpPr/>
            <p:nvPr/>
          </p:nvSpPr>
          <p:spPr>
            <a:xfrm>
              <a:off x="4299550" y="4347550"/>
              <a:ext cx="132475" cy="60000"/>
            </a:xfrm>
            <a:custGeom>
              <a:avLst/>
              <a:gdLst/>
              <a:ahLst/>
              <a:cxnLst/>
              <a:rect l="l" t="t" r="r" b="b"/>
              <a:pathLst>
                <a:path w="5299" h="2400" extrusionOk="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4"/>
            <p:cNvSpPr/>
            <p:nvPr/>
          </p:nvSpPr>
          <p:spPr>
            <a:xfrm>
              <a:off x="4363900" y="4310050"/>
              <a:ext cx="61575" cy="65325"/>
            </a:xfrm>
            <a:custGeom>
              <a:avLst/>
              <a:gdLst/>
              <a:ahLst/>
              <a:cxnLst/>
              <a:rect l="l" t="t" r="r" b="b"/>
              <a:pathLst>
                <a:path w="2463" h="2613" extrusionOk="0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4"/>
            <p:cNvSpPr/>
            <p:nvPr/>
          </p:nvSpPr>
          <p:spPr>
            <a:xfrm>
              <a:off x="4353900" y="4321000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4"/>
            <p:cNvSpPr/>
            <p:nvPr/>
          </p:nvSpPr>
          <p:spPr>
            <a:xfrm>
              <a:off x="4384200" y="4332875"/>
              <a:ext cx="17225" cy="30950"/>
            </a:xfrm>
            <a:custGeom>
              <a:avLst/>
              <a:gdLst/>
              <a:ahLst/>
              <a:cxnLst/>
              <a:rect l="l" t="t" r="r" b="b"/>
              <a:pathLst>
                <a:path w="689" h="1238" extrusionOk="0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34"/>
            <p:cNvSpPr/>
            <p:nvPr/>
          </p:nvSpPr>
          <p:spPr>
            <a:xfrm>
              <a:off x="4100225" y="430257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34"/>
            <p:cNvSpPr/>
            <p:nvPr/>
          </p:nvSpPr>
          <p:spPr>
            <a:xfrm>
              <a:off x="3701275" y="4276950"/>
              <a:ext cx="111850" cy="104375"/>
            </a:xfrm>
            <a:custGeom>
              <a:avLst/>
              <a:gdLst/>
              <a:ahLst/>
              <a:cxnLst/>
              <a:rect l="l" t="t" r="r" b="b"/>
              <a:pathLst>
                <a:path w="4474" h="4175" extrusionOk="0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34"/>
            <p:cNvSpPr/>
            <p:nvPr/>
          </p:nvSpPr>
          <p:spPr>
            <a:xfrm>
              <a:off x="3442900" y="4301950"/>
              <a:ext cx="263700" cy="146525"/>
            </a:xfrm>
            <a:custGeom>
              <a:avLst/>
              <a:gdLst/>
              <a:ahLst/>
              <a:cxnLst/>
              <a:rect l="l" t="t" r="r" b="b"/>
              <a:pathLst>
                <a:path w="10548" h="5861" extrusionOk="0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34"/>
            <p:cNvSpPr/>
            <p:nvPr/>
          </p:nvSpPr>
          <p:spPr>
            <a:xfrm>
              <a:off x="3410100" y="4324750"/>
              <a:ext cx="100625" cy="84375"/>
            </a:xfrm>
            <a:custGeom>
              <a:avLst/>
              <a:gdLst/>
              <a:ahLst/>
              <a:cxnLst/>
              <a:rect l="l" t="t" r="r" b="b"/>
              <a:pathLst>
                <a:path w="4025" h="3375" extrusionOk="0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34"/>
            <p:cNvSpPr/>
            <p:nvPr/>
          </p:nvSpPr>
          <p:spPr>
            <a:xfrm>
              <a:off x="3347925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34"/>
            <p:cNvSpPr/>
            <p:nvPr/>
          </p:nvSpPr>
          <p:spPr>
            <a:xfrm>
              <a:off x="3593800" y="4288500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34"/>
            <p:cNvSpPr/>
            <p:nvPr/>
          </p:nvSpPr>
          <p:spPr>
            <a:xfrm>
              <a:off x="3666275" y="4246025"/>
              <a:ext cx="22825" cy="110600"/>
            </a:xfrm>
            <a:custGeom>
              <a:avLst/>
              <a:gdLst/>
              <a:ahLst/>
              <a:cxnLst/>
              <a:rect l="l" t="t" r="r" b="b"/>
              <a:pathLst>
                <a:path w="913" h="4424" extrusionOk="0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34"/>
            <p:cNvSpPr/>
            <p:nvPr/>
          </p:nvSpPr>
          <p:spPr>
            <a:xfrm>
              <a:off x="36666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34"/>
            <p:cNvSpPr/>
            <p:nvPr/>
          </p:nvSpPr>
          <p:spPr>
            <a:xfrm>
              <a:off x="3660650" y="4232275"/>
              <a:ext cx="22200" cy="17200"/>
            </a:xfrm>
            <a:custGeom>
              <a:avLst/>
              <a:gdLst/>
              <a:ahLst/>
              <a:cxnLst/>
              <a:rect l="l" t="t" r="r" b="b"/>
              <a:pathLst>
                <a:path w="888" h="688" extrusionOk="0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34"/>
            <p:cNvSpPr/>
            <p:nvPr/>
          </p:nvSpPr>
          <p:spPr>
            <a:xfrm>
              <a:off x="3438200" y="4411600"/>
              <a:ext cx="2850" cy="3150"/>
            </a:xfrm>
            <a:custGeom>
              <a:avLst/>
              <a:gdLst/>
              <a:ahLst/>
              <a:cxnLst/>
              <a:rect l="l" t="t" r="r" b="b"/>
              <a:pathLst>
                <a:path w="114" h="126" extrusionOk="0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34"/>
            <p:cNvSpPr/>
            <p:nvPr/>
          </p:nvSpPr>
          <p:spPr>
            <a:xfrm>
              <a:off x="3308550" y="4353500"/>
              <a:ext cx="42200" cy="17500"/>
            </a:xfrm>
            <a:custGeom>
              <a:avLst/>
              <a:gdLst/>
              <a:ahLst/>
              <a:cxnLst/>
              <a:rect l="l" t="t" r="r" b="b"/>
              <a:pathLst>
                <a:path w="1688" h="700" extrusionOk="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34"/>
            <p:cNvSpPr/>
            <p:nvPr/>
          </p:nvSpPr>
          <p:spPr>
            <a:xfrm>
              <a:off x="3308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34"/>
            <p:cNvSpPr/>
            <p:nvPr/>
          </p:nvSpPr>
          <p:spPr>
            <a:xfrm>
              <a:off x="3377300" y="4314750"/>
              <a:ext cx="33450" cy="30025"/>
            </a:xfrm>
            <a:custGeom>
              <a:avLst/>
              <a:gdLst/>
              <a:ahLst/>
              <a:cxnLst/>
              <a:rect l="l" t="t" r="r" b="b"/>
              <a:pathLst>
                <a:path w="1338" h="1201" extrusionOk="0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34"/>
            <p:cNvSpPr/>
            <p:nvPr/>
          </p:nvSpPr>
          <p:spPr>
            <a:xfrm>
              <a:off x="3376975" y="4315050"/>
              <a:ext cx="33450" cy="29100"/>
            </a:xfrm>
            <a:custGeom>
              <a:avLst/>
              <a:gdLst/>
              <a:ahLst/>
              <a:cxnLst/>
              <a:rect l="l" t="t" r="r" b="b"/>
              <a:pathLst>
                <a:path w="1338" h="1164" extrusionOk="0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34"/>
            <p:cNvSpPr/>
            <p:nvPr/>
          </p:nvSpPr>
          <p:spPr>
            <a:xfrm>
              <a:off x="36803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4"/>
            <p:cNvSpPr/>
            <p:nvPr/>
          </p:nvSpPr>
          <p:spPr>
            <a:xfrm>
              <a:off x="3710950" y="4236025"/>
              <a:ext cx="18150" cy="16575"/>
            </a:xfrm>
            <a:custGeom>
              <a:avLst/>
              <a:gdLst/>
              <a:ahLst/>
              <a:cxnLst/>
              <a:rect l="l" t="t" r="r" b="b"/>
              <a:pathLst>
                <a:path w="726" h="663" extrusionOk="0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4"/>
            <p:cNvSpPr/>
            <p:nvPr/>
          </p:nvSpPr>
          <p:spPr>
            <a:xfrm>
              <a:off x="3642525" y="4266325"/>
              <a:ext cx="30650" cy="82200"/>
            </a:xfrm>
            <a:custGeom>
              <a:avLst/>
              <a:gdLst/>
              <a:ahLst/>
              <a:cxnLst/>
              <a:rect l="l" t="t" r="r" b="b"/>
              <a:pathLst>
                <a:path w="1226" h="3288" extrusionOk="0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34"/>
            <p:cNvSpPr/>
            <p:nvPr/>
          </p:nvSpPr>
          <p:spPr>
            <a:xfrm>
              <a:off x="3633475" y="4256950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34"/>
            <p:cNvSpPr/>
            <p:nvPr/>
          </p:nvSpPr>
          <p:spPr>
            <a:xfrm>
              <a:off x="3232025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34"/>
            <p:cNvSpPr/>
            <p:nvPr/>
          </p:nvSpPr>
          <p:spPr>
            <a:xfrm>
              <a:off x="3717200" y="4327550"/>
              <a:ext cx="31575" cy="49400"/>
            </a:xfrm>
            <a:custGeom>
              <a:avLst/>
              <a:gdLst/>
              <a:ahLst/>
              <a:cxnLst/>
              <a:rect l="l" t="t" r="r" b="b"/>
              <a:pathLst>
                <a:path w="1263" h="1976" extrusionOk="0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34"/>
            <p:cNvSpPr/>
            <p:nvPr/>
          </p:nvSpPr>
          <p:spPr>
            <a:xfrm>
              <a:off x="3471650" y="4370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34"/>
            <p:cNvSpPr/>
            <p:nvPr/>
          </p:nvSpPr>
          <p:spPr>
            <a:xfrm>
              <a:off x="3504750" y="4396300"/>
              <a:ext cx="30650" cy="21575"/>
            </a:xfrm>
            <a:custGeom>
              <a:avLst/>
              <a:gdLst/>
              <a:ahLst/>
              <a:cxnLst/>
              <a:rect l="l" t="t" r="r" b="b"/>
              <a:pathLst>
                <a:path w="1226" h="863" extrusionOk="0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34"/>
            <p:cNvSpPr/>
            <p:nvPr/>
          </p:nvSpPr>
          <p:spPr>
            <a:xfrm>
              <a:off x="3694400" y="4258825"/>
              <a:ext cx="81250" cy="56575"/>
            </a:xfrm>
            <a:custGeom>
              <a:avLst/>
              <a:gdLst/>
              <a:ahLst/>
              <a:cxnLst/>
              <a:rect l="l" t="t" r="r" b="b"/>
              <a:pathLst>
                <a:path w="3250" h="2263" extrusionOk="0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34"/>
            <p:cNvSpPr/>
            <p:nvPr/>
          </p:nvSpPr>
          <p:spPr>
            <a:xfrm>
              <a:off x="3515075" y="4351000"/>
              <a:ext cx="31250" cy="15325"/>
            </a:xfrm>
            <a:custGeom>
              <a:avLst/>
              <a:gdLst/>
              <a:ahLst/>
              <a:cxnLst/>
              <a:rect l="l" t="t" r="r" b="b"/>
              <a:pathLst>
                <a:path w="1250" h="613" extrusionOk="0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34"/>
            <p:cNvSpPr/>
            <p:nvPr/>
          </p:nvSpPr>
          <p:spPr>
            <a:xfrm>
              <a:off x="3512250" y="4344750"/>
              <a:ext cx="34075" cy="22200"/>
            </a:xfrm>
            <a:custGeom>
              <a:avLst/>
              <a:gdLst/>
              <a:ahLst/>
              <a:cxnLst/>
              <a:rect l="l" t="t" r="r" b="b"/>
              <a:pathLst>
                <a:path w="1363" h="888" extrusionOk="0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34"/>
            <p:cNvSpPr/>
            <p:nvPr/>
          </p:nvSpPr>
          <p:spPr>
            <a:xfrm>
              <a:off x="3177650" y="4347550"/>
              <a:ext cx="132500" cy="60000"/>
            </a:xfrm>
            <a:custGeom>
              <a:avLst/>
              <a:gdLst/>
              <a:ahLst/>
              <a:cxnLst/>
              <a:rect l="l" t="t" r="r" b="b"/>
              <a:pathLst>
                <a:path w="5300" h="2400" extrusionOk="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34"/>
            <p:cNvSpPr/>
            <p:nvPr/>
          </p:nvSpPr>
          <p:spPr>
            <a:xfrm>
              <a:off x="3184850" y="4310375"/>
              <a:ext cx="60925" cy="65000"/>
            </a:xfrm>
            <a:custGeom>
              <a:avLst/>
              <a:gdLst/>
              <a:ahLst/>
              <a:cxnLst/>
              <a:rect l="l" t="t" r="r" b="b"/>
              <a:pathLst>
                <a:path w="2437" h="2600" extrusionOk="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34"/>
            <p:cNvSpPr/>
            <p:nvPr/>
          </p:nvSpPr>
          <p:spPr>
            <a:xfrm>
              <a:off x="3219825" y="4320675"/>
              <a:ext cx="35950" cy="46900"/>
            </a:xfrm>
            <a:custGeom>
              <a:avLst/>
              <a:gdLst/>
              <a:ahLst/>
              <a:cxnLst/>
              <a:rect l="l" t="t" r="r" b="b"/>
              <a:pathLst>
                <a:path w="1438" h="1876" extrusionOk="0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34"/>
            <p:cNvSpPr/>
            <p:nvPr/>
          </p:nvSpPr>
          <p:spPr>
            <a:xfrm>
              <a:off x="3208275" y="4332875"/>
              <a:ext cx="17200" cy="30950"/>
            </a:xfrm>
            <a:custGeom>
              <a:avLst/>
              <a:gdLst/>
              <a:ahLst/>
              <a:cxnLst/>
              <a:rect l="l" t="t" r="r" b="b"/>
              <a:pathLst>
                <a:path w="688" h="1238" extrusionOk="0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34"/>
            <p:cNvSpPr/>
            <p:nvPr/>
          </p:nvSpPr>
          <p:spPr>
            <a:xfrm>
              <a:off x="3454450" y="4302575"/>
              <a:ext cx="55025" cy="71550"/>
            </a:xfrm>
            <a:custGeom>
              <a:avLst/>
              <a:gdLst/>
              <a:ahLst/>
              <a:cxnLst/>
              <a:rect l="l" t="t" r="r" b="b"/>
              <a:pathLst>
                <a:path w="2201" h="2862" extrusionOk="0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34"/>
            <p:cNvSpPr/>
            <p:nvPr/>
          </p:nvSpPr>
          <p:spPr>
            <a:xfrm>
              <a:off x="3809050" y="428162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34"/>
            <p:cNvSpPr/>
            <p:nvPr/>
          </p:nvSpPr>
          <p:spPr>
            <a:xfrm>
              <a:off x="3812475" y="42782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34"/>
            <p:cNvSpPr/>
            <p:nvPr/>
          </p:nvSpPr>
          <p:spPr>
            <a:xfrm>
              <a:off x="3801250" y="4294125"/>
              <a:ext cx="9375" cy="7850"/>
            </a:xfrm>
            <a:custGeom>
              <a:avLst/>
              <a:gdLst/>
              <a:ahLst/>
              <a:cxnLst/>
              <a:rect l="l" t="t" r="r" b="b"/>
              <a:pathLst>
                <a:path w="375" h="314" extrusionOk="0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34"/>
            <p:cNvSpPr/>
            <p:nvPr/>
          </p:nvSpPr>
          <p:spPr>
            <a:xfrm>
              <a:off x="3783125" y="42807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34"/>
            <p:cNvSpPr/>
            <p:nvPr/>
          </p:nvSpPr>
          <p:spPr>
            <a:xfrm>
              <a:off x="3783425" y="4276325"/>
              <a:ext cx="24400" cy="10325"/>
            </a:xfrm>
            <a:custGeom>
              <a:avLst/>
              <a:gdLst/>
              <a:ahLst/>
              <a:cxnLst/>
              <a:rect l="l" t="t" r="r" b="b"/>
              <a:pathLst>
                <a:path w="976" h="413" extrusionOk="0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34"/>
            <p:cNvSpPr/>
            <p:nvPr/>
          </p:nvSpPr>
          <p:spPr>
            <a:xfrm>
              <a:off x="3804375" y="4278500"/>
              <a:ext cx="13750" cy="8150"/>
            </a:xfrm>
            <a:custGeom>
              <a:avLst/>
              <a:gdLst/>
              <a:ahLst/>
              <a:cxnLst/>
              <a:rect l="l" t="t" r="r" b="b"/>
              <a:pathLst>
                <a:path w="550" h="326" extrusionOk="0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34"/>
            <p:cNvSpPr/>
            <p:nvPr/>
          </p:nvSpPr>
          <p:spPr>
            <a:xfrm>
              <a:off x="3798750" y="4264450"/>
              <a:ext cx="14375" cy="12525"/>
            </a:xfrm>
            <a:custGeom>
              <a:avLst/>
              <a:gdLst/>
              <a:ahLst/>
              <a:cxnLst/>
              <a:rect l="l" t="t" r="r" b="b"/>
              <a:pathLst>
                <a:path w="575" h="501" extrusionOk="0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34"/>
            <p:cNvSpPr/>
            <p:nvPr/>
          </p:nvSpPr>
          <p:spPr>
            <a:xfrm>
              <a:off x="6793275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34"/>
            <p:cNvSpPr/>
            <p:nvPr/>
          </p:nvSpPr>
          <p:spPr>
            <a:xfrm>
              <a:off x="681857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34"/>
            <p:cNvSpPr/>
            <p:nvPr/>
          </p:nvSpPr>
          <p:spPr>
            <a:xfrm>
              <a:off x="6840750" y="24483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34"/>
            <p:cNvSpPr/>
            <p:nvPr/>
          </p:nvSpPr>
          <p:spPr>
            <a:xfrm>
              <a:off x="6857625" y="2386200"/>
              <a:ext cx="13450" cy="55325"/>
            </a:xfrm>
            <a:custGeom>
              <a:avLst/>
              <a:gdLst/>
              <a:ahLst/>
              <a:cxnLst/>
              <a:rect l="l" t="t" r="r" b="b"/>
              <a:pathLst>
                <a:path w="538" h="2213" extrusionOk="0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34"/>
            <p:cNvSpPr/>
            <p:nvPr/>
          </p:nvSpPr>
          <p:spPr>
            <a:xfrm>
              <a:off x="6804825" y="2632075"/>
              <a:ext cx="96875" cy="82175"/>
            </a:xfrm>
            <a:custGeom>
              <a:avLst/>
              <a:gdLst/>
              <a:ahLst/>
              <a:cxnLst/>
              <a:rect l="l" t="t" r="r" b="b"/>
              <a:pathLst>
                <a:path w="3875" h="3287" extrusionOk="0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34"/>
            <p:cNvSpPr/>
            <p:nvPr/>
          </p:nvSpPr>
          <p:spPr>
            <a:xfrm>
              <a:off x="6762650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34"/>
            <p:cNvSpPr/>
            <p:nvPr/>
          </p:nvSpPr>
          <p:spPr>
            <a:xfrm>
              <a:off x="675110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34"/>
            <p:cNvSpPr/>
            <p:nvPr/>
          </p:nvSpPr>
          <p:spPr>
            <a:xfrm>
              <a:off x="6748900" y="2702675"/>
              <a:ext cx="16275" cy="18450"/>
            </a:xfrm>
            <a:custGeom>
              <a:avLst/>
              <a:gdLst/>
              <a:ahLst/>
              <a:cxnLst/>
              <a:rect l="l" t="t" r="r" b="b"/>
              <a:pathLst>
                <a:path w="651" h="738" extrusionOk="0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34"/>
            <p:cNvSpPr/>
            <p:nvPr/>
          </p:nvSpPr>
          <p:spPr>
            <a:xfrm>
              <a:off x="6927925" y="2476175"/>
              <a:ext cx="3450" cy="2825"/>
            </a:xfrm>
            <a:custGeom>
              <a:avLst/>
              <a:gdLst/>
              <a:ahLst/>
              <a:cxnLst/>
              <a:rect l="l" t="t" r="r" b="b"/>
              <a:pathLst>
                <a:path w="138" h="113" extrusionOk="0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34"/>
            <p:cNvSpPr/>
            <p:nvPr/>
          </p:nvSpPr>
          <p:spPr>
            <a:xfrm>
              <a:off x="6869800" y="2346825"/>
              <a:ext cx="17850" cy="42200"/>
            </a:xfrm>
            <a:custGeom>
              <a:avLst/>
              <a:gdLst/>
              <a:ahLst/>
              <a:cxnLst/>
              <a:rect l="l" t="t" r="r" b="b"/>
              <a:pathLst>
                <a:path w="714" h="1688" extrusionOk="0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34"/>
            <p:cNvSpPr/>
            <p:nvPr/>
          </p:nvSpPr>
          <p:spPr>
            <a:xfrm>
              <a:off x="6865425" y="23465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34"/>
            <p:cNvSpPr/>
            <p:nvPr/>
          </p:nvSpPr>
          <p:spPr>
            <a:xfrm>
              <a:off x="6831375" y="241587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34"/>
            <p:cNvSpPr/>
            <p:nvPr/>
          </p:nvSpPr>
          <p:spPr>
            <a:xfrm>
              <a:off x="6831375" y="2415550"/>
              <a:ext cx="29400" cy="33475"/>
            </a:xfrm>
            <a:custGeom>
              <a:avLst/>
              <a:gdLst/>
              <a:ahLst/>
              <a:cxnLst/>
              <a:rect l="l" t="t" r="r" b="b"/>
              <a:pathLst>
                <a:path w="1176" h="1339" extrusionOk="0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34"/>
            <p:cNvSpPr/>
            <p:nvPr/>
          </p:nvSpPr>
          <p:spPr>
            <a:xfrm>
              <a:off x="6767025" y="2718300"/>
              <a:ext cx="86575" cy="38750"/>
            </a:xfrm>
            <a:custGeom>
              <a:avLst/>
              <a:gdLst/>
              <a:ahLst/>
              <a:cxnLst/>
              <a:rect l="l" t="t" r="r" b="b"/>
              <a:pathLst>
                <a:path w="3463" h="1550" extrusionOk="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34"/>
            <p:cNvSpPr/>
            <p:nvPr/>
          </p:nvSpPr>
          <p:spPr>
            <a:xfrm>
              <a:off x="6752975" y="2749525"/>
              <a:ext cx="16250" cy="17850"/>
            </a:xfrm>
            <a:custGeom>
              <a:avLst/>
              <a:gdLst/>
              <a:ahLst/>
              <a:cxnLst/>
              <a:rect l="l" t="t" r="r" b="b"/>
              <a:pathLst>
                <a:path w="650" h="714" extrusionOk="0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34"/>
            <p:cNvSpPr/>
            <p:nvPr/>
          </p:nvSpPr>
          <p:spPr>
            <a:xfrm>
              <a:off x="6783275" y="2681125"/>
              <a:ext cx="81875" cy="30625"/>
            </a:xfrm>
            <a:custGeom>
              <a:avLst/>
              <a:gdLst/>
              <a:ahLst/>
              <a:cxnLst/>
              <a:rect l="l" t="t" r="r" b="b"/>
              <a:pathLst>
                <a:path w="3275" h="1225" extrusionOk="0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34"/>
            <p:cNvSpPr/>
            <p:nvPr/>
          </p:nvSpPr>
          <p:spPr>
            <a:xfrm>
              <a:off x="6773575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34"/>
            <p:cNvSpPr/>
            <p:nvPr/>
          </p:nvSpPr>
          <p:spPr>
            <a:xfrm>
              <a:off x="6888250" y="2270600"/>
              <a:ext cx="60000" cy="237450"/>
            </a:xfrm>
            <a:custGeom>
              <a:avLst/>
              <a:gdLst/>
              <a:ahLst/>
              <a:cxnLst/>
              <a:rect l="l" t="t" r="r" b="b"/>
              <a:pathLst>
                <a:path w="2400" h="9498" extrusionOk="0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34"/>
            <p:cNvSpPr/>
            <p:nvPr/>
          </p:nvSpPr>
          <p:spPr>
            <a:xfrm>
              <a:off x="6844200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34"/>
            <p:cNvSpPr/>
            <p:nvPr/>
          </p:nvSpPr>
          <p:spPr>
            <a:xfrm>
              <a:off x="6887300" y="25102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34"/>
            <p:cNvSpPr/>
            <p:nvPr/>
          </p:nvSpPr>
          <p:spPr>
            <a:xfrm>
              <a:off x="6912925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34"/>
            <p:cNvSpPr/>
            <p:nvPr/>
          </p:nvSpPr>
          <p:spPr>
            <a:xfrm>
              <a:off x="6775150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34"/>
            <p:cNvSpPr/>
            <p:nvPr/>
          </p:nvSpPr>
          <p:spPr>
            <a:xfrm>
              <a:off x="6867625" y="2553650"/>
              <a:ext cx="15025" cy="30950"/>
            </a:xfrm>
            <a:custGeom>
              <a:avLst/>
              <a:gdLst/>
              <a:ahLst/>
              <a:cxnLst/>
              <a:rect l="l" t="t" r="r" b="b"/>
              <a:pathLst>
                <a:path w="601" h="1238" extrusionOk="0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34"/>
            <p:cNvSpPr/>
            <p:nvPr/>
          </p:nvSpPr>
          <p:spPr>
            <a:xfrm>
              <a:off x="68613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34"/>
            <p:cNvSpPr/>
            <p:nvPr/>
          </p:nvSpPr>
          <p:spPr>
            <a:xfrm>
              <a:off x="6864175" y="2216250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34"/>
            <p:cNvSpPr/>
            <p:nvPr/>
          </p:nvSpPr>
          <p:spPr>
            <a:xfrm>
              <a:off x="6826700" y="2222800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34"/>
            <p:cNvSpPr/>
            <p:nvPr/>
          </p:nvSpPr>
          <p:spPr>
            <a:xfrm>
              <a:off x="6837325" y="2258100"/>
              <a:ext cx="46875" cy="35950"/>
            </a:xfrm>
            <a:custGeom>
              <a:avLst/>
              <a:gdLst/>
              <a:ahLst/>
              <a:cxnLst/>
              <a:rect l="l" t="t" r="r" b="b"/>
              <a:pathLst>
                <a:path w="1875" h="1438" extrusionOk="0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34"/>
            <p:cNvSpPr/>
            <p:nvPr/>
          </p:nvSpPr>
          <p:spPr>
            <a:xfrm>
              <a:off x="6849500" y="2246850"/>
              <a:ext cx="30650" cy="17200"/>
            </a:xfrm>
            <a:custGeom>
              <a:avLst/>
              <a:gdLst/>
              <a:ahLst/>
              <a:cxnLst/>
              <a:rect l="l" t="t" r="r" b="b"/>
              <a:pathLst>
                <a:path w="1226" h="688" extrusionOk="0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34"/>
            <p:cNvSpPr/>
            <p:nvPr/>
          </p:nvSpPr>
          <p:spPr>
            <a:xfrm>
              <a:off x="6819200" y="2492725"/>
              <a:ext cx="71575" cy="55025"/>
            </a:xfrm>
            <a:custGeom>
              <a:avLst/>
              <a:gdLst/>
              <a:ahLst/>
              <a:cxnLst/>
              <a:rect l="l" t="t" r="r" b="b"/>
              <a:pathLst>
                <a:path w="2863" h="2201" extrusionOk="0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34"/>
            <p:cNvSpPr/>
            <p:nvPr/>
          </p:nvSpPr>
          <p:spPr>
            <a:xfrm>
              <a:off x="6793275" y="2835125"/>
              <a:ext cx="104675" cy="111575"/>
            </a:xfrm>
            <a:custGeom>
              <a:avLst/>
              <a:gdLst/>
              <a:ahLst/>
              <a:cxnLst/>
              <a:rect l="l" t="t" r="r" b="b"/>
              <a:pathLst>
                <a:path w="4187" h="4463" extrusionOk="0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34"/>
            <p:cNvSpPr/>
            <p:nvPr/>
          </p:nvSpPr>
          <p:spPr>
            <a:xfrm>
              <a:off x="6818575" y="2941350"/>
              <a:ext cx="146550" cy="263725"/>
            </a:xfrm>
            <a:custGeom>
              <a:avLst/>
              <a:gdLst/>
              <a:ahLst/>
              <a:cxnLst/>
              <a:rect l="l" t="t" r="r" b="b"/>
              <a:pathLst>
                <a:path w="5862" h="10549" extrusionOk="0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34"/>
            <p:cNvSpPr/>
            <p:nvPr/>
          </p:nvSpPr>
          <p:spPr>
            <a:xfrm>
              <a:off x="6841075" y="3137250"/>
              <a:ext cx="84375" cy="100925"/>
            </a:xfrm>
            <a:custGeom>
              <a:avLst/>
              <a:gdLst/>
              <a:ahLst/>
              <a:cxnLst/>
              <a:rect l="l" t="t" r="r" b="b"/>
              <a:pathLst>
                <a:path w="3375" h="4037" extrusionOk="0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34"/>
            <p:cNvSpPr/>
            <p:nvPr/>
          </p:nvSpPr>
          <p:spPr>
            <a:xfrm>
              <a:off x="6857325" y="3245025"/>
              <a:ext cx="13750" cy="55325"/>
            </a:xfrm>
            <a:custGeom>
              <a:avLst/>
              <a:gdLst/>
              <a:ahLst/>
              <a:cxnLst/>
              <a:rect l="l" t="t" r="r" b="b"/>
              <a:pathLst>
                <a:path w="550" h="2213" extrusionOk="0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34"/>
            <p:cNvSpPr/>
            <p:nvPr/>
          </p:nvSpPr>
          <p:spPr>
            <a:xfrm>
              <a:off x="6805150" y="2972925"/>
              <a:ext cx="96550" cy="81550"/>
            </a:xfrm>
            <a:custGeom>
              <a:avLst/>
              <a:gdLst/>
              <a:ahLst/>
              <a:cxnLst/>
              <a:rect l="l" t="t" r="r" b="b"/>
              <a:pathLst>
                <a:path w="3862" h="3262" extrusionOk="0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34"/>
            <p:cNvSpPr/>
            <p:nvPr/>
          </p:nvSpPr>
          <p:spPr>
            <a:xfrm>
              <a:off x="6762350" y="2958850"/>
              <a:ext cx="110600" cy="22825"/>
            </a:xfrm>
            <a:custGeom>
              <a:avLst/>
              <a:gdLst/>
              <a:ahLst/>
              <a:cxnLst/>
              <a:rect l="l" t="t" r="r" b="b"/>
              <a:pathLst>
                <a:path w="4424" h="913" extrusionOk="0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34"/>
            <p:cNvSpPr/>
            <p:nvPr/>
          </p:nvSpPr>
          <p:spPr>
            <a:xfrm>
              <a:off x="675110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34"/>
            <p:cNvSpPr/>
            <p:nvPr/>
          </p:nvSpPr>
          <p:spPr>
            <a:xfrm>
              <a:off x="6748600" y="2965425"/>
              <a:ext cx="17200" cy="22200"/>
            </a:xfrm>
            <a:custGeom>
              <a:avLst/>
              <a:gdLst/>
              <a:ahLst/>
              <a:cxnLst/>
              <a:rect l="l" t="t" r="r" b="b"/>
              <a:pathLst>
                <a:path w="688" h="888" extrusionOk="0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34"/>
            <p:cNvSpPr/>
            <p:nvPr/>
          </p:nvSpPr>
          <p:spPr>
            <a:xfrm>
              <a:off x="6927925" y="3207225"/>
              <a:ext cx="3450" cy="2850"/>
            </a:xfrm>
            <a:custGeom>
              <a:avLst/>
              <a:gdLst/>
              <a:ahLst/>
              <a:cxnLst/>
              <a:rect l="l" t="t" r="r" b="b"/>
              <a:pathLst>
                <a:path w="138" h="114" extrusionOk="0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34"/>
            <p:cNvSpPr/>
            <p:nvPr/>
          </p:nvSpPr>
          <p:spPr>
            <a:xfrm>
              <a:off x="6870125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34"/>
            <p:cNvSpPr/>
            <p:nvPr/>
          </p:nvSpPr>
          <p:spPr>
            <a:xfrm>
              <a:off x="6865425" y="32978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34"/>
            <p:cNvSpPr/>
            <p:nvPr/>
          </p:nvSpPr>
          <p:spPr>
            <a:xfrm>
              <a:off x="6831375" y="323752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34"/>
            <p:cNvSpPr/>
            <p:nvPr/>
          </p:nvSpPr>
          <p:spPr>
            <a:xfrm>
              <a:off x="6831700" y="3237850"/>
              <a:ext cx="29075" cy="33125"/>
            </a:xfrm>
            <a:custGeom>
              <a:avLst/>
              <a:gdLst/>
              <a:ahLst/>
              <a:cxnLst/>
              <a:rect l="l" t="t" r="r" b="b"/>
              <a:pathLst>
                <a:path w="1163" h="1325" extrusionOk="0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34"/>
            <p:cNvSpPr/>
            <p:nvPr/>
          </p:nvSpPr>
          <p:spPr>
            <a:xfrm>
              <a:off x="6767025" y="2929475"/>
              <a:ext cx="86575" cy="38475"/>
            </a:xfrm>
            <a:custGeom>
              <a:avLst/>
              <a:gdLst/>
              <a:ahLst/>
              <a:cxnLst/>
              <a:rect l="l" t="t" r="r" b="b"/>
              <a:pathLst>
                <a:path w="3463" h="1539" extrusionOk="0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34"/>
            <p:cNvSpPr/>
            <p:nvPr/>
          </p:nvSpPr>
          <p:spPr>
            <a:xfrm>
              <a:off x="6752650" y="2919175"/>
              <a:ext cx="16575" cy="17825"/>
            </a:xfrm>
            <a:custGeom>
              <a:avLst/>
              <a:gdLst/>
              <a:ahLst/>
              <a:cxnLst/>
              <a:rect l="l" t="t" r="r" b="b"/>
              <a:pathLst>
                <a:path w="663" h="713" extrusionOk="0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34"/>
            <p:cNvSpPr/>
            <p:nvPr/>
          </p:nvSpPr>
          <p:spPr>
            <a:xfrm>
              <a:off x="6783275" y="2974800"/>
              <a:ext cx="81875" cy="30325"/>
            </a:xfrm>
            <a:custGeom>
              <a:avLst/>
              <a:gdLst/>
              <a:ahLst/>
              <a:cxnLst/>
              <a:rect l="l" t="t" r="r" b="b"/>
              <a:pathLst>
                <a:path w="3275" h="1213" extrusionOk="0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34"/>
            <p:cNvSpPr/>
            <p:nvPr/>
          </p:nvSpPr>
          <p:spPr>
            <a:xfrm>
              <a:off x="6773575" y="3001650"/>
              <a:ext cx="14725" cy="13150"/>
            </a:xfrm>
            <a:custGeom>
              <a:avLst/>
              <a:gdLst/>
              <a:ahLst/>
              <a:cxnLst/>
              <a:rect l="l" t="t" r="r" b="b"/>
              <a:pathLst>
                <a:path w="589" h="526" extrusionOk="0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34"/>
            <p:cNvSpPr/>
            <p:nvPr/>
          </p:nvSpPr>
          <p:spPr>
            <a:xfrm>
              <a:off x="6888250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34"/>
            <p:cNvSpPr/>
            <p:nvPr/>
          </p:nvSpPr>
          <p:spPr>
            <a:xfrm>
              <a:off x="6844200" y="2899500"/>
              <a:ext cx="49375" cy="31575"/>
            </a:xfrm>
            <a:custGeom>
              <a:avLst/>
              <a:gdLst/>
              <a:ahLst/>
              <a:cxnLst/>
              <a:rect l="l" t="t" r="r" b="b"/>
              <a:pathLst>
                <a:path w="1975" h="1263" extrusionOk="0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34"/>
            <p:cNvSpPr/>
            <p:nvPr/>
          </p:nvSpPr>
          <p:spPr>
            <a:xfrm>
              <a:off x="6887300" y="31138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34"/>
            <p:cNvSpPr/>
            <p:nvPr/>
          </p:nvSpPr>
          <p:spPr>
            <a:xfrm>
              <a:off x="6912925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34"/>
            <p:cNvSpPr/>
            <p:nvPr/>
          </p:nvSpPr>
          <p:spPr>
            <a:xfrm>
              <a:off x="6775450" y="287262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34"/>
            <p:cNvSpPr/>
            <p:nvPr/>
          </p:nvSpPr>
          <p:spPr>
            <a:xfrm>
              <a:off x="6867625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34"/>
            <p:cNvSpPr/>
            <p:nvPr/>
          </p:nvSpPr>
          <p:spPr>
            <a:xfrm>
              <a:off x="6861375" y="3101625"/>
              <a:ext cx="21900" cy="34075"/>
            </a:xfrm>
            <a:custGeom>
              <a:avLst/>
              <a:gdLst/>
              <a:ahLst/>
              <a:cxnLst/>
              <a:rect l="l" t="t" r="r" b="b"/>
              <a:pathLst>
                <a:path w="876" h="1363" extrusionOk="0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34"/>
            <p:cNvSpPr/>
            <p:nvPr/>
          </p:nvSpPr>
          <p:spPr>
            <a:xfrm>
              <a:off x="6864175" y="3338125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34"/>
            <p:cNvSpPr/>
            <p:nvPr/>
          </p:nvSpPr>
          <p:spPr>
            <a:xfrm>
              <a:off x="6826700" y="3402175"/>
              <a:ext cx="65000" cy="61250"/>
            </a:xfrm>
            <a:custGeom>
              <a:avLst/>
              <a:gdLst/>
              <a:ahLst/>
              <a:cxnLst/>
              <a:rect l="l" t="t" r="r" b="b"/>
              <a:pathLst>
                <a:path w="2600" h="2450" extrusionOk="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>
            <a:xfrm>
              <a:off x="6837325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>
            <a:xfrm>
              <a:off x="6849500" y="3422475"/>
              <a:ext cx="30950" cy="17525"/>
            </a:xfrm>
            <a:custGeom>
              <a:avLst/>
              <a:gdLst/>
              <a:ahLst/>
              <a:cxnLst/>
              <a:rect l="l" t="t" r="r" b="b"/>
              <a:pathLst>
                <a:path w="1238" h="701" extrusionOk="0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>
            <a:xfrm>
              <a:off x="6819200" y="3138500"/>
              <a:ext cx="71575" cy="55325"/>
            </a:xfrm>
            <a:custGeom>
              <a:avLst/>
              <a:gdLst/>
              <a:ahLst/>
              <a:cxnLst/>
              <a:rect l="l" t="t" r="r" b="b"/>
              <a:pathLst>
                <a:path w="2863" h="2213" extrusionOk="0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>
            <a:xfrm>
              <a:off x="6798275" y="2819200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>
            <a:xfrm>
              <a:off x="6794825" y="2818575"/>
              <a:ext cx="5975" cy="16900"/>
            </a:xfrm>
            <a:custGeom>
              <a:avLst/>
              <a:gdLst/>
              <a:ahLst/>
              <a:cxnLst/>
              <a:rect l="l" t="t" r="r" b="b"/>
              <a:pathLst>
                <a:path w="239" h="676" extrusionOk="0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>
            <a:xfrm>
              <a:off x="6810775" y="2837625"/>
              <a:ext cx="7500" cy="9400"/>
            </a:xfrm>
            <a:custGeom>
              <a:avLst/>
              <a:gdLst/>
              <a:ahLst/>
              <a:cxnLst/>
              <a:rect l="l" t="t" r="r" b="b"/>
              <a:pathLst>
                <a:path w="300" h="376" extrusionOk="0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>
            <a:xfrm>
              <a:off x="6797325" y="2844825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>
            <a:xfrm>
              <a:off x="6792950" y="2840450"/>
              <a:ext cx="10025" cy="24075"/>
            </a:xfrm>
            <a:custGeom>
              <a:avLst/>
              <a:gdLst/>
              <a:ahLst/>
              <a:cxnLst/>
              <a:rect l="l" t="t" r="r" b="b"/>
              <a:pathLst>
                <a:path w="401" h="963" extrusionOk="0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>
            <a:xfrm>
              <a:off x="6795150" y="2829825"/>
              <a:ext cx="8150" cy="14075"/>
            </a:xfrm>
            <a:custGeom>
              <a:avLst/>
              <a:gdLst/>
              <a:ahLst/>
              <a:cxnLst/>
              <a:rect l="l" t="t" r="r" b="b"/>
              <a:pathLst>
                <a:path w="326" h="563" extrusionOk="0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>
            <a:xfrm>
              <a:off x="6781075" y="2835125"/>
              <a:ext cx="12525" cy="14400"/>
            </a:xfrm>
            <a:custGeom>
              <a:avLst/>
              <a:gdLst/>
              <a:ahLst/>
              <a:cxnLst/>
              <a:rect l="l" t="t" r="r" b="b"/>
              <a:pathLst>
                <a:path w="501" h="576" extrusionOk="0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>
            <a:xfrm>
              <a:off x="695500" y="2835450"/>
              <a:ext cx="104675" cy="111250"/>
            </a:xfrm>
            <a:custGeom>
              <a:avLst/>
              <a:gdLst/>
              <a:ahLst/>
              <a:cxnLst/>
              <a:rect l="l" t="t" r="r" b="b"/>
              <a:pathLst>
                <a:path w="4187" h="4450" extrusionOk="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>
            <a:xfrm>
              <a:off x="628000" y="2941675"/>
              <a:ext cx="146875" cy="263700"/>
            </a:xfrm>
            <a:custGeom>
              <a:avLst/>
              <a:gdLst/>
              <a:ahLst/>
              <a:cxnLst/>
              <a:rect l="l" t="t" r="r" b="b"/>
              <a:pathLst>
                <a:path w="5875" h="10548" extrusionOk="0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>
            <a:xfrm>
              <a:off x="668000" y="31378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>
            <a:xfrm>
              <a:off x="722350" y="3245025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>
            <a:xfrm>
              <a:off x="692050" y="2972300"/>
              <a:ext cx="96575" cy="82175"/>
            </a:xfrm>
            <a:custGeom>
              <a:avLst/>
              <a:gdLst/>
              <a:ahLst/>
              <a:cxnLst/>
              <a:rect l="l" t="t" r="r" b="b"/>
              <a:pathLst>
                <a:path w="3863" h="3287" extrusionOk="0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>
            <a:xfrm>
              <a:off x="720175" y="2958850"/>
              <a:ext cx="110625" cy="22825"/>
            </a:xfrm>
            <a:custGeom>
              <a:avLst/>
              <a:gdLst/>
              <a:ahLst/>
              <a:cxnLst/>
              <a:rect l="l" t="t" r="r" b="b"/>
              <a:pathLst>
                <a:path w="4425" h="913" extrusionOk="0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>
            <a:xfrm>
              <a:off x="83015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>
            <a:xfrm>
              <a:off x="828275" y="296542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>
            <a:xfrm>
              <a:off x="662375" y="3207225"/>
              <a:ext cx="3150" cy="2850"/>
            </a:xfrm>
            <a:custGeom>
              <a:avLst/>
              <a:gdLst/>
              <a:ahLst/>
              <a:cxnLst/>
              <a:rect l="l" t="t" r="r" b="b"/>
              <a:pathLst>
                <a:path w="126" h="114" extrusionOk="0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>
            <a:xfrm>
              <a:off x="705800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>
            <a:xfrm>
              <a:off x="708300" y="32978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>
            <a:xfrm>
              <a:off x="732050" y="323752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>
            <a:xfrm>
              <a:off x="732675" y="3237850"/>
              <a:ext cx="29375" cy="33125"/>
            </a:xfrm>
            <a:custGeom>
              <a:avLst/>
              <a:gdLst/>
              <a:ahLst/>
              <a:cxnLst/>
              <a:rect l="l" t="t" r="r" b="b"/>
              <a:pathLst>
                <a:path w="1175" h="1325" extrusionOk="0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>
            <a:xfrm>
              <a:off x="739850" y="2929475"/>
              <a:ext cx="86875" cy="38475"/>
            </a:xfrm>
            <a:custGeom>
              <a:avLst/>
              <a:gdLst/>
              <a:ahLst/>
              <a:cxnLst/>
              <a:rect l="l" t="t" r="r" b="b"/>
              <a:pathLst>
                <a:path w="3475" h="1539" extrusionOk="0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>
            <a:xfrm>
              <a:off x="824200" y="291917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>
            <a:xfrm>
              <a:off x="728300" y="2974800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>
            <a:xfrm>
              <a:off x="805150" y="3001975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>
            <a:xfrm>
              <a:off x="644875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>
            <a:xfrm>
              <a:off x="699875" y="2899175"/>
              <a:ext cx="49375" cy="31900"/>
            </a:xfrm>
            <a:custGeom>
              <a:avLst/>
              <a:gdLst/>
              <a:ahLst/>
              <a:cxnLst/>
              <a:rect l="l" t="t" r="r" b="b"/>
              <a:pathLst>
                <a:path w="1975" h="1276" extrusionOk="0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>
            <a:xfrm>
              <a:off x="674550" y="3113825"/>
              <a:ext cx="31600" cy="62800"/>
            </a:xfrm>
            <a:custGeom>
              <a:avLst/>
              <a:gdLst/>
              <a:ahLst/>
              <a:cxnLst/>
              <a:rect l="l" t="t" r="r" b="b"/>
              <a:pathLst>
                <a:path w="1264" h="2512" extrusionOk="0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>
            <a:xfrm>
              <a:off x="658950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>
            <a:xfrm>
              <a:off x="762050" y="2872625"/>
              <a:ext cx="56250" cy="81250"/>
            </a:xfrm>
            <a:custGeom>
              <a:avLst/>
              <a:gdLst/>
              <a:ahLst/>
              <a:cxnLst/>
              <a:rect l="l" t="t" r="r" b="b"/>
              <a:pathLst>
                <a:path w="2250" h="3250" extrusionOk="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>
            <a:xfrm>
              <a:off x="710800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>
            <a:xfrm>
              <a:off x="710175" y="31016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>
            <a:xfrm>
              <a:off x="669550" y="3338125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>
            <a:xfrm>
              <a:off x="701750" y="3402175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>
            <a:xfrm>
              <a:off x="709550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>
            <a:xfrm>
              <a:off x="713300" y="3422475"/>
              <a:ext cx="30950" cy="17225"/>
            </a:xfrm>
            <a:custGeom>
              <a:avLst/>
              <a:gdLst/>
              <a:ahLst/>
              <a:cxnLst/>
              <a:rect l="l" t="t" r="r" b="b"/>
              <a:pathLst>
                <a:path w="1238" h="689" extrusionOk="0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>
            <a:xfrm>
              <a:off x="702675" y="3138500"/>
              <a:ext cx="71875" cy="55325"/>
            </a:xfrm>
            <a:custGeom>
              <a:avLst/>
              <a:gdLst/>
              <a:ahLst/>
              <a:cxnLst/>
              <a:rect l="l" t="t" r="r" b="b"/>
              <a:pathLst>
                <a:path w="2875" h="2213" extrusionOk="0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>
            <a:xfrm>
              <a:off x="695500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>
            <a:xfrm>
              <a:off x="62832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>
              <a:off x="667675" y="2448375"/>
              <a:ext cx="84700" cy="100925"/>
            </a:xfrm>
            <a:custGeom>
              <a:avLst/>
              <a:gdLst/>
              <a:ahLst/>
              <a:cxnLst/>
              <a:rect l="l" t="t" r="r" b="b"/>
              <a:pathLst>
                <a:path w="3388" h="4037" extrusionOk="0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>
            <a:xfrm>
              <a:off x="722350" y="2386200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>
            <a:xfrm>
              <a:off x="691750" y="2632075"/>
              <a:ext cx="96875" cy="81550"/>
            </a:xfrm>
            <a:custGeom>
              <a:avLst/>
              <a:gdLst/>
              <a:ahLst/>
              <a:cxnLst/>
              <a:rect l="l" t="t" r="r" b="b"/>
              <a:pathLst>
                <a:path w="3875" h="3262" extrusionOk="0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>
            <a:xfrm>
              <a:off x="720475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83015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827325" y="2698925"/>
              <a:ext cx="17225" cy="22200"/>
            </a:xfrm>
            <a:custGeom>
              <a:avLst/>
              <a:gdLst/>
              <a:ahLst/>
              <a:cxnLst/>
              <a:rect l="l" t="t" r="r" b="b"/>
              <a:pathLst>
                <a:path w="689" h="888" extrusionOk="0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662375" y="2476475"/>
              <a:ext cx="3150" cy="3150"/>
            </a:xfrm>
            <a:custGeom>
              <a:avLst/>
              <a:gdLst/>
              <a:ahLst/>
              <a:cxnLst/>
              <a:rect l="l" t="t" r="r" b="b"/>
              <a:pathLst>
                <a:path w="126" h="126" extrusionOk="0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705800" y="23468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708300" y="23465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732050" y="241587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732675" y="2415550"/>
              <a:ext cx="29075" cy="33475"/>
            </a:xfrm>
            <a:custGeom>
              <a:avLst/>
              <a:gdLst/>
              <a:ahLst/>
              <a:cxnLst/>
              <a:rect l="l" t="t" r="r" b="b"/>
              <a:pathLst>
                <a:path w="1163" h="1339" extrusionOk="0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34"/>
            <p:cNvSpPr/>
            <p:nvPr/>
          </p:nvSpPr>
          <p:spPr>
            <a:xfrm>
              <a:off x="739850" y="2718600"/>
              <a:ext cx="86875" cy="38450"/>
            </a:xfrm>
            <a:custGeom>
              <a:avLst/>
              <a:gdLst/>
              <a:ahLst/>
              <a:cxnLst/>
              <a:rect l="l" t="t" r="r" b="b"/>
              <a:pathLst>
                <a:path w="3475" h="1538" extrusionOk="0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34"/>
            <p:cNvSpPr/>
            <p:nvPr/>
          </p:nvSpPr>
          <p:spPr>
            <a:xfrm>
              <a:off x="824200" y="2749525"/>
              <a:ext cx="16600" cy="17850"/>
            </a:xfrm>
            <a:custGeom>
              <a:avLst/>
              <a:gdLst/>
              <a:ahLst/>
              <a:cxnLst/>
              <a:rect l="l" t="t" r="r" b="b"/>
              <a:pathLst>
                <a:path w="664" h="714" extrusionOk="0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34"/>
            <p:cNvSpPr/>
            <p:nvPr/>
          </p:nvSpPr>
          <p:spPr>
            <a:xfrm>
              <a:off x="728300" y="2681125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34"/>
            <p:cNvSpPr/>
            <p:nvPr/>
          </p:nvSpPr>
          <p:spPr>
            <a:xfrm>
              <a:off x="805150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34"/>
            <p:cNvSpPr/>
            <p:nvPr/>
          </p:nvSpPr>
          <p:spPr>
            <a:xfrm>
              <a:off x="644875" y="2270600"/>
              <a:ext cx="60325" cy="237450"/>
            </a:xfrm>
            <a:custGeom>
              <a:avLst/>
              <a:gdLst/>
              <a:ahLst/>
              <a:cxnLst/>
              <a:rect l="l" t="t" r="r" b="b"/>
              <a:pathLst>
                <a:path w="2413" h="9498" extrusionOk="0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34"/>
            <p:cNvSpPr/>
            <p:nvPr/>
          </p:nvSpPr>
          <p:spPr>
            <a:xfrm>
              <a:off x="699875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34"/>
            <p:cNvSpPr/>
            <p:nvPr/>
          </p:nvSpPr>
          <p:spPr>
            <a:xfrm>
              <a:off x="674550" y="2510225"/>
              <a:ext cx="31600" cy="62500"/>
            </a:xfrm>
            <a:custGeom>
              <a:avLst/>
              <a:gdLst/>
              <a:ahLst/>
              <a:cxnLst/>
              <a:rect l="l" t="t" r="r" b="b"/>
              <a:pathLst>
                <a:path w="1264" h="2500" extrusionOk="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34"/>
            <p:cNvSpPr/>
            <p:nvPr/>
          </p:nvSpPr>
          <p:spPr>
            <a:xfrm>
              <a:off x="658950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34"/>
            <p:cNvSpPr/>
            <p:nvPr/>
          </p:nvSpPr>
          <p:spPr>
            <a:xfrm>
              <a:off x="761725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34"/>
            <p:cNvSpPr/>
            <p:nvPr/>
          </p:nvSpPr>
          <p:spPr>
            <a:xfrm>
              <a:off x="710500" y="25536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34"/>
            <p:cNvSpPr/>
            <p:nvPr/>
          </p:nvSpPr>
          <p:spPr>
            <a:xfrm>
              <a:off x="7101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34"/>
            <p:cNvSpPr/>
            <p:nvPr/>
          </p:nvSpPr>
          <p:spPr>
            <a:xfrm>
              <a:off x="669550" y="2216250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34"/>
            <p:cNvSpPr/>
            <p:nvPr/>
          </p:nvSpPr>
          <p:spPr>
            <a:xfrm>
              <a:off x="701750" y="2223100"/>
              <a:ext cx="65000" cy="61275"/>
            </a:xfrm>
            <a:custGeom>
              <a:avLst/>
              <a:gdLst/>
              <a:ahLst/>
              <a:cxnLst/>
              <a:rect l="l" t="t" r="r" b="b"/>
              <a:pathLst>
                <a:path w="2600" h="2451" extrusionOk="0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34"/>
            <p:cNvSpPr/>
            <p:nvPr/>
          </p:nvSpPr>
          <p:spPr>
            <a:xfrm>
              <a:off x="709550" y="2258100"/>
              <a:ext cx="46900" cy="35950"/>
            </a:xfrm>
            <a:custGeom>
              <a:avLst/>
              <a:gdLst/>
              <a:ahLst/>
              <a:cxnLst/>
              <a:rect l="l" t="t" r="r" b="b"/>
              <a:pathLst>
                <a:path w="1876" h="1438" extrusionOk="0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34"/>
            <p:cNvSpPr/>
            <p:nvPr/>
          </p:nvSpPr>
          <p:spPr>
            <a:xfrm>
              <a:off x="713300" y="2246550"/>
              <a:ext cx="30950" cy="17500"/>
            </a:xfrm>
            <a:custGeom>
              <a:avLst/>
              <a:gdLst/>
              <a:ahLst/>
              <a:cxnLst/>
              <a:rect l="l" t="t" r="r" b="b"/>
              <a:pathLst>
                <a:path w="1238" h="700" extrusionOk="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34"/>
            <p:cNvSpPr/>
            <p:nvPr/>
          </p:nvSpPr>
          <p:spPr>
            <a:xfrm>
              <a:off x="703000" y="2492725"/>
              <a:ext cx="71550" cy="55325"/>
            </a:xfrm>
            <a:custGeom>
              <a:avLst/>
              <a:gdLst/>
              <a:ahLst/>
              <a:cxnLst/>
              <a:rect l="l" t="t" r="r" b="b"/>
              <a:pathLst>
                <a:path w="2862" h="2213" extrusionOk="0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34"/>
            <p:cNvSpPr/>
            <p:nvPr/>
          </p:nvSpPr>
          <p:spPr>
            <a:xfrm>
              <a:off x="779850" y="2847325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34"/>
            <p:cNvSpPr/>
            <p:nvPr/>
          </p:nvSpPr>
          <p:spPr>
            <a:xfrm>
              <a:off x="792975" y="2850750"/>
              <a:ext cx="5950" cy="16900"/>
            </a:xfrm>
            <a:custGeom>
              <a:avLst/>
              <a:gdLst/>
              <a:ahLst/>
              <a:cxnLst/>
              <a:rect l="l" t="t" r="r" b="b"/>
              <a:pathLst>
                <a:path w="238" h="676" extrusionOk="0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34"/>
            <p:cNvSpPr/>
            <p:nvPr/>
          </p:nvSpPr>
          <p:spPr>
            <a:xfrm>
              <a:off x="775150" y="2839500"/>
              <a:ext cx="7525" cy="9400"/>
            </a:xfrm>
            <a:custGeom>
              <a:avLst/>
              <a:gdLst/>
              <a:ahLst/>
              <a:cxnLst/>
              <a:rect l="l" t="t" r="r" b="b"/>
              <a:pathLst>
                <a:path w="301" h="376" extrusionOk="0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34"/>
            <p:cNvSpPr/>
            <p:nvPr/>
          </p:nvSpPr>
          <p:spPr>
            <a:xfrm>
              <a:off x="780775" y="2821400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34"/>
            <p:cNvSpPr/>
            <p:nvPr/>
          </p:nvSpPr>
          <p:spPr>
            <a:xfrm>
              <a:off x="790475" y="2821700"/>
              <a:ext cx="10325" cy="24400"/>
            </a:xfrm>
            <a:custGeom>
              <a:avLst/>
              <a:gdLst/>
              <a:ahLst/>
              <a:cxnLst/>
              <a:rect l="l" t="t" r="r" b="b"/>
              <a:pathLst>
                <a:path w="413" h="976" extrusionOk="0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34"/>
            <p:cNvSpPr/>
            <p:nvPr/>
          </p:nvSpPr>
          <p:spPr>
            <a:xfrm>
              <a:off x="790150" y="2842625"/>
              <a:ext cx="8150" cy="14100"/>
            </a:xfrm>
            <a:custGeom>
              <a:avLst/>
              <a:gdLst/>
              <a:ahLst/>
              <a:cxnLst/>
              <a:rect l="l" t="t" r="r" b="b"/>
              <a:pathLst>
                <a:path w="326" h="564" extrusionOk="0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34"/>
            <p:cNvSpPr/>
            <p:nvPr/>
          </p:nvSpPr>
          <p:spPr>
            <a:xfrm>
              <a:off x="799850" y="2837000"/>
              <a:ext cx="12500" cy="14400"/>
            </a:xfrm>
            <a:custGeom>
              <a:avLst/>
              <a:gdLst/>
              <a:ahLst/>
              <a:cxnLst/>
              <a:rect l="l" t="t" r="r" b="b"/>
              <a:pathLst>
                <a:path w="500" h="576" extrusionOk="0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p35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Reja</a:t>
            </a:r>
            <a:endParaRPr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4A73713-1567-E035-1850-26EA372335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335597"/>
            <a:ext cx="7704000" cy="1978243"/>
          </a:xfrm>
        </p:spPr>
        <p:txBody>
          <a:bodyPr/>
          <a:lstStyle/>
          <a:p>
            <a:pPr marL="482600" indent="-342900" algn="l">
              <a:buFont typeface="+mj-lt"/>
              <a:buAutoNum type="arabicPeriod"/>
            </a:pPr>
            <a:endParaRPr lang="en-US" sz="1700" dirty="0"/>
          </a:p>
          <a:p>
            <a:pPr marL="139700" indent="0" algn="l">
              <a:buNone/>
            </a:pPr>
            <a:endParaRPr lang="ru-RU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Google Shape;1366;p36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68" name="Google Shape;1368;p36"/>
          <p:cNvSpPr txBox="1">
            <a:spLocks noGrp="1"/>
          </p:cNvSpPr>
          <p:nvPr>
            <p:ph type="subTitle" idx="1"/>
          </p:nvPr>
        </p:nvSpPr>
        <p:spPr>
          <a:xfrm>
            <a:off x="796000" y="1343089"/>
            <a:ext cx="2259900" cy="3414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" name="Google Shape;1368;p36">
            <a:extLst>
              <a:ext uri="{FF2B5EF4-FFF2-40B4-BE49-F238E27FC236}">
                <a16:creationId xmlns:a16="http://schemas.microsoft.com/office/drawing/2014/main" id="{AB6F9503-F4CE-291C-A18E-7E9D69EC0405}"/>
              </a:ext>
            </a:extLst>
          </p:cNvPr>
          <p:cNvSpPr txBox="1">
            <a:spLocks/>
          </p:cNvSpPr>
          <p:nvPr/>
        </p:nvSpPr>
        <p:spPr>
          <a:xfrm>
            <a:off x="3442050" y="1343089"/>
            <a:ext cx="2259900" cy="3414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9pPr>
          </a:lstStyle>
          <a:p>
            <a:pPr marL="0" indent="0"/>
            <a:endParaRPr lang="en-US" dirty="0"/>
          </a:p>
        </p:txBody>
      </p:sp>
      <p:sp>
        <p:nvSpPr>
          <p:cNvPr id="37" name="Google Shape;1368;p36">
            <a:extLst>
              <a:ext uri="{FF2B5EF4-FFF2-40B4-BE49-F238E27FC236}">
                <a16:creationId xmlns:a16="http://schemas.microsoft.com/office/drawing/2014/main" id="{36D8CF34-A128-9D3D-40AF-2A50024249E7}"/>
              </a:ext>
            </a:extLst>
          </p:cNvPr>
          <p:cNvSpPr txBox="1">
            <a:spLocks/>
          </p:cNvSpPr>
          <p:nvPr/>
        </p:nvSpPr>
        <p:spPr>
          <a:xfrm>
            <a:off x="6290421" y="1343089"/>
            <a:ext cx="2259900" cy="3414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None/>
              <a:defRPr sz="1400" b="0" i="0" u="none" strike="noStrike" cap="non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9pPr>
          </a:lstStyle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0" name="Google Shape;2340;p39"/>
          <p:cNvSpPr txBox="1">
            <a:spLocks noGrp="1"/>
          </p:cNvSpPr>
          <p:nvPr>
            <p:ph type="title"/>
          </p:nvPr>
        </p:nvSpPr>
        <p:spPr>
          <a:xfrm>
            <a:off x="1144550" y="597425"/>
            <a:ext cx="6855300" cy="97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41" name="Google Shape;2341;p39"/>
          <p:cNvSpPr txBox="1">
            <a:spLocks noGrp="1"/>
          </p:cNvSpPr>
          <p:nvPr>
            <p:ph type="subTitle" idx="1"/>
          </p:nvPr>
        </p:nvSpPr>
        <p:spPr>
          <a:xfrm>
            <a:off x="4825664" y="2070950"/>
            <a:ext cx="3174000" cy="18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42" name="Google Shape;2342;p39"/>
          <p:cNvSpPr txBox="1">
            <a:spLocks noGrp="1"/>
          </p:cNvSpPr>
          <p:nvPr>
            <p:ph type="subTitle" idx="2"/>
          </p:nvPr>
        </p:nvSpPr>
        <p:spPr>
          <a:xfrm>
            <a:off x="1144550" y="2070950"/>
            <a:ext cx="3174000" cy="18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7" name="Google Shape;2347;p40"/>
          <p:cNvSpPr/>
          <p:nvPr/>
        </p:nvSpPr>
        <p:spPr>
          <a:xfrm>
            <a:off x="713225" y="835950"/>
            <a:ext cx="3471600" cy="3471600"/>
          </a:xfrm>
          <a:prstGeom prst="plaque">
            <a:avLst>
              <a:gd name="adj" fmla="val 553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8" name="Google Shape;2348;p40"/>
          <p:cNvSpPr txBox="1">
            <a:spLocks noGrp="1"/>
          </p:cNvSpPr>
          <p:nvPr>
            <p:ph type="title"/>
          </p:nvPr>
        </p:nvSpPr>
        <p:spPr>
          <a:xfrm>
            <a:off x="4613575" y="945275"/>
            <a:ext cx="3817200" cy="9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49" name="Google Shape;2349;p40"/>
          <p:cNvSpPr txBox="1">
            <a:spLocks noGrp="1"/>
          </p:cNvSpPr>
          <p:nvPr>
            <p:ph type="subTitle" idx="1"/>
          </p:nvPr>
        </p:nvSpPr>
        <p:spPr>
          <a:xfrm>
            <a:off x="4613575" y="2124600"/>
            <a:ext cx="38172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E7FE24-9D01-8E35-ACA9-E8A5D86A323C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4" name="Google Shape;2994;p47"/>
          <p:cNvSpPr txBox="1">
            <a:spLocks noGrp="1"/>
          </p:cNvSpPr>
          <p:nvPr>
            <p:ph type="subTitle" idx="1"/>
          </p:nvPr>
        </p:nvSpPr>
        <p:spPr>
          <a:xfrm>
            <a:off x="1749300" y="1491475"/>
            <a:ext cx="5645400" cy="161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95" name="Google Shape;2995;p47"/>
          <p:cNvSpPr txBox="1">
            <a:spLocks noGrp="1"/>
          </p:cNvSpPr>
          <p:nvPr>
            <p:ph type="title"/>
          </p:nvPr>
        </p:nvSpPr>
        <p:spPr>
          <a:xfrm>
            <a:off x="3065400" y="3370075"/>
            <a:ext cx="3013200" cy="4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2996" name="Google Shape;2996;p47"/>
          <p:cNvGrpSpPr/>
          <p:nvPr/>
        </p:nvGrpSpPr>
        <p:grpSpPr>
          <a:xfrm>
            <a:off x="565056" y="519563"/>
            <a:ext cx="8012737" cy="4104778"/>
            <a:chOff x="585525" y="1202450"/>
            <a:chExt cx="6436450" cy="3297275"/>
          </a:xfrm>
        </p:grpSpPr>
        <p:sp>
          <p:nvSpPr>
            <p:cNvPr id="2997" name="Google Shape;2997;p47"/>
            <p:cNvSpPr/>
            <p:nvPr/>
          </p:nvSpPr>
          <p:spPr>
            <a:xfrm>
              <a:off x="83952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47"/>
            <p:cNvSpPr/>
            <p:nvPr/>
          </p:nvSpPr>
          <p:spPr>
            <a:xfrm>
              <a:off x="844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47"/>
            <p:cNvSpPr/>
            <p:nvPr/>
          </p:nvSpPr>
          <p:spPr>
            <a:xfrm>
              <a:off x="898575" y="13480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47"/>
            <p:cNvSpPr/>
            <p:nvPr/>
          </p:nvSpPr>
          <p:spPr>
            <a:xfrm>
              <a:off x="9448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47"/>
            <p:cNvSpPr/>
            <p:nvPr/>
          </p:nvSpPr>
          <p:spPr>
            <a:xfrm>
              <a:off x="752350" y="1240875"/>
              <a:ext cx="206850" cy="104050"/>
            </a:xfrm>
            <a:custGeom>
              <a:avLst/>
              <a:gdLst/>
              <a:ahLst/>
              <a:cxnLst/>
              <a:rect l="l" t="t" r="r" b="b"/>
              <a:pathLst>
                <a:path w="8274" h="4162" extrusionOk="0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47"/>
            <p:cNvSpPr/>
            <p:nvPr/>
          </p:nvSpPr>
          <p:spPr>
            <a:xfrm>
              <a:off x="1012600" y="1245875"/>
              <a:ext cx="88750" cy="80000"/>
            </a:xfrm>
            <a:custGeom>
              <a:avLst/>
              <a:gdLst/>
              <a:ahLst/>
              <a:cxnLst/>
              <a:rect l="l" t="t" r="r" b="b"/>
              <a:pathLst>
                <a:path w="3550" h="3200" extrusionOk="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47"/>
            <p:cNvSpPr/>
            <p:nvPr/>
          </p:nvSpPr>
          <p:spPr>
            <a:xfrm>
              <a:off x="1123500" y="1272100"/>
              <a:ext cx="33450" cy="43775"/>
            </a:xfrm>
            <a:custGeom>
              <a:avLst/>
              <a:gdLst/>
              <a:ahLst/>
              <a:cxnLst/>
              <a:rect l="l" t="t" r="r" b="b"/>
              <a:pathLst>
                <a:path w="1338" h="1751" extrusionOk="0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47"/>
            <p:cNvSpPr/>
            <p:nvPr/>
          </p:nvSpPr>
          <p:spPr>
            <a:xfrm>
              <a:off x="732975" y="129210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47"/>
            <p:cNvSpPr/>
            <p:nvPr/>
          </p:nvSpPr>
          <p:spPr>
            <a:xfrm>
              <a:off x="809225" y="1274925"/>
              <a:ext cx="77800" cy="113125"/>
            </a:xfrm>
            <a:custGeom>
              <a:avLst/>
              <a:gdLst/>
              <a:ahLst/>
              <a:cxnLst/>
              <a:rect l="l" t="t" r="r" b="b"/>
              <a:pathLst>
                <a:path w="3112" h="4525" extrusionOk="0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47"/>
            <p:cNvSpPr/>
            <p:nvPr/>
          </p:nvSpPr>
          <p:spPr>
            <a:xfrm>
              <a:off x="792650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47"/>
            <p:cNvSpPr/>
            <p:nvPr/>
          </p:nvSpPr>
          <p:spPr>
            <a:xfrm>
              <a:off x="841400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47"/>
            <p:cNvSpPr/>
            <p:nvPr/>
          </p:nvSpPr>
          <p:spPr>
            <a:xfrm>
              <a:off x="973550" y="1363650"/>
              <a:ext cx="9700" cy="6900"/>
            </a:xfrm>
            <a:custGeom>
              <a:avLst/>
              <a:gdLst/>
              <a:ahLst/>
              <a:cxnLst/>
              <a:rect l="l" t="t" r="r" b="b"/>
              <a:pathLst>
                <a:path w="388" h="276" extrusionOk="0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47"/>
            <p:cNvSpPr/>
            <p:nvPr/>
          </p:nvSpPr>
          <p:spPr>
            <a:xfrm>
              <a:off x="832025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47"/>
            <p:cNvSpPr/>
            <p:nvPr/>
          </p:nvSpPr>
          <p:spPr>
            <a:xfrm>
              <a:off x="810775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47"/>
            <p:cNvSpPr/>
            <p:nvPr/>
          </p:nvSpPr>
          <p:spPr>
            <a:xfrm>
              <a:off x="766400" y="1291175"/>
              <a:ext cx="73150" cy="22525"/>
            </a:xfrm>
            <a:custGeom>
              <a:avLst/>
              <a:gdLst/>
              <a:ahLst/>
              <a:cxnLst/>
              <a:rect l="l" t="t" r="r" b="b"/>
              <a:pathLst>
                <a:path w="2926" h="901" extrusionOk="0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47"/>
            <p:cNvSpPr/>
            <p:nvPr/>
          </p:nvSpPr>
          <p:spPr>
            <a:xfrm>
              <a:off x="767350" y="12968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47"/>
            <p:cNvSpPr/>
            <p:nvPr/>
          </p:nvSpPr>
          <p:spPr>
            <a:xfrm>
              <a:off x="919500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47"/>
            <p:cNvSpPr/>
            <p:nvPr/>
          </p:nvSpPr>
          <p:spPr>
            <a:xfrm>
              <a:off x="914500" y="1250875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47"/>
            <p:cNvSpPr/>
            <p:nvPr/>
          </p:nvSpPr>
          <p:spPr>
            <a:xfrm>
              <a:off x="1186925" y="1310225"/>
              <a:ext cx="83125" cy="26900"/>
            </a:xfrm>
            <a:custGeom>
              <a:avLst/>
              <a:gdLst/>
              <a:ahLst/>
              <a:cxnLst/>
              <a:rect l="l" t="t" r="r" b="b"/>
              <a:pathLst>
                <a:path w="3325" h="1076" extrusionOk="0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47"/>
            <p:cNvSpPr/>
            <p:nvPr/>
          </p:nvSpPr>
          <p:spPr>
            <a:xfrm>
              <a:off x="1187250" y="1314900"/>
              <a:ext cx="100600" cy="30975"/>
            </a:xfrm>
            <a:custGeom>
              <a:avLst/>
              <a:gdLst/>
              <a:ahLst/>
              <a:cxnLst/>
              <a:rect l="l" t="t" r="r" b="b"/>
              <a:pathLst>
                <a:path w="4024" h="1239" extrusionOk="0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47"/>
            <p:cNvSpPr/>
            <p:nvPr/>
          </p:nvSpPr>
          <p:spPr>
            <a:xfrm>
              <a:off x="5855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47"/>
            <p:cNvSpPr/>
            <p:nvPr/>
          </p:nvSpPr>
          <p:spPr>
            <a:xfrm>
              <a:off x="762975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47"/>
            <p:cNvSpPr/>
            <p:nvPr/>
          </p:nvSpPr>
          <p:spPr>
            <a:xfrm>
              <a:off x="741425" y="1520175"/>
              <a:ext cx="77175" cy="73125"/>
            </a:xfrm>
            <a:custGeom>
              <a:avLst/>
              <a:gdLst/>
              <a:ahLst/>
              <a:cxnLst/>
              <a:rect l="l" t="t" r="r" b="b"/>
              <a:pathLst>
                <a:path w="3087" h="2925" extrusionOk="0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47"/>
            <p:cNvSpPr/>
            <p:nvPr/>
          </p:nvSpPr>
          <p:spPr>
            <a:xfrm>
              <a:off x="812325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47"/>
            <p:cNvSpPr/>
            <p:nvPr/>
          </p:nvSpPr>
          <p:spPr>
            <a:xfrm>
              <a:off x="633950" y="13739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47"/>
            <p:cNvSpPr/>
            <p:nvPr/>
          </p:nvSpPr>
          <p:spPr>
            <a:xfrm>
              <a:off x="638950" y="1634200"/>
              <a:ext cx="81550" cy="88450"/>
            </a:xfrm>
            <a:custGeom>
              <a:avLst/>
              <a:gdLst/>
              <a:ahLst/>
              <a:cxnLst/>
              <a:rect l="l" t="t" r="r" b="b"/>
              <a:pathLst>
                <a:path w="3262" h="3538" extrusionOk="0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47"/>
            <p:cNvSpPr/>
            <p:nvPr/>
          </p:nvSpPr>
          <p:spPr>
            <a:xfrm>
              <a:off x="66520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47"/>
            <p:cNvSpPr/>
            <p:nvPr/>
          </p:nvSpPr>
          <p:spPr>
            <a:xfrm>
              <a:off x="68517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47"/>
            <p:cNvSpPr/>
            <p:nvPr/>
          </p:nvSpPr>
          <p:spPr>
            <a:xfrm>
              <a:off x="6683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47"/>
            <p:cNvSpPr/>
            <p:nvPr/>
          </p:nvSpPr>
          <p:spPr>
            <a:xfrm>
              <a:off x="769525" y="1413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47"/>
            <p:cNvSpPr/>
            <p:nvPr/>
          </p:nvSpPr>
          <p:spPr>
            <a:xfrm>
              <a:off x="786400" y="1462675"/>
              <a:ext cx="10025" cy="5975"/>
            </a:xfrm>
            <a:custGeom>
              <a:avLst/>
              <a:gdLst/>
              <a:ahLst/>
              <a:cxnLst/>
              <a:rect l="l" t="t" r="r" b="b"/>
              <a:pathLst>
                <a:path w="401" h="239" extrusionOk="0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47"/>
            <p:cNvSpPr/>
            <p:nvPr/>
          </p:nvSpPr>
          <p:spPr>
            <a:xfrm>
              <a:off x="756725" y="1594850"/>
              <a:ext cx="7200" cy="10000"/>
            </a:xfrm>
            <a:custGeom>
              <a:avLst/>
              <a:gdLst/>
              <a:ahLst/>
              <a:cxnLst/>
              <a:rect l="l" t="t" r="r" b="b"/>
              <a:pathLst>
                <a:path w="288" h="400" extrusionOk="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47"/>
            <p:cNvSpPr/>
            <p:nvPr/>
          </p:nvSpPr>
          <p:spPr>
            <a:xfrm>
              <a:off x="62707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47"/>
            <p:cNvSpPr/>
            <p:nvPr/>
          </p:nvSpPr>
          <p:spPr>
            <a:xfrm>
              <a:off x="627075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47"/>
            <p:cNvSpPr/>
            <p:nvPr/>
          </p:nvSpPr>
          <p:spPr>
            <a:xfrm>
              <a:off x="684550" y="1388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47"/>
            <p:cNvSpPr/>
            <p:nvPr/>
          </p:nvSpPr>
          <p:spPr>
            <a:xfrm>
              <a:off x="690175" y="1388950"/>
              <a:ext cx="23775" cy="70625"/>
            </a:xfrm>
            <a:custGeom>
              <a:avLst/>
              <a:gdLst/>
              <a:ahLst/>
              <a:cxnLst/>
              <a:rect l="l" t="t" r="r" b="b"/>
              <a:pathLst>
                <a:path w="951" h="2825" extrusionOk="0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47"/>
            <p:cNvSpPr/>
            <p:nvPr/>
          </p:nvSpPr>
          <p:spPr>
            <a:xfrm>
              <a:off x="6420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47"/>
            <p:cNvSpPr/>
            <p:nvPr/>
          </p:nvSpPr>
          <p:spPr>
            <a:xfrm>
              <a:off x="642375" y="1531100"/>
              <a:ext cx="55950" cy="20950"/>
            </a:xfrm>
            <a:custGeom>
              <a:avLst/>
              <a:gdLst/>
              <a:ahLst/>
              <a:cxnLst/>
              <a:rect l="l" t="t" r="r" b="b"/>
              <a:pathLst>
                <a:path w="2238" h="838" extrusionOk="0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47"/>
            <p:cNvSpPr/>
            <p:nvPr/>
          </p:nvSpPr>
          <p:spPr>
            <a:xfrm>
              <a:off x="703625" y="1808525"/>
              <a:ext cx="26875" cy="82825"/>
            </a:xfrm>
            <a:custGeom>
              <a:avLst/>
              <a:gdLst/>
              <a:ahLst/>
              <a:cxnLst/>
              <a:rect l="l" t="t" r="r" b="b"/>
              <a:pathLst>
                <a:path w="1075" h="3313" extrusionOk="0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47"/>
            <p:cNvSpPr/>
            <p:nvPr/>
          </p:nvSpPr>
          <p:spPr>
            <a:xfrm>
              <a:off x="708300" y="1808525"/>
              <a:ext cx="30950" cy="100950"/>
            </a:xfrm>
            <a:custGeom>
              <a:avLst/>
              <a:gdLst/>
              <a:ahLst/>
              <a:cxnLst/>
              <a:rect l="l" t="t" r="r" b="b"/>
              <a:pathLst>
                <a:path w="1238" h="4038" extrusionOk="0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47"/>
            <p:cNvSpPr/>
            <p:nvPr/>
          </p:nvSpPr>
          <p:spPr>
            <a:xfrm>
              <a:off x="88700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47"/>
            <p:cNvSpPr/>
            <p:nvPr/>
          </p:nvSpPr>
          <p:spPr>
            <a:xfrm>
              <a:off x="893575" y="1496125"/>
              <a:ext cx="58750" cy="15000"/>
            </a:xfrm>
            <a:custGeom>
              <a:avLst/>
              <a:gdLst/>
              <a:ahLst/>
              <a:cxnLst/>
              <a:rect l="l" t="t" r="r" b="b"/>
              <a:pathLst>
                <a:path w="2350" h="600" extrusionOk="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47"/>
            <p:cNvSpPr/>
            <p:nvPr/>
          </p:nvSpPr>
          <p:spPr>
            <a:xfrm>
              <a:off x="927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47"/>
            <p:cNvSpPr/>
            <p:nvPr/>
          </p:nvSpPr>
          <p:spPr>
            <a:xfrm>
              <a:off x="88670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47"/>
            <p:cNvSpPr/>
            <p:nvPr/>
          </p:nvSpPr>
          <p:spPr>
            <a:xfrm>
              <a:off x="897000" y="1522975"/>
              <a:ext cx="17200" cy="34700"/>
            </a:xfrm>
            <a:custGeom>
              <a:avLst/>
              <a:gdLst/>
              <a:ahLst/>
              <a:cxnLst/>
              <a:rect l="l" t="t" r="r" b="b"/>
              <a:pathLst>
                <a:path w="688" h="1388" extrusionOk="0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47"/>
            <p:cNvSpPr/>
            <p:nvPr/>
          </p:nvSpPr>
          <p:spPr>
            <a:xfrm>
              <a:off x="907925" y="1521425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47"/>
            <p:cNvSpPr/>
            <p:nvPr/>
          </p:nvSpPr>
          <p:spPr>
            <a:xfrm>
              <a:off x="915425" y="1512975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47"/>
            <p:cNvSpPr/>
            <p:nvPr/>
          </p:nvSpPr>
          <p:spPr>
            <a:xfrm>
              <a:off x="917300" y="1513300"/>
              <a:ext cx="17225" cy="6900"/>
            </a:xfrm>
            <a:custGeom>
              <a:avLst/>
              <a:gdLst/>
              <a:ahLst/>
              <a:cxnLst/>
              <a:rect l="l" t="t" r="r" b="b"/>
              <a:pathLst>
                <a:path w="689" h="276" extrusionOk="0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47"/>
            <p:cNvSpPr/>
            <p:nvPr/>
          </p:nvSpPr>
          <p:spPr>
            <a:xfrm>
              <a:off x="92605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47"/>
            <p:cNvSpPr/>
            <p:nvPr/>
          </p:nvSpPr>
          <p:spPr>
            <a:xfrm>
              <a:off x="620967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47"/>
            <p:cNvSpPr/>
            <p:nvPr/>
          </p:nvSpPr>
          <p:spPr>
            <a:xfrm>
              <a:off x="6575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47"/>
            <p:cNvSpPr/>
            <p:nvPr/>
          </p:nvSpPr>
          <p:spPr>
            <a:xfrm>
              <a:off x="6628300" y="1348025"/>
              <a:ext cx="73450" cy="77200"/>
            </a:xfrm>
            <a:custGeom>
              <a:avLst/>
              <a:gdLst/>
              <a:ahLst/>
              <a:cxnLst/>
              <a:rect l="l" t="t" r="r" b="b"/>
              <a:pathLst>
                <a:path w="2938" h="3088" extrusionOk="0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47"/>
            <p:cNvSpPr/>
            <p:nvPr/>
          </p:nvSpPr>
          <p:spPr>
            <a:xfrm>
              <a:off x="66555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47"/>
            <p:cNvSpPr/>
            <p:nvPr/>
          </p:nvSpPr>
          <p:spPr>
            <a:xfrm>
              <a:off x="6641425" y="1240875"/>
              <a:ext cx="206550" cy="104050"/>
            </a:xfrm>
            <a:custGeom>
              <a:avLst/>
              <a:gdLst/>
              <a:ahLst/>
              <a:cxnLst/>
              <a:rect l="l" t="t" r="r" b="b"/>
              <a:pathLst>
                <a:path w="8262" h="4162" extrusionOk="0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47"/>
            <p:cNvSpPr/>
            <p:nvPr/>
          </p:nvSpPr>
          <p:spPr>
            <a:xfrm>
              <a:off x="6499275" y="1245875"/>
              <a:ext cx="88450" cy="80000"/>
            </a:xfrm>
            <a:custGeom>
              <a:avLst/>
              <a:gdLst/>
              <a:ahLst/>
              <a:cxnLst/>
              <a:rect l="l" t="t" r="r" b="b"/>
              <a:pathLst>
                <a:path w="3538" h="3200" extrusionOk="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47"/>
            <p:cNvSpPr/>
            <p:nvPr/>
          </p:nvSpPr>
          <p:spPr>
            <a:xfrm>
              <a:off x="6443675" y="1272100"/>
              <a:ext cx="33125" cy="43775"/>
            </a:xfrm>
            <a:custGeom>
              <a:avLst/>
              <a:gdLst/>
              <a:ahLst/>
              <a:cxnLst/>
              <a:rect l="l" t="t" r="r" b="b"/>
              <a:pathLst>
                <a:path w="1325" h="1751" extrusionOk="0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47"/>
            <p:cNvSpPr/>
            <p:nvPr/>
          </p:nvSpPr>
          <p:spPr>
            <a:xfrm>
              <a:off x="6835450" y="1292100"/>
              <a:ext cx="31875" cy="31900"/>
            </a:xfrm>
            <a:custGeom>
              <a:avLst/>
              <a:gdLst/>
              <a:ahLst/>
              <a:cxnLst/>
              <a:rect l="l" t="t" r="r" b="b"/>
              <a:pathLst>
                <a:path w="1275" h="1276" extrusionOk="0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47"/>
            <p:cNvSpPr/>
            <p:nvPr/>
          </p:nvSpPr>
          <p:spPr>
            <a:xfrm>
              <a:off x="6713600" y="1274925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47"/>
            <p:cNvSpPr/>
            <p:nvPr/>
          </p:nvSpPr>
          <p:spPr>
            <a:xfrm>
              <a:off x="6777025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47"/>
            <p:cNvSpPr/>
            <p:nvPr/>
          </p:nvSpPr>
          <p:spPr>
            <a:xfrm>
              <a:off x="6753275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47"/>
            <p:cNvSpPr/>
            <p:nvPr/>
          </p:nvSpPr>
          <p:spPr>
            <a:xfrm>
              <a:off x="6617075" y="1363650"/>
              <a:ext cx="10000" cy="6900"/>
            </a:xfrm>
            <a:custGeom>
              <a:avLst/>
              <a:gdLst/>
              <a:ahLst/>
              <a:cxnLst/>
              <a:rect l="l" t="t" r="r" b="b"/>
              <a:pathLst>
                <a:path w="400" h="276" extrusionOk="0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47"/>
            <p:cNvSpPr/>
            <p:nvPr/>
          </p:nvSpPr>
          <p:spPr>
            <a:xfrm>
              <a:off x="6611450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47"/>
            <p:cNvSpPr/>
            <p:nvPr/>
          </p:nvSpPr>
          <p:spPr>
            <a:xfrm>
              <a:off x="6756400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47"/>
            <p:cNvSpPr/>
            <p:nvPr/>
          </p:nvSpPr>
          <p:spPr>
            <a:xfrm>
              <a:off x="6761100" y="1291175"/>
              <a:ext cx="72800" cy="22525"/>
            </a:xfrm>
            <a:custGeom>
              <a:avLst/>
              <a:gdLst/>
              <a:ahLst/>
              <a:cxnLst/>
              <a:rect l="l" t="t" r="r" b="b"/>
              <a:pathLst>
                <a:path w="2912" h="901" extrusionOk="0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47"/>
            <p:cNvSpPr/>
            <p:nvPr/>
          </p:nvSpPr>
          <p:spPr>
            <a:xfrm>
              <a:off x="6762650" y="1296800"/>
              <a:ext cx="70325" cy="23450"/>
            </a:xfrm>
            <a:custGeom>
              <a:avLst/>
              <a:gdLst/>
              <a:ahLst/>
              <a:cxnLst/>
              <a:rect l="l" t="t" r="r" b="b"/>
              <a:pathLst>
                <a:path w="2813" h="938" extrusionOk="0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47"/>
            <p:cNvSpPr/>
            <p:nvPr/>
          </p:nvSpPr>
          <p:spPr>
            <a:xfrm>
              <a:off x="6662675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47"/>
            <p:cNvSpPr/>
            <p:nvPr/>
          </p:nvSpPr>
          <p:spPr>
            <a:xfrm>
              <a:off x="6669850" y="1250875"/>
              <a:ext cx="15975" cy="54375"/>
            </a:xfrm>
            <a:custGeom>
              <a:avLst/>
              <a:gdLst/>
              <a:ahLst/>
              <a:cxnLst/>
              <a:rect l="l" t="t" r="r" b="b"/>
              <a:pathLst>
                <a:path w="639" h="2175" extrusionOk="0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47"/>
            <p:cNvSpPr/>
            <p:nvPr/>
          </p:nvSpPr>
          <p:spPr>
            <a:xfrm>
              <a:off x="6330275" y="1310225"/>
              <a:ext cx="82800" cy="26900"/>
            </a:xfrm>
            <a:custGeom>
              <a:avLst/>
              <a:gdLst/>
              <a:ahLst/>
              <a:cxnLst/>
              <a:rect l="l" t="t" r="r" b="b"/>
              <a:pathLst>
                <a:path w="3312" h="1076" extrusionOk="0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47"/>
            <p:cNvSpPr/>
            <p:nvPr/>
          </p:nvSpPr>
          <p:spPr>
            <a:xfrm>
              <a:off x="6312450" y="1314900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47"/>
            <p:cNvSpPr/>
            <p:nvPr/>
          </p:nvSpPr>
          <p:spPr>
            <a:xfrm>
              <a:off x="68148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47"/>
            <p:cNvSpPr/>
            <p:nvPr/>
          </p:nvSpPr>
          <p:spPr>
            <a:xfrm>
              <a:off x="6715800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47"/>
            <p:cNvSpPr/>
            <p:nvPr/>
          </p:nvSpPr>
          <p:spPr>
            <a:xfrm>
              <a:off x="6781700" y="1520175"/>
              <a:ext cx="77200" cy="73125"/>
            </a:xfrm>
            <a:custGeom>
              <a:avLst/>
              <a:gdLst/>
              <a:ahLst/>
              <a:cxnLst/>
              <a:rect l="l" t="t" r="r" b="b"/>
              <a:pathLst>
                <a:path w="3088" h="2925" extrusionOk="0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47"/>
            <p:cNvSpPr/>
            <p:nvPr/>
          </p:nvSpPr>
          <p:spPr>
            <a:xfrm>
              <a:off x="6787950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47"/>
            <p:cNvSpPr/>
            <p:nvPr/>
          </p:nvSpPr>
          <p:spPr>
            <a:xfrm>
              <a:off x="6862300" y="1373950"/>
              <a:ext cx="104075" cy="206550"/>
            </a:xfrm>
            <a:custGeom>
              <a:avLst/>
              <a:gdLst/>
              <a:ahLst/>
              <a:cxnLst/>
              <a:rect l="l" t="t" r="r" b="b"/>
              <a:pathLst>
                <a:path w="4163" h="8262" extrusionOk="0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47"/>
            <p:cNvSpPr/>
            <p:nvPr/>
          </p:nvSpPr>
          <p:spPr>
            <a:xfrm>
              <a:off x="6879800" y="1634200"/>
              <a:ext cx="81575" cy="88450"/>
            </a:xfrm>
            <a:custGeom>
              <a:avLst/>
              <a:gdLst/>
              <a:ahLst/>
              <a:cxnLst/>
              <a:rect l="l" t="t" r="r" b="b"/>
              <a:pathLst>
                <a:path w="3263" h="3538" extrusionOk="0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47"/>
            <p:cNvSpPr/>
            <p:nvPr/>
          </p:nvSpPr>
          <p:spPr>
            <a:xfrm>
              <a:off x="689105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47"/>
            <p:cNvSpPr/>
            <p:nvPr/>
          </p:nvSpPr>
          <p:spPr>
            <a:xfrm>
              <a:off x="688292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47"/>
            <p:cNvSpPr/>
            <p:nvPr/>
          </p:nvSpPr>
          <p:spPr>
            <a:xfrm>
              <a:off x="68192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47"/>
            <p:cNvSpPr/>
            <p:nvPr/>
          </p:nvSpPr>
          <p:spPr>
            <a:xfrm>
              <a:off x="6798275" y="1413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47"/>
            <p:cNvSpPr/>
            <p:nvPr/>
          </p:nvSpPr>
          <p:spPr>
            <a:xfrm>
              <a:off x="6803900" y="1462675"/>
              <a:ext cx="10000" cy="5975"/>
            </a:xfrm>
            <a:custGeom>
              <a:avLst/>
              <a:gdLst/>
              <a:ahLst/>
              <a:cxnLst/>
              <a:rect l="l" t="t" r="r" b="b"/>
              <a:pathLst>
                <a:path w="400" h="239" extrusionOk="0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47"/>
            <p:cNvSpPr/>
            <p:nvPr/>
          </p:nvSpPr>
          <p:spPr>
            <a:xfrm>
              <a:off x="6836375" y="1594850"/>
              <a:ext cx="7225" cy="10000"/>
            </a:xfrm>
            <a:custGeom>
              <a:avLst/>
              <a:gdLst/>
              <a:ahLst/>
              <a:cxnLst/>
              <a:rect l="l" t="t" r="r" b="b"/>
              <a:pathLst>
                <a:path w="289" h="400" extrusionOk="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47"/>
            <p:cNvSpPr/>
            <p:nvPr/>
          </p:nvSpPr>
          <p:spPr>
            <a:xfrm>
              <a:off x="694542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47"/>
            <p:cNvSpPr/>
            <p:nvPr/>
          </p:nvSpPr>
          <p:spPr>
            <a:xfrm>
              <a:off x="6942300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47"/>
            <p:cNvSpPr/>
            <p:nvPr/>
          </p:nvSpPr>
          <p:spPr>
            <a:xfrm>
              <a:off x="6893250" y="1388025"/>
              <a:ext cx="22500" cy="72800"/>
            </a:xfrm>
            <a:custGeom>
              <a:avLst/>
              <a:gdLst/>
              <a:ahLst/>
              <a:cxnLst/>
              <a:rect l="l" t="t" r="r" b="b"/>
              <a:pathLst>
                <a:path w="900" h="2912" extrusionOk="0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47"/>
            <p:cNvSpPr/>
            <p:nvPr/>
          </p:nvSpPr>
          <p:spPr>
            <a:xfrm>
              <a:off x="6886375" y="1388950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47"/>
            <p:cNvSpPr/>
            <p:nvPr/>
          </p:nvSpPr>
          <p:spPr>
            <a:xfrm>
              <a:off x="69013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47"/>
            <p:cNvSpPr/>
            <p:nvPr/>
          </p:nvSpPr>
          <p:spPr>
            <a:xfrm>
              <a:off x="6901675" y="1530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47"/>
            <p:cNvSpPr/>
            <p:nvPr/>
          </p:nvSpPr>
          <p:spPr>
            <a:xfrm>
              <a:off x="6869800" y="1808525"/>
              <a:ext cx="26900" cy="82825"/>
            </a:xfrm>
            <a:custGeom>
              <a:avLst/>
              <a:gdLst/>
              <a:ahLst/>
              <a:cxnLst/>
              <a:rect l="l" t="t" r="r" b="b"/>
              <a:pathLst>
                <a:path w="1076" h="3313" extrusionOk="0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47"/>
            <p:cNvSpPr/>
            <p:nvPr/>
          </p:nvSpPr>
          <p:spPr>
            <a:xfrm>
              <a:off x="6861050" y="1808525"/>
              <a:ext cx="30975" cy="100950"/>
            </a:xfrm>
            <a:custGeom>
              <a:avLst/>
              <a:gdLst/>
              <a:ahLst/>
              <a:cxnLst/>
              <a:rect l="l" t="t" r="r" b="b"/>
              <a:pathLst>
                <a:path w="1239" h="4038" extrusionOk="0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47"/>
            <p:cNvSpPr/>
            <p:nvPr/>
          </p:nvSpPr>
          <p:spPr>
            <a:xfrm>
              <a:off x="670485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47"/>
            <p:cNvSpPr/>
            <p:nvPr/>
          </p:nvSpPr>
          <p:spPr>
            <a:xfrm>
              <a:off x="6648000" y="1496125"/>
              <a:ext cx="59075" cy="15000"/>
            </a:xfrm>
            <a:custGeom>
              <a:avLst/>
              <a:gdLst/>
              <a:ahLst/>
              <a:cxnLst/>
              <a:rect l="l" t="t" r="r" b="b"/>
              <a:pathLst>
                <a:path w="2363" h="600" extrusionOk="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47"/>
            <p:cNvSpPr/>
            <p:nvPr/>
          </p:nvSpPr>
          <p:spPr>
            <a:xfrm>
              <a:off x="6648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47"/>
            <p:cNvSpPr/>
            <p:nvPr/>
          </p:nvSpPr>
          <p:spPr>
            <a:xfrm>
              <a:off x="668705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47"/>
            <p:cNvSpPr/>
            <p:nvPr/>
          </p:nvSpPr>
          <p:spPr>
            <a:xfrm>
              <a:off x="6686100" y="1522975"/>
              <a:ext cx="17225" cy="34700"/>
            </a:xfrm>
            <a:custGeom>
              <a:avLst/>
              <a:gdLst/>
              <a:ahLst/>
              <a:cxnLst/>
              <a:rect l="l" t="t" r="r" b="b"/>
              <a:pathLst>
                <a:path w="689" h="1388" extrusionOk="0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47"/>
            <p:cNvSpPr/>
            <p:nvPr/>
          </p:nvSpPr>
          <p:spPr>
            <a:xfrm>
              <a:off x="6669850" y="1521425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47"/>
            <p:cNvSpPr/>
            <p:nvPr/>
          </p:nvSpPr>
          <p:spPr>
            <a:xfrm>
              <a:off x="6668925" y="1512975"/>
              <a:ext cx="15650" cy="19100"/>
            </a:xfrm>
            <a:custGeom>
              <a:avLst/>
              <a:gdLst/>
              <a:ahLst/>
              <a:cxnLst/>
              <a:rect l="l" t="t" r="r" b="b"/>
              <a:pathLst>
                <a:path w="626" h="764" extrusionOk="0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47"/>
            <p:cNvSpPr/>
            <p:nvPr/>
          </p:nvSpPr>
          <p:spPr>
            <a:xfrm>
              <a:off x="6665800" y="151330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47"/>
            <p:cNvSpPr/>
            <p:nvPr/>
          </p:nvSpPr>
          <p:spPr>
            <a:xfrm>
              <a:off x="664580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47"/>
            <p:cNvSpPr/>
            <p:nvPr/>
          </p:nvSpPr>
          <p:spPr>
            <a:xfrm>
              <a:off x="6217175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47"/>
            <p:cNvSpPr/>
            <p:nvPr/>
          </p:nvSpPr>
          <p:spPr>
            <a:xfrm>
              <a:off x="6582375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47"/>
            <p:cNvSpPr/>
            <p:nvPr/>
          </p:nvSpPr>
          <p:spPr>
            <a:xfrm>
              <a:off x="6636125" y="4276625"/>
              <a:ext cx="72825" cy="77200"/>
            </a:xfrm>
            <a:custGeom>
              <a:avLst/>
              <a:gdLst/>
              <a:ahLst/>
              <a:cxnLst/>
              <a:rect l="l" t="t" r="r" b="b"/>
              <a:pathLst>
                <a:path w="2913" h="3088" extrusionOk="0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47"/>
            <p:cNvSpPr/>
            <p:nvPr/>
          </p:nvSpPr>
          <p:spPr>
            <a:xfrm>
              <a:off x="6662675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47"/>
            <p:cNvSpPr/>
            <p:nvPr/>
          </p:nvSpPr>
          <p:spPr>
            <a:xfrm>
              <a:off x="6648925" y="4357225"/>
              <a:ext cx="206550" cy="103750"/>
            </a:xfrm>
            <a:custGeom>
              <a:avLst/>
              <a:gdLst/>
              <a:ahLst/>
              <a:cxnLst/>
              <a:rect l="l" t="t" r="r" b="b"/>
              <a:pathLst>
                <a:path w="8262" h="4150" extrusionOk="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47"/>
            <p:cNvSpPr/>
            <p:nvPr/>
          </p:nvSpPr>
          <p:spPr>
            <a:xfrm>
              <a:off x="6506475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47"/>
            <p:cNvSpPr/>
            <p:nvPr/>
          </p:nvSpPr>
          <p:spPr>
            <a:xfrm>
              <a:off x="6450850" y="4386300"/>
              <a:ext cx="33150" cy="43450"/>
            </a:xfrm>
            <a:custGeom>
              <a:avLst/>
              <a:gdLst/>
              <a:ahLst/>
              <a:cxnLst/>
              <a:rect l="l" t="t" r="r" b="b"/>
              <a:pathLst>
                <a:path w="1326" h="1738" extrusionOk="0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47"/>
            <p:cNvSpPr/>
            <p:nvPr/>
          </p:nvSpPr>
          <p:spPr>
            <a:xfrm>
              <a:off x="684262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47"/>
            <p:cNvSpPr/>
            <p:nvPr/>
          </p:nvSpPr>
          <p:spPr>
            <a:xfrm>
              <a:off x="67207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47"/>
            <p:cNvSpPr/>
            <p:nvPr/>
          </p:nvSpPr>
          <p:spPr>
            <a:xfrm>
              <a:off x="6784200" y="4293200"/>
              <a:ext cx="30650" cy="32500"/>
            </a:xfrm>
            <a:custGeom>
              <a:avLst/>
              <a:gdLst/>
              <a:ahLst/>
              <a:cxnLst/>
              <a:rect l="l" t="t" r="r" b="b"/>
              <a:pathLst>
                <a:path w="1226" h="1300" extrusionOk="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47"/>
            <p:cNvSpPr/>
            <p:nvPr/>
          </p:nvSpPr>
          <p:spPr>
            <a:xfrm>
              <a:off x="67607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47"/>
            <p:cNvSpPr/>
            <p:nvPr/>
          </p:nvSpPr>
          <p:spPr>
            <a:xfrm>
              <a:off x="6624250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47"/>
            <p:cNvSpPr/>
            <p:nvPr/>
          </p:nvSpPr>
          <p:spPr>
            <a:xfrm>
              <a:off x="66186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47"/>
            <p:cNvSpPr/>
            <p:nvPr/>
          </p:nvSpPr>
          <p:spPr>
            <a:xfrm>
              <a:off x="6763900" y="4437225"/>
              <a:ext cx="32825" cy="31250"/>
            </a:xfrm>
            <a:custGeom>
              <a:avLst/>
              <a:gdLst/>
              <a:ahLst/>
              <a:cxnLst/>
              <a:rect l="l" t="t" r="r" b="b"/>
              <a:pathLst>
                <a:path w="1313" h="1250" extrusionOk="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47"/>
            <p:cNvSpPr/>
            <p:nvPr/>
          </p:nvSpPr>
          <p:spPr>
            <a:xfrm>
              <a:off x="6768275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47"/>
            <p:cNvSpPr/>
            <p:nvPr/>
          </p:nvSpPr>
          <p:spPr>
            <a:xfrm>
              <a:off x="6769525" y="43816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47"/>
            <p:cNvSpPr/>
            <p:nvPr/>
          </p:nvSpPr>
          <p:spPr>
            <a:xfrm>
              <a:off x="666985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47"/>
            <p:cNvSpPr/>
            <p:nvPr/>
          </p:nvSpPr>
          <p:spPr>
            <a:xfrm>
              <a:off x="6677050" y="4396600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47"/>
            <p:cNvSpPr/>
            <p:nvPr/>
          </p:nvSpPr>
          <p:spPr>
            <a:xfrm>
              <a:off x="6337750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47"/>
            <p:cNvSpPr/>
            <p:nvPr/>
          </p:nvSpPr>
          <p:spPr>
            <a:xfrm>
              <a:off x="6319650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47"/>
            <p:cNvSpPr/>
            <p:nvPr/>
          </p:nvSpPr>
          <p:spPr>
            <a:xfrm>
              <a:off x="68223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47"/>
            <p:cNvSpPr/>
            <p:nvPr/>
          </p:nvSpPr>
          <p:spPr>
            <a:xfrm>
              <a:off x="6723275" y="4055125"/>
              <a:ext cx="121250" cy="180925"/>
            </a:xfrm>
            <a:custGeom>
              <a:avLst/>
              <a:gdLst/>
              <a:ahLst/>
              <a:cxnLst/>
              <a:rect l="l" t="t" r="r" b="b"/>
              <a:pathLst>
                <a:path w="4850" h="7237" extrusionOk="0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47"/>
            <p:cNvSpPr/>
            <p:nvPr/>
          </p:nvSpPr>
          <p:spPr>
            <a:xfrm>
              <a:off x="67892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47"/>
            <p:cNvSpPr/>
            <p:nvPr/>
          </p:nvSpPr>
          <p:spPr>
            <a:xfrm>
              <a:off x="6795150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47"/>
            <p:cNvSpPr/>
            <p:nvPr/>
          </p:nvSpPr>
          <p:spPr>
            <a:xfrm>
              <a:off x="6869500" y="41213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47"/>
            <p:cNvSpPr/>
            <p:nvPr/>
          </p:nvSpPr>
          <p:spPr>
            <a:xfrm>
              <a:off x="6887000" y="3978900"/>
              <a:ext cx="81875" cy="88750"/>
            </a:xfrm>
            <a:custGeom>
              <a:avLst/>
              <a:gdLst/>
              <a:ahLst/>
              <a:cxnLst/>
              <a:rect l="l" t="t" r="r" b="b"/>
              <a:pathLst>
                <a:path w="3275" h="3550" extrusionOk="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47"/>
            <p:cNvSpPr/>
            <p:nvPr/>
          </p:nvSpPr>
          <p:spPr>
            <a:xfrm>
              <a:off x="6898550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47"/>
            <p:cNvSpPr/>
            <p:nvPr/>
          </p:nvSpPr>
          <p:spPr>
            <a:xfrm>
              <a:off x="6890425" y="4315375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47"/>
            <p:cNvSpPr/>
            <p:nvPr/>
          </p:nvSpPr>
          <p:spPr>
            <a:xfrm>
              <a:off x="6826375" y="4193850"/>
              <a:ext cx="112825" cy="77500"/>
            </a:xfrm>
            <a:custGeom>
              <a:avLst/>
              <a:gdLst/>
              <a:ahLst/>
              <a:cxnLst/>
              <a:rect l="l" t="t" r="r" b="b"/>
              <a:pathLst>
                <a:path w="4513" h="3100" extrusionOk="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47"/>
            <p:cNvSpPr/>
            <p:nvPr/>
          </p:nvSpPr>
          <p:spPr>
            <a:xfrm>
              <a:off x="6805775" y="4256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47"/>
            <p:cNvSpPr/>
            <p:nvPr/>
          </p:nvSpPr>
          <p:spPr>
            <a:xfrm>
              <a:off x="6811400" y="4233200"/>
              <a:ext cx="9700" cy="5975"/>
            </a:xfrm>
            <a:custGeom>
              <a:avLst/>
              <a:gdLst/>
              <a:ahLst/>
              <a:cxnLst/>
              <a:rect l="l" t="t" r="r" b="b"/>
              <a:pathLst>
                <a:path w="388" h="239" extrusionOk="0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47"/>
            <p:cNvSpPr/>
            <p:nvPr/>
          </p:nvSpPr>
          <p:spPr>
            <a:xfrm>
              <a:off x="684387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47"/>
            <p:cNvSpPr/>
            <p:nvPr/>
          </p:nvSpPr>
          <p:spPr>
            <a:xfrm>
              <a:off x="6952925" y="4091375"/>
              <a:ext cx="27500" cy="156850"/>
            </a:xfrm>
            <a:custGeom>
              <a:avLst/>
              <a:gdLst/>
              <a:ahLst/>
              <a:cxnLst/>
              <a:rect l="l" t="t" r="r" b="b"/>
              <a:pathLst>
                <a:path w="1100" h="6274" extrusionOk="0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47"/>
            <p:cNvSpPr/>
            <p:nvPr/>
          </p:nvSpPr>
          <p:spPr>
            <a:xfrm>
              <a:off x="6949475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47"/>
            <p:cNvSpPr/>
            <p:nvPr/>
          </p:nvSpPr>
          <p:spPr>
            <a:xfrm>
              <a:off x="6900425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47"/>
            <p:cNvSpPr/>
            <p:nvPr/>
          </p:nvSpPr>
          <p:spPr>
            <a:xfrm>
              <a:off x="68938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47"/>
            <p:cNvSpPr/>
            <p:nvPr/>
          </p:nvSpPr>
          <p:spPr>
            <a:xfrm>
              <a:off x="6908850" y="4142600"/>
              <a:ext cx="56575" cy="17850"/>
            </a:xfrm>
            <a:custGeom>
              <a:avLst/>
              <a:gdLst/>
              <a:ahLst/>
              <a:cxnLst/>
              <a:rect l="l" t="t" r="r" b="b"/>
              <a:pathLst>
                <a:path w="2263" h="714" extrusionOk="0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47"/>
            <p:cNvSpPr/>
            <p:nvPr/>
          </p:nvSpPr>
          <p:spPr>
            <a:xfrm>
              <a:off x="69091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47"/>
            <p:cNvSpPr/>
            <p:nvPr/>
          </p:nvSpPr>
          <p:spPr>
            <a:xfrm>
              <a:off x="6877300" y="3810500"/>
              <a:ext cx="26600" cy="82825"/>
            </a:xfrm>
            <a:custGeom>
              <a:avLst/>
              <a:gdLst/>
              <a:ahLst/>
              <a:cxnLst/>
              <a:rect l="l" t="t" r="r" b="b"/>
              <a:pathLst>
                <a:path w="1064" h="3313" extrusionOk="0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47"/>
            <p:cNvSpPr/>
            <p:nvPr/>
          </p:nvSpPr>
          <p:spPr>
            <a:xfrm>
              <a:off x="6868550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47"/>
            <p:cNvSpPr/>
            <p:nvPr/>
          </p:nvSpPr>
          <p:spPr>
            <a:xfrm>
              <a:off x="6712050" y="4197600"/>
              <a:ext cx="8450" cy="8150"/>
            </a:xfrm>
            <a:custGeom>
              <a:avLst/>
              <a:gdLst/>
              <a:ahLst/>
              <a:cxnLst/>
              <a:rect l="l" t="t" r="r" b="b"/>
              <a:pathLst>
                <a:path w="338" h="326" extrusionOk="0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47"/>
            <p:cNvSpPr/>
            <p:nvPr/>
          </p:nvSpPr>
          <p:spPr>
            <a:xfrm>
              <a:off x="6655500" y="4190725"/>
              <a:ext cx="58750" cy="15025"/>
            </a:xfrm>
            <a:custGeom>
              <a:avLst/>
              <a:gdLst/>
              <a:ahLst/>
              <a:cxnLst/>
              <a:rect l="l" t="t" r="r" b="b"/>
              <a:pathLst>
                <a:path w="2350" h="601" extrusionOk="0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47"/>
            <p:cNvSpPr/>
            <p:nvPr/>
          </p:nvSpPr>
          <p:spPr>
            <a:xfrm>
              <a:off x="6655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3138;p47"/>
            <p:cNvSpPr/>
            <p:nvPr/>
          </p:nvSpPr>
          <p:spPr>
            <a:xfrm>
              <a:off x="6694550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3139;p47"/>
            <p:cNvSpPr/>
            <p:nvPr/>
          </p:nvSpPr>
          <p:spPr>
            <a:xfrm>
              <a:off x="66936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47"/>
            <p:cNvSpPr/>
            <p:nvPr/>
          </p:nvSpPr>
          <p:spPr>
            <a:xfrm>
              <a:off x="6676725" y="4169150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47"/>
            <p:cNvSpPr/>
            <p:nvPr/>
          </p:nvSpPr>
          <p:spPr>
            <a:xfrm>
              <a:off x="6675800" y="4169150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47"/>
            <p:cNvSpPr/>
            <p:nvPr/>
          </p:nvSpPr>
          <p:spPr>
            <a:xfrm>
              <a:off x="6672975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47"/>
            <p:cNvSpPr/>
            <p:nvPr/>
          </p:nvSpPr>
          <p:spPr>
            <a:xfrm>
              <a:off x="665300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47"/>
            <p:cNvSpPr/>
            <p:nvPr/>
          </p:nvSpPr>
          <p:spPr>
            <a:xfrm>
              <a:off x="846700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3145;p47"/>
            <p:cNvSpPr/>
            <p:nvPr/>
          </p:nvSpPr>
          <p:spPr>
            <a:xfrm>
              <a:off x="851700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3146;p47"/>
            <p:cNvSpPr/>
            <p:nvPr/>
          </p:nvSpPr>
          <p:spPr>
            <a:xfrm>
              <a:off x="905750" y="42766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3147;p47"/>
            <p:cNvSpPr/>
            <p:nvPr/>
          </p:nvSpPr>
          <p:spPr>
            <a:xfrm>
              <a:off x="952300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3148;p47"/>
            <p:cNvSpPr/>
            <p:nvPr/>
          </p:nvSpPr>
          <p:spPr>
            <a:xfrm>
              <a:off x="759550" y="4357225"/>
              <a:ext cx="206825" cy="103750"/>
            </a:xfrm>
            <a:custGeom>
              <a:avLst/>
              <a:gdLst/>
              <a:ahLst/>
              <a:cxnLst/>
              <a:rect l="l" t="t" r="r" b="b"/>
              <a:pathLst>
                <a:path w="8273" h="4150" extrusionOk="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3149;p47"/>
            <p:cNvSpPr/>
            <p:nvPr/>
          </p:nvSpPr>
          <p:spPr>
            <a:xfrm>
              <a:off x="1020100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0" name="Google Shape;3150;p47"/>
            <p:cNvSpPr/>
            <p:nvPr/>
          </p:nvSpPr>
          <p:spPr>
            <a:xfrm>
              <a:off x="1130700" y="4386300"/>
              <a:ext cx="33450" cy="43450"/>
            </a:xfrm>
            <a:custGeom>
              <a:avLst/>
              <a:gdLst/>
              <a:ahLst/>
              <a:cxnLst/>
              <a:rect l="l" t="t" r="r" b="b"/>
              <a:pathLst>
                <a:path w="1338" h="1738" extrusionOk="0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1" name="Google Shape;3151;p47"/>
            <p:cNvSpPr/>
            <p:nvPr/>
          </p:nvSpPr>
          <p:spPr>
            <a:xfrm>
              <a:off x="74047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2" name="Google Shape;3152;p47"/>
            <p:cNvSpPr/>
            <p:nvPr/>
          </p:nvSpPr>
          <p:spPr>
            <a:xfrm>
              <a:off x="8160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3" name="Google Shape;3153;p47"/>
            <p:cNvSpPr/>
            <p:nvPr/>
          </p:nvSpPr>
          <p:spPr>
            <a:xfrm>
              <a:off x="799850" y="4293200"/>
              <a:ext cx="30950" cy="32500"/>
            </a:xfrm>
            <a:custGeom>
              <a:avLst/>
              <a:gdLst/>
              <a:ahLst/>
              <a:cxnLst/>
              <a:rect l="l" t="t" r="r" b="b"/>
              <a:pathLst>
                <a:path w="1238" h="1300" extrusionOk="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4" name="Google Shape;3154;p47"/>
            <p:cNvSpPr/>
            <p:nvPr/>
          </p:nvSpPr>
          <p:spPr>
            <a:xfrm>
              <a:off x="8485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5" name="Google Shape;3155;p47"/>
            <p:cNvSpPr/>
            <p:nvPr/>
          </p:nvSpPr>
          <p:spPr>
            <a:xfrm>
              <a:off x="980725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6" name="Google Shape;3156;p47"/>
            <p:cNvSpPr/>
            <p:nvPr/>
          </p:nvSpPr>
          <p:spPr>
            <a:xfrm>
              <a:off x="8395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7" name="Google Shape;3157;p47"/>
            <p:cNvSpPr/>
            <p:nvPr/>
          </p:nvSpPr>
          <p:spPr>
            <a:xfrm>
              <a:off x="817950" y="4437225"/>
              <a:ext cx="33150" cy="31250"/>
            </a:xfrm>
            <a:custGeom>
              <a:avLst/>
              <a:gdLst/>
              <a:ahLst/>
              <a:cxnLst/>
              <a:rect l="l" t="t" r="r" b="b"/>
              <a:pathLst>
                <a:path w="1326" h="1250" extrusionOk="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8" name="Google Shape;3158;p47"/>
            <p:cNvSpPr/>
            <p:nvPr/>
          </p:nvSpPr>
          <p:spPr>
            <a:xfrm>
              <a:off x="773900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9" name="Google Shape;3159;p47"/>
            <p:cNvSpPr/>
            <p:nvPr/>
          </p:nvSpPr>
          <p:spPr>
            <a:xfrm>
              <a:off x="774525" y="4381600"/>
              <a:ext cx="70650" cy="23450"/>
            </a:xfrm>
            <a:custGeom>
              <a:avLst/>
              <a:gdLst/>
              <a:ahLst/>
              <a:cxnLst/>
              <a:rect l="l" t="t" r="r" b="b"/>
              <a:pathLst>
                <a:path w="2826" h="938" extrusionOk="0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0" name="Google Shape;3160;p47"/>
            <p:cNvSpPr/>
            <p:nvPr/>
          </p:nvSpPr>
          <p:spPr>
            <a:xfrm>
              <a:off x="92730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1" name="Google Shape;3161;p47"/>
            <p:cNvSpPr/>
            <p:nvPr/>
          </p:nvSpPr>
          <p:spPr>
            <a:xfrm>
              <a:off x="922000" y="4396600"/>
              <a:ext cx="15950" cy="54375"/>
            </a:xfrm>
            <a:custGeom>
              <a:avLst/>
              <a:gdLst/>
              <a:ahLst/>
              <a:cxnLst/>
              <a:rect l="l" t="t" r="r" b="b"/>
              <a:pathLst>
                <a:path w="638" h="2175" extrusionOk="0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2" name="Google Shape;3162;p47"/>
            <p:cNvSpPr/>
            <p:nvPr/>
          </p:nvSpPr>
          <p:spPr>
            <a:xfrm>
              <a:off x="1194425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3" name="Google Shape;3163;p47"/>
            <p:cNvSpPr/>
            <p:nvPr/>
          </p:nvSpPr>
          <p:spPr>
            <a:xfrm>
              <a:off x="1194425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4" name="Google Shape;3164;p47"/>
            <p:cNvSpPr/>
            <p:nvPr/>
          </p:nvSpPr>
          <p:spPr>
            <a:xfrm>
              <a:off x="5930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5" name="Google Shape;3165;p47"/>
            <p:cNvSpPr/>
            <p:nvPr/>
          </p:nvSpPr>
          <p:spPr>
            <a:xfrm>
              <a:off x="770150" y="4055125"/>
              <a:ext cx="121575" cy="180925"/>
            </a:xfrm>
            <a:custGeom>
              <a:avLst/>
              <a:gdLst/>
              <a:ahLst/>
              <a:cxnLst/>
              <a:rect l="l" t="t" r="r" b="b"/>
              <a:pathLst>
                <a:path w="4863" h="7237" extrusionOk="0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6" name="Google Shape;3166;p47"/>
            <p:cNvSpPr/>
            <p:nvPr/>
          </p:nvSpPr>
          <p:spPr>
            <a:xfrm>
              <a:off x="7486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7" name="Google Shape;3167;p47"/>
            <p:cNvSpPr/>
            <p:nvPr/>
          </p:nvSpPr>
          <p:spPr>
            <a:xfrm>
              <a:off x="819525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8" name="Google Shape;3168;p47"/>
            <p:cNvSpPr/>
            <p:nvPr/>
          </p:nvSpPr>
          <p:spPr>
            <a:xfrm>
              <a:off x="641450" y="4121350"/>
              <a:ext cx="103750" cy="206550"/>
            </a:xfrm>
            <a:custGeom>
              <a:avLst/>
              <a:gdLst/>
              <a:ahLst/>
              <a:cxnLst/>
              <a:rect l="l" t="t" r="r" b="b"/>
              <a:pathLst>
                <a:path w="4150" h="8262" extrusionOk="0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9" name="Google Shape;3169;p47"/>
            <p:cNvSpPr/>
            <p:nvPr/>
          </p:nvSpPr>
          <p:spPr>
            <a:xfrm>
              <a:off x="646450" y="3978900"/>
              <a:ext cx="81250" cy="88750"/>
            </a:xfrm>
            <a:custGeom>
              <a:avLst/>
              <a:gdLst/>
              <a:ahLst/>
              <a:cxnLst/>
              <a:rect l="l" t="t" r="r" b="b"/>
              <a:pathLst>
                <a:path w="3250" h="3550" extrusionOk="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0" name="Google Shape;3170;p47"/>
            <p:cNvSpPr/>
            <p:nvPr/>
          </p:nvSpPr>
          <p:spPr>
            <a:xfrm>
              <a:off x="672675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1" name="Google Shape;3171;p47"/>
            <p:cNvSpPr/>
            <p:nvPr/>
          </p:nvSpPr>
          <p:spPr>
            <a:xfrm>
              <a:off x="692375" y="4315375"/>
              <a:ext cx="32200" cy="31900"/>
            </a:xfrm>
            <a:custGeom>
              <a:avLst/>
              <a:gdLst/>
              <a:ahLst/>
              <a:cxnLst/>
              <a:rect l="l" t="t" r="r" b="b"/>
              <a:pathLst>
                <a:path w="1288" h="1276" extrusionOk="0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2" name="Google Shape;3172;p47"/>
            <p:cNvSpPr/>
            <p:nvPr/>
          </p:nvSpPr>
          <p:spPr>
            <a:xfrm>
              <a:off x="675500" y="419385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3" name="Google Shape;3173;p47"/>
            <p:cNvSpPr/>
            <p:nvPr/>
          </p:nvSpPr>
          <p:spPr>
            <a:xfrm>
              <a:off x="776725" y="4256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4" name="Google Shape;3174;p47"/>
            <p:cNvSpPr/>
            <p:nvPr/>
          </p:nvSpPr>
          <p:spPr>
            <a:xfrm>
              <a:off x="793900" y="4233200"/>
              <a:ext cx="9725" cy="5975"/>
            </a:xfrm>
            <a:custGeom>
              <a:avLst/>
              <a:gdLst/>
              <a:ahLst/>
              <a:cxnLst/>
              <a:rect l="l" t="t" r="r" b="b"/>
              <a:pathLst>
                <a:path w="389" h="239" extrusionOk="0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5" name="Google Shape;3175;p47"/>
            <p:cNvSpPr/>
            <p:nvPr/>
          </p:nvSpPr>
          <p:spPr>
            <a:xfrm>
              <a:off x="76422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6" name="Google Shape;3176;p47"/>
            <p:cNvSpPr/>
            <p:nvPr/>
          </p:nvSpPr>
          <p:spPr>
            <a:xfrm>
              <a:off x="634250" y="4091375"/>
              <a:ext cx="27850" cy="156850"/>
            </a:xfrm>
            <a:custGeom>
              <a:avLst/>
              <a:gdLst/>
              <a:ahLst/>
              <a:cxnLst/>
              <a:rect l="l" t="t" r="r" b="b"/>
              <a:pathLst>
                <a:path w="1114" h="6274" extrusionOk="0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7" name="Google Shape;3177;p47"/>
            <p:cNvSpPr/>
            <p:nvPr/>
          </p:nvSpPr>
          <p:spPr>
            <a:xfrm>
              <a:off x="634250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8" name="Google Shape;3178;p47"/>
            <p:cNvSpPr/>
            <p:nvPr/>
          </p:nvSpPr>
          <p:spPr>
            <a:xfrm>
              <a:off x="691750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9" name="Google Shape;3179;p47"/>
            <p:cNvSpPr/>
            <p:nvPr/>
          </p:nvSpPr>
          <p:spPr>
            <a:xfrm>
              <a:off x="6976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0" name="Google Shape;3180;p47"/>
            <p:cNvSpPr/>
            <p:nvPr/>
          </p:nvSpPr>
          <p:spPr>
            <a:xfrm>
              <a:off x="649250" y="4142600"/>
              <a:ext cx="56900" cy="18150"/>
            </a:xfrm>
            <a:custGeom>
              <a:avLst/>
              <a:gdLst/>
              <a:ahLst/>
              <a:cxnLst/>
              <a:rect l="l" t="t" r="r" b="b"/>
              <a:pathLst>
                <a:path w="2276" h="726" extrusionOk="0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1" name="Google Shape;3181;p47"/>
            <p:cNvSpPr/>
            <p:nvPr/>
          </p:nvSpPr>
          <p:spPr>
            <a:xfrm>
              <a:off x="6495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2" name="Google Shape;3182;p47"/>
            <p:cNvSpPr/>
            <p:nvPr/>
          </p:nvSpPr>
          <p:spPr>
            <a:xfrm>
              <a:off x="710800" y="3810500"/>
              <a:ext cx="26575" cy="82825"/>
            </a:xfrm>
            <a:custGeom>
              <a:avLst/>
              <a:gdLst/>
              <a:ahLst/>
              <a:cxnLst/>
              <a:rect l="l" t="t" r="r" b="b"/>
              <a:pathLst>
                <a:path w="1063" h="3313" extrusionOk="0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3" name="Google Shape;3183;p47"/>
            <p:cNvSpPr/>
            <p:nvPr/>
          </p:nvSpPr>
          <p:spPr>
            <a:xfrm>
              <a:off x="715475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4" name="Google Shape;3184;p47"/>
            <p:cNvSpPr/>
            <p:nvPr/>
          </p:nvSpPr>
          <p:spPr>
            <a:xfrm>
              <a:off x="894500" y="4197600"/>
              <a:ext cx="8475" cy="8150"/>
            </a:xfrm>
            <a:custGeom>
              <a:avLst/>
              <a:gdLst/>
              <a:ahLst/>
              <a:cxnLst/>
              <a:rect l="l" t="t" r="r" b="b"/>
              <a:pathLst>
                <a:path w="339" h="326" extrusionOk="0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5" name="Google Shape;3185;p47"/>
            <p:cNvSpPr/>
            <p:nvPr/>
          </p:nvSpPr>
          <p:spPr>
            <a:xfrm>
              <a:off x="900450" y="4190725"/>
              <a:ext cx="59050" cy="15025"/>
            </a:xfrm>
            <a:custGeom>
              <a:avLst/>
              <a:gdLst/>
              <a:ahLst/>
              <a:cxnLst/>
              <a:rect l="l" t="t" r="r" b="b"/>
              <a:pathLst>
                <a:path w="2362" h="601" extrusionOk="0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6" name="Google Shape;3186;p47"/>
            <p:cNvSpPr/>
            <p:nvPr/>
          </p:nvSpPr>
          <p:spPr>
            <a:xfrm>
              <a:off x="934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7" name="Google Shape;3187;p47"/>
            <p:cNvSpPr/>
            <p:nvPr/>
          </p:nvSpPr>
          <p:spPr>
            <a:xfrm>
              <a:off x="893875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8" name="Google Shape;3188;p47"/>
            <p:cNvSpPr/>
            <p:nvPr/>
          </p:nvSpPr>
          <p:spPr>
            <a:xfrm>
              <a:off x="9045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9" name="Google Shape;3189;p47"/>
            <p:cNvSpPr/>
            <p:nvPr/>
          </p:nvSpPr>
          <p:spPr>
            <a:xfrm>
              <a:off x="915425" y="4169150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0" name="Google Shape;3190;p47"/>
            <p:cNvSpPr/>
            <p:nvPr/>
          </p:nvSpPr>
          <p:spPr>
            <a:xfrm>
              <a:off x="922925" y="4169150"/>
              <a:ext cx="15975" cy="19725"/>
            </a:xfrm>
            <a:custGeom>
              <a:avLst/>
              <a:gdLst/>
              <a:ahLst/>
              <a:cxnLst/>
              <a:rect l="l" t="t" r="r" b="b"/>
              <a:pathLst>
                <a:path w="639" h="789" extrusionOk="0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1" name="Google Shape;3191;p47"/>
            <p:cNvSpPr/>
            <p:nvPr/>
          </p:nvSpPr>
          <p:spPr>
            <a:xfrm>
              <a:off x="924500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2" name="Google Shape;3192;p47"/>
            <p:cNvSpPr/>
            <p:nvPr/>
          </p:nvSpPr>
          <p:spPr>
            <a:xfrm>
              <a:off x="93325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3" name="Google Shape;3193;p47"/>
            <p:cNvSpPr/>
            <p:nvPr/>
          </p:nvSpPr>
          <p:spPr>
            <a:xfrm>
              <a:off x="37012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4" name="Google Shape;3194;p47"/>
            <p:cNvSpPr/>
            <p:nvPr/>
          </p:nvSpPr>
          <p:spPr>
            <a:xfrm>
              <a:off x="3442900" y="1237425"/>
              <a:ext cx="263700" cy="147175"/>
            </a:xfrm>
            <a:custGeom>
              <a:avLst/>
              <a:gdLst/>
              <a:ahLst/>
              <a:cxnLst/>
              <a:rect l="l" t="t" r="r" b="b"/>
              <a:pathLst>
                <a:path w="10548" h="5887" extrusionOk="0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5" name="Google Shape;3195;p47"/>
            <p:cNvSpPr/>
            <p:nvPr/>
          </p:nvSpPr>
          <p:spPr>
            <a:xfrm>
              <a:off x="3410100" y="1277100"/>
              <a:ext cx="100300" cy="85325"/>
            </a:xfrm>
            <a:custGeom>
              <a:avLst/>
              <a:gdLst/>
              <a:ahLst/>
              <a:cxnLst/>
              <a:rect l="l" t="t" r="r" b="b"/>
              <a:pathLst>
                <a:path w="4012" h="3413" extrusionOk="0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6" name="Google Shape;3196;p47"/>
            <p:cNvSpPr/>
            <p:nvPr/>
          </p:nvSpPr>
          <p:spPr>
            <a:xfrm>
              <a:off x="3347925" y="1331775"/>
              <a:ext cx="55325" cy="13775"/>
            </a:xfrm>
            <a:custGeom>
              <a:avLst/>
              <a:gdLst/>
              <a:ahLst/>
              <a:cxnLst/>
              <a:rect l="l" t="t" r="r" b="b"/>
              <a:pathLst>
                <a:path w="2213" h="551" extrusionOk="0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7" name="Google Shape;3197;p47"/>
            <p:cNvSpPr/>
            <p:nvPr/>
          </p:nvSpPr>
          <p:spPr>
            <a:xfrm>
              <a:off x="3593475" y="1301475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8" name="Google Shape;3198;p47"/>
            <p:cNvSpPr/>
            <p:nvPr/>
          </p:nvSpPr>
          <p:spPr>
            <a:xfrm>
              <a:off x="3666275" y="1329600"/>
              <a:ext cx="22825" cy="110925"/>
            </a:xfrm>
            <a:custGeom>
              <a:avLst/>
              <a:gdLst/>
              <a:ahLst/>
              <a:cxnLst/>
              <a:rect l="l" t="t" r="r" b="b"/>
              <a:pathLst>
                <a:path w="913" h="4437" extrusionOk="0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9" name="Google Shape;3199;p47"/>
            <p:cNvSpPr/>
            <p:nvPr/>
          </p:nvSpPr>
          <p:spPr>
            <a:xfrm>
              <a:off x="3666600" y="1439875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0" name="Google Shape;3200;p47"/>
            <p:cNvSpPr/>
            <p:nvPr/>
          </p:nvSpPr>
          <p:spPr>
            <a:xfrm>
              <a:off x="3665025" y="1437700"/>
              <a:ext cx="17825" cy="16275"/>
            </a:xfrm>
            <a:custGeom>
              <a:avLst/>
              <a:gdLst/>
              <a:ahLst/>
              <a:cxnLst/>
              <a:rect l="l" t="t" r="r" b="b"/>
              <a:pathLst>
                <a:path w="713" h="651" extrusionOk="0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1" name="Google Shape;3201;p47"/>
            <p:cNvSpPr/>
            <p:nvPr/>
          </p:nvSpPr>
          <p:spPr>
            <a:xfrm>
              <a:off x="343790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3202;p47"/>
            <p:cNvSpPr/>
            <p:nvPr/>
          </p:nvSpPr>
          <p:spPr>
            <a:xfrm>
              <a:off x="3308550" y="1315225"/>
              <a:ext cx="42200" cy="17825"/>
            </a:xfrm>
            <a:custGeom>
              <a:avLst/>
              <a:gdLst/>
              <a:ahLst/>
              <a:cxnLst/>
              <a:rect l="l" t="t" r="r" b="b"/>
              <a:pathLst>
                <a:path w="1688" h="713" extrusionOk="0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3" name="Google Shape;3203;p47"/>
            <p:cNvSpPr/>
            <p:nvPr/>
          </p:nvSpPr>
          <p:spPr>
            <a:xfrm>
              <a:off x="3308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4" name="Google Shape;3204;p47"/>
            <p:cNvSpPr/>
            <p:nvPr/>
          </p:nvSpPr>
          <p:spPr>
            <a:xfrm>
              <a:off x="3377600" y="1341475"/>
              <a:ext cx="33150" cy="30000"/>
            </a:xfrm>
            <a:custGeom>
              <a:avLst/>
              <a:gdLst/>
              <a:ahLst/>
              <a:cxnLst/>
              <a:rect l="l" t="t" r="r" b="b"/>
              <a:pathLst>
                <a:path w="1326" h="1200" extrusionOk="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3205;p47"/>
            <p:cNvSpPr/>
            <p:nvPr/>
          </p:nvSpPr>
          <p:spPr>
            <a:xfrm>
              <a:off x="3376975" y="1342100"/>
              <a:ext cx="33150" cy="29375"/>
            </a:xfrm>
            <a:custGeom>
              <a:avLst/>
              <a:gdLst/>
              <a:ahLst/>
              <a:cxnLst/>
              <a:rect l="l" t="t" r="r" b="b"/>
              <a:pathLst>
                <a:path w="1326" h="1175" extrusionOk="0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3206;p47"/>
            <p:cNvSpPr/>
            <p:nvPr/>
          </p:nvSpPr>
          <p:spPr>
            <a:xfrm>
              <a:off x="3680025" y="1349275"/>
              <a:ext cx="38450" cy="86875"/>
            </a:xfrm>
            <a:custGeom>
              <a:avLst/>
              <a:gdLst/>
              <a:ahLst/>
              <a:cxnLst/>
              <a:rect l="l" t="t" r="r" b="b"/>
              <a:pathLst>
                <a:path w="1538" h="3475" extrusionOk="0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7" name="Google Shape;3207;p47"/>
            <p:cNvSpPr/>
            <p:nvPr/>
          </p:nvSpPr>
          <p:spPr>
            <a:xfrm>
              <a:off x="3711275" y="1433625"/>
              <a:ext cx="17500" cy="16275"/>
            </a:xfrm>
            <a:custGeom>
              <a:avLst/>
              <a:gdLst/>
              <a:ahLst/>
              <a:cxnLst/>
              <a:rect l="l" t="t" r="r" b="b"/>
              <a:pathLst>
                <a:path w="700" h="651" extrusionOk="0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8" name="Google Shape;3208;p47"/>
            <p:cNvSpPr/>
            <p:nvPr/>
          </p:nvSpPr>
          <p:spPr>
            <a:xfrm>
              <a:off x="3642850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9" name="Google Shape;3209;p47"/>
            <p:cNvSpPr/>
            <p:nvPr/>
          </p:nvSpPr>
          <p:spPr>
            <a:xfrm>
              <a:off x="3633475" y="1414575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0" name="Google Shape;3210;p47"/>
            <p:cNvSpPr/>
            <p:nvPr/>
          </p:nvSpPr>
          <p:spPr>
            <a:xfrm>
              <a:off x="3232325" y="1254625"/>
              <a:ext cx="237475" cy="60300"/>
            </a:xfrm>
            <a:custGeom>
              <a:avLst/>
              <a:gdLst/>
              <a:ahLst/>
              <a:cxnLst/>
              <a:rect l="l" t="t" r="r" b="b"/>
              <a:pathLst>
                <a:path w="9499" h="2412" extrusionOk="0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1" name="Google Shape;3211;p47"/>
            <p:cNvSpPr/>
            <p:nvPr/>
          </p:nvSpPr>
          <p:spPr>
            <a:xfrm>
              <a:off x="3717200" y="130930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2" name="Google Shape;3212;p47"/>
            <p:cNvSpPr/>
            <p:nvPr/>
          </p:nvSpPr>
          <p:spPr>
            <a:xfrm>
              <a:off x="3471650" y="1283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3213;p47"/>
            <p:cNvSpPr/>
            <p:nvPr/>
          </p:nvSpPr>
          <p:spPr>
            <a:xfrm>
              <a:off x="3504750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3214;p47"/>
            <p:cNvSpPr/>
            <p:nvPr/>
          </p:nvSpPr>
          <p:spPr>
            <a:xfrm>
              <a:off x="369440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3215;p47"/>
            <p:cNvSpPr/>
            <p:nvPr/>
          </p:nvSpPr>
          <p:spPr>
            <a:xfrm>
              <a:off x="3515075" y="1320225"/>
              <a:ext cx="30950" cy="15325"/>
            </a:xfrm>
            <a:custGeom>
              <a:avLst/>
              <a:gdLst/>
              <a:ahLst/>
              <a:cxnLst/>
              <a:rect l="l" t="t" r="r" b="b"/>
              <a:pathLst>
                <a:path w="1238" h="613" extrusionOk="0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3216;p47"/>
            <p:cNvSpPr/>
            <p:nvPr/>
          </p:nvSpPr>
          <p:spPr>
            <a:xfrm>
              <a:off x="35122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3217;p47"/>
            <p:cNvSpPr/>
            <p:nvPr/>
          </p:nvSpPr>
          <p:spPr>
            <a:xfrm>
              <a:off x="3177975" y="1278975"/>
              <a:ext cx="132175" cy="60025"/>
            </a:xfrm>
            <a:custGeom>
              <a:avLst/>
              <a:gdLst/>
              <a:ahLst/>
              <a:cxnLst/>
              <a:rect l="l" t="t" r="r" b="b"/>
              <a:pathLst>
                <a:path w="5287" h="2401" extrusionOk="0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8" name="Google Shape;3218;p47"/>
            <p:cNvSpPr/>
            <p:nvPr/>
          </p:nvSpPr>
          <p:spPr>
            <a:xfrm>
              <a:off x="3184525" y="1311175"/>
              <a:ext cx="61575" cy="65000"/>
            </a:xfrm>
            <a:custGeom>
              <a:avLst/>
              <a:gdLst/>
              <a:ahLst/>
              <a:cxnLst/>
              <a:rect l="l" t="t" r="r" b="b"/>
              <a:pathLst>
                <a:path w="2463" h="2600" extrusionOk="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9" name="Google Shape;3219;p47"/>
            <p:cNvSpPr/>
            <p:nvPr/>
          </p:nvSpPr>
          <p:spPr>
            <a:xfrm>
              <a:off x="3219825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0" name="Google Shape;3220;p47"/>
            <p:cNvSpPr/>
            <p:nvPr/>
          </p:nvSpPr>
          <p:spPr>
            <a:xfrm>
              <a:off x="3208275" y="1322725"/>
              <a:ext cx="17200" cy="30650"/>
            </a:xfrm>
            <a:custGeom>
              <a:avLst/>
              <a:gdLst/>
              <a:ahLst/>
              <a:cxnLst/>
              <a:rect l="l" t="t" r="r" b="b"/>
              <a:pathLst>
                <a:path w="688" h="1226" extrusionOk="0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1" name="Google Shape;3221;p47"/>
            <p:cNvSpPr/>
            <p:nvPr/>
          </p:nvSpPr>
          <p:spPr>
            <a:xfrm>
              <a:off x="3454150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2" name="Google Shape;3222;p47"/>
            <p:cNvSpPr/>
            <p:nvPr/>
          </p:nvSpPr>
          <p:spPr>
            <a:xfrm>
              <a:off x="37968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3" name="Google Shape;3223;p47"/>
            <p:cNvSpPr/>
            <p:nvPr/>
          </p:nvSpPr>
          <p:spPr>
            <a:xfrm>
              <a:off x="3903100" y="1237750"/>
              <a:ext cx="263700" cy="146850"/>
            </a:xfrm>
            <a:custGeom>
              <a:avLst/>
              <a:gdLst/>
              <a:ahLst/>
              <a:cxnLst/>
              <a:rect l="l" t="t" r="r" b="b"/>
              <a:pathLst>
                <a:path w="10548" h="5874" extrusionOk="0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4" name="Google Shape;3224;p47"/>
            <p:cNvSpPr/>
            <p:nvPr/>
          </p:nvSpPr>
          <p:spPr>
            <a:xfrm>
              <a:off x="4098975" y="1277425"/>
              <a:ext cx="100925" cy="84375"/>
            </a:xfrm>
            <a:custGeom>
              <a:avLst/>
              <a:gdLst/>
              <a:ahLst/>
              <a:cxnLst/>
              <a:rect l="l" t="t" r="r" b="b"/>
              <a:pathLst>
                <a:path w="4037" h="3375" extrusionOk="0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5" name="Google Shape;3225;p47"/>
            <p:cNvSpPr/>
            <p:nvPr/>
          </p:nvSpPr>
          <p:spPr>
            <a:xfrm>
              <a:off x="4206450" y="1331775"/>
              <a:ext cx="55625" cy="13775"/>
            </a:xfrm>
            <a:custGeom>
              <a:avLst/>
              <a:gdLst/>
              <a:ahLst/>
              <a:cxnLst/>
              <a:rect l="l" t="t" r="r" b="b"/>
              <a:pathLst>
                <a:path w="2225" h="551" extrusionOk="0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6" name="Google Shape;3226;p47"/>
            <p:cNvSpPr/>
            <p:nvPr/>
          </p:nvSpPr>
          <p:spPr>
            <a:xfrm>
              <a:off x="3934650" y="1301475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7" name="Google Shape;3227;p47"/>
            <p:cNvSpPr/>
            <p:nvPr/>
          </p:nvSpPr>
          <p:spPr>
            <a:xfrm>
              <a:off x="3920275" y="1329900"/>
              <a:ext cx="23150" cy="110625"/>
            </a:xfrm>
            <a:custGeom>
              <a:avLst/>
              <a:gdLst/>
              <a:ahLst/>
              <a:cxnLst/>
              <a:rect l="l" t="t" r="r" b="b"/>
              <a:pathLst>
                <a:path w="926" h="4425" extrusionOk="0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8" name="Google Shape;3228;p47"/>
            <p:cNvSpPr/>
            <p:nvPr/>
          </p:nvSpPr>
          <p:spPr>
            <a:xfrm>
              <a:off x="3931200" y="1439875"/>
              <a:ext cx="11900" cy="11900"/>
            </a:xfrm>
            <a:custGeom>
              <a:avLst/>
              <a:gdLst/>
              <a:ahLst/>
              <a:cxnLst/>
              <a:rect l="l" t="t" r="r" b="b"/>
              <a:pathLst>
                <a:path w="476" h="476" extrusionOk="0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9" name="Google Shape;3229;p47"/>
            <p:cNvSpPr/>
            <p:nvPr/>
          </p:nvSpPr>
          <p:spPr>
            <a:xfrm>
              <a:off x="3926825" y="1437075"/>
              <a:ext cx="22225" cy="17200"/>
            </a:xfrm>
            <a:custGeom>
              <a:avLst/>
              <a:gdLst/>
              <a:ahLst/>
              <a:cxnLst/>
              <a:rect l="l" t="t" r="r" b="b"/>
              <a:pathLst>
                <a:path w="889" h="688" extrusionOk="0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47"/>
            <p:cNvSpPr/>
            <p:nvPr/>
          </p:nvSpPr>
          <p:spPr>
            <a:xfrm>
              <a:off x="416865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47"/>
            <p:cNvSpPr/>
            <p:nvPr/>
          </p:nvSpPr>
          <p:spPr>
            <a:xfrm>
              <a:off x="4259250" y="1315225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3232;p47"/>
            <p:cNvSpPr/>
            <p:nvPr/>
          </p:nvSpPr>
          <p:spPr>
            <a:xfrm>
              <a:off x="4259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3233;p47"/>
            <p:cNvSpPr/>
            <p:nvPr/>
          </p:nvSpPr>
          <p:spPr>
            <a:xfrm>
              <a:off x="4198950" y="1341475"/>
              <a:ext cx="33450" cy="30325"/>
            </a:xfrm>
            <a:custGeom>
              <a:avLst/>
              <a:gdLst/>
              <a:ahLst/>
              <a:cxnLst/>
              <a:rect l="l" t="t" r="r" b="b"/>
              <a:pathLst>
                <a:path w="1338" h="1213" extrusionOk="0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4" name="Google Shape;3234;p47"/>
            <p:cNvSpPr/>
            <p:nvPr/>
          </p:nvSpPr>
          <p:spPr>
            <a:xfrm>
              <a:off x="4199250" y="1342100"/>
              <a:ext cx="33475" cy="29375"/>
            </a:xfrm>
            <a:custGeom>
              <a:avLst/>
              <a:gdLst/>
              <a:ahLst/>
              <a:cxnLst/>
              <a:rect l="l" t="t" r="r" b="b"/>
              <a:pathLst>
                <a:path w="1339" h="1175" extrusionOk="0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5" name="Google Shape;3235;p47"/>
            <p:cNvSpPr/>
            <p:nvPr/>
          </p:nvSpPr>
          <p:spPr>
            <a:xfrm>
              <a:off x="3890900" y="1349275"/>
              <a:ext cx="38775" cy="86875"/>
            </a:xfrm>
            <a:custGeom>
              <a:avLst/>
              <a:gdLst/>
              <a:ahLst/>
              <a:cxnLst/>
              <a:rect l="l" t="t" r="r" b="b"/>
              <a:pathLst>
                <a:path w="1551" h="3475" extrusionOk="0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6" name="Google Shape;3236;p47"/>
            <p:cNvSpPr/>
            <p:nvPr/>
          </p:nvSpPr>
          <p:spPr>
            <a:xfrm>
              <a:off x="3880600" y="1433625"/>
              <a:ext cx="18150" cy="16600"/>
            </a:xfrm>
            <a:custGeom>
              <a:avLst/>
              <a:gdLst/>
              <a:ahLst/>
              <a:cxnLst/>
              <a:rect l="l" t="t" r="r" b="b"/>
              <a:pathLst>
                <a:path w="726" h="664" extrusionOk="0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7" name="Google Shape;3237;p47"/>
            <p:cNvSpPr/>
            <p:nvPr/>
          </p:nvSpPr>
          <p:spPr>
            <a:xfrm>
              <a:off x="3936525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8" name="Google Shape;3238;p47"/>
            <p:cNvSpPr/>
            <p:nvPr/>
          </p:nvSpPr>
          <p:spPr>
            <a:xfrm>
              <a:off x="3963375" y="1414575"/>
              <a:ext cx="13475" cy="15650"/>
            </a:xfrm>
            <a:custGeom>
              <a:avLst/>
              <a:gdLst/>
              <a:ahLst/>
              <a:cxnLst/>
              <a:rect l="l" t="t" r="r" b="b"/>
              <a:pathLst>
                <a:path w="539" h="626" extrusionOk="0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9" name="Google Shape;3239;p47"/>
            <p:cNvSpPr/>
            <p:nvPr/>
          </p:nvSpPr>
          <p:spPr>
            <a:xfrm>
              <a:off x="4139900" y="1254625"/>
              <a:ext cx="237775" cy="60000"/>
            </a:xfrm>
            <a:custGeom>
              <a:avLst/>
              <a:gdLst/>
              <a:ahLst/>
              <a:cxnLst/>
              <a:rect l="l" t="t" r="r" b="b"/>
              <a:pathLst>
                <a:path w="9511" h="2400" extrusionOk="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0" name="Google Shape;3240;p47"/>
            <p:cNvSpPr/>
            <p:nvPr/>
          </p:nvSpPr>
          <p:spPr>
            <a:xfrm>
              <a:off x="3860900" y="1309600"/>
              <a:ext cx="31900" cy="49400"/>
            </a:xfrm>
            <a:custGeom>
              <a:avLst/>
              <a:gdLst/>
              <a:ahLst/>
              <a:cxnLst/>
              <a:rect l="l" t="t" r="r" b="b"/>
              <a:pathLst>
                <a:path w="1276" h="1976" extrusionOk="0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1" name="Google Shape;3241;p47"/>
            <p:cNvSpPr/>
            <p:nvPr/>
          </p:nvSpPr>
          <p:spPr>
            <a:xfrm>
              <a:off x="4075225" y="1283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2" name="Google Shape;3242;p47"/>
            <p:cNvSpPr/>
            <p:nvPr/>
          </p:nvSpPr>
          <p:spPr>
            <a:xfrm>
              <a:off x="4073975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3" name="Google Shape;3243;p47"/>
            <p:cNvSpPr/>
            <p:nvPr/>
          </p:nvSpPr>
          <p:spPr>
            <a:xfrm>
              <a:off x="383405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4" name="Google Shape;3244;p47"/>
            <p:cNvSpPr/>
            <p:nvPr/>
          </p:nvSpPr>
          <p:spPr>
            <a:xfrm>
              <a:off x="4063675" y="1320225"/>
              <a:ext cx="30950" cy="15025"/>
            </a:xfrm>
            <a:custGeom>
              <a:avLst/>
              <a:gdLst/>
              <a:ahLst/>
              <a:cxnLst/>
              <a:rect l="l" t="t" r="r" b="b"/>
              <a:pathLst>
                <a:path w="1238" h="601" extrusionOk="0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5" name="Google Shape;3245;p47"/>
            <p:cNvSpPr/>
            <p:nvPr/>
          </p:nvSpPr>
          <p:spPr>
            <a:xfrm>
              <a:off x="40633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6" name="Google Shape;3246;p47"/>
            <p:cNvSpPr/>
            <p:nvPr/>
          </p:nvSpPr>
          <p:spPr>
            <a:xfrm>
              <a:off x="4299850" y="1278975"/>
              <a:ext cx="132500" cy="60025"/>
            </a:xfrm>
            <a:custGeom>
              <a:avLst/>
              <a:gdLst/>
              <a:ahLst/>
              <a:cxnLst/>
              <a:rect l="l" t="t" r="r" b="b"/>
              <a:pathLst>
                <a:path w="5300" h="2401" extrusionOk="0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7" name="Google Shape;3247;p47"/>
            <p:cNvSpPr/>
            <p:nvPr/>
          </p:nvSpPr>
          <p:spPr>
            <a:xfrm>
              <a:off x="4363900" y="1311175"/>
              <a:ext cx="60950" cy="65000"/>
            </a:xfrm>
            <a:custGeom>
              <a:avLst/>
              <a:gdLst/>
              <a:ahLst/>
              <a:cxnLst/>
              <a:rect l="l" t="t" r="r" b="b"/>
              <a:pathLst>
                <a:path w="2438" h="2600" extrusionOk="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8" name="Google Shape;3248;p47"/>
            <p:cNvSpPr/>
            <p:nvPr/>
          </p:nvSpPr>
          <p:spPr>
            <a:xfrm>
              <a:off x="4353900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9" name="Google Shape;3249;p47"/>
            <p:cNvSpPr/>
            <p:nvPr/>
          </p:nvSpPr>
          <p:spPr>
            <a:xfrm>
              <a:off x="4384200" y="1322725"/>
              <a:ext cx="17225" cy="30650"/>
            </a:xfrm>
            <a:custGeom>
              <a:avLst/>
              <a:gdLst/>
              <a:ahLst/>
              <a:cxnLst/>
              <a:rect l="l" t="t" r="r" b="b"/>
              <a:pathLst>
                <a:path w="689" h="1226" extrusionOk="0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0" name="Google Shape;3250;p47"/>
            <p:cNvSpPr/>
            <p:nvPr/>
          </p:nvSpPr>
          <p:spPr>
            <a:xfrm>
              <a:off x="4100225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1" name="Google Shape;3251;p47"/>
            <p:cNvSpPr/>
            <p:nvPr/>
          </p:nvSpPr>
          <p:spPr>
            <a:xfrm>
              <a:off x="3780925" y="138957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2" name="Google Shape;3252;p47"/>
            <p:cNvSpPr/>
            <p:nvPr/>
          </p:nvSpPr>
          <p:spPr>
            <a:xfrm>
              <a:off x="3780300" y="14024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3" name="Google Shape;3253;p47"/>
            <p:cNvSpPr/>
            <p:nvPr/>
          </p:nvSpPr>
          <p:spPr>
            <a:xfrm>
              <a:off x="3799050" y="1384900"/>
              <a:ext cx="9400" cy="7525"/>
            </a:xfrm>
            <a:custGeom>
              <a:avLst/>
              <a:gdLst/>
              <a:ahLst/>
              <a:cxnLst/>
              <a:rect l="l" t="t" r="r" b="b"/>
              <a:pathLst>
                <a:path w="376" h="301" extrusionOk="0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4" name="Google Shape;3254;p47"/>
            <p:cNvSpPr/>
            <p:nvPr/>
          </p:nvSpPr>
          <p:spPr>
            <a:xfrm>
              <a:off x="3806550" y="13902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5" name="Google Shape;3255;p47"/>
            <p:cNvSpPr/>
            <p:nvPr/>
          </p:nvSpPr>
          <p:spPr>
            <a:xfrm>
              <a:off x="3801875" y="1399900"/>
              <a:ext cx="24375" cy="10325"/>
            </a:xfrm>
            <a:custGeom>
              <a:avLst/>
              <a:gdLst/>
              <a:ahLst/>
              <a:cxnLst/>
              <a:rect l="l" t="t" r="r" b="b"/>
              <a:pathLst>
                <a:path w="975" h="413" extrusionOk="0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6" name="Google Shape;3256;p47"/>
            <p:cNvSpPr/>
            <p:nvPr/>
          </p:nvSpPr>
          <p:spPr>
            <a:xfrm>
              <a:off x="3791550" y="1399900"/>
              <a:ext cx="13475" cy="7825"/>
            </a:xfrm>
            <a:custGeom>
              <a:avLst/>
              <a:gdLst/>
              <a:ahLst/>
              <a:cxnLst/>
              <a:rect l="l" t="t" r="r" b="b"/>
              <a:pathLst>
                <a:path w="539" h="313" extrusionOk="0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7" name="Google Shape;3257;p47"/>
            <p:cNvSpPr/>
            <p:nvPr/>
          </p:nvSpPr>
          <p:spPr>
            <a:xfrm>
              <a:off x="3796550" y="1409275"/>
              <a:ext cx="14400" cy="12500"/>
            </a:xfrm>
            <a:custGeom>
              <a:avLst/>
              <a:gdLst/>
              <a:ahLst/>
              <a:cxnLst/>
              <a:rect l="l" t="t" r="r" b="b"/>
              <a:pathLst>
                <a:path w="576" h="500" extrusionOk="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8" name="Google Shape;3258;p47"/>
            <p:cNvSpPr/>
            <p:nvPr/>
          </p:nvSpPr>
          <p:spPr>
            <a:xfrm>
              <a:off x="3796550" y="4276950"/>
              <a:ext cx="111875" cy="104375"/>
            </a:xfrm>
            <a:custGeom>
              <a:avLst/>
              <a:gdLst/>
              <a:ahLst/>
              <a:cxnLst/>
              <a:rect l="l" t="t" r="r" b="b"/>
              <a:pathLst>
                <a:path w="4475" h="4175" extrusionOk="0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9" name="Google Shape;3259;p47"/>
            <p:cNvSpPr/>
            <p:nvPr/>
          </p:nvSpPr>
          <p:spPr>
            <a:xfrm>
              <a:off x="3903400" y="4301950"/>
              <a:ext cx="263400" cy="146850"/>
            </a:xfrm>
            <a:custGeom>
              <a:avLst/>
              <a:gdLst/>
              <a:ahLst/>
              <a:cxnLst/>
              <a:rect l="l" t="t" r="r" b="b"/>
              <a:pathLst>
                <a:path w="10536" h="5874" extrusionOk="0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0" name="Google Shape;3260;p47"/>
            <p:cNvSpPr/>
            <p:nvPr/>
          </p:nvSpPr>
          <p:spPr>
            <a:xfrm>
              <a:off x="4099600" y="4324125"/>
              <a:ext cx="100300" cy="85000"/>
            </a:xfrm>
            <a:custGeom>
              <a:avLst/>
              <a:gdLst/>
              <a:ahLst/>
              <a:cxnLst/>
              <a:rect l="l" t="t" r="r" b="b"/>
              <a:pathLst>
                <a:path w="4012" h="3400" extrusionOk="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1" name="Google Shape;3261;p47"/>
            <p:cNvSpPr/>
            <p:nvPr/>
          </p:nvSpPr>
          <p:spPr>
            <a:xfrm>
              <a:off x="4206450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2" name="Google Shape;3262;p47"/>
            <p:cNvSpPr/>
            <p:nvPr/>
          </p:nvSpPr>
          <p:spPr>
            <a:xfrm>
              <a:off x="3933700" y="4288500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3" name="Google Shape;3263;p47"/>
            <p:cNvSpPr/>
            <p:nvPr/>
          </p:nvSpPr>
          <p:spPr>
            <a:xfrm>
              <a:off x="3920575" y="4246025"/>
              <a:ext cx="22850" cy="110925"/>
            </a:xfrm>
            <a:custGeom>
              <a:avLst/>
              <a:gdLst/>
              <a:ahLst/>
              <a:cxnLst/>
              <a:rect l="l" t="t" r="r" b="b"/>
              <a:pathLst>
                <a:path w="914" h="4437" extrusionOk="0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4" name="Google Shape;3264;p47"/>
            <p:cNvSpPr/>
            <p:nvPr/>
          </p:nvSpPr>
          <p:spPr>
            <a:xfrm>
              <a:off x="39309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5" name="Google Shape;3265;p47"/>
            <p:cNvSpPr/>
            <p:nvPr/>
          </p:nvSpPr>
          <p:spPr>
            <a:xfrm>
              <a:off x="3926825" y="4232575"/>
              <a:ext cx="18475" cy="15975"/>
            </a:xfrm>
            <a:custGeom>
              <a:avLst/>
              <a:gdLst/>
              <a:ahLst/>
              <a:cxnLst/>
              <a:rect l="l" t="t" r="r" b="b"/>
              <a:pathLst>
                <a:path w="739" h="639" extrusionOk="0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6" name="Google Shape;3266;p47"/>
            <p:cNvSpPr/>
            <p:nvPr/>
          </p:nvSpPr>
          <p:spPr>
            <a:xfrm>
              <a:off x="4169275" y="44116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7" name="Google Shape;3267;p47"/>
            <p:cNvSpPr/>
            <p:nvPr/>
          </p:nvSpPr>
          <p:spPr>
            <a:xfrm>
              <a:off x="4259250" y="4353500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8" name="Google Shape;3268;p47"/>
            <p:cNvSpPr/>
            <p:nvPr/>
          </p:nvSpPr>
          <p:spPr>
            <a:xfrm>
              <a:off x="4259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9" name="Google Shape;3269;p47"/>
            <p:cNvSpPr/>
            <p:nvPr/>
          </p:nvSpPr>
          <p:spPr>
            <a:xfrm>
              <a:off x="4198950" y="4314750"/>
              <a:ext cx="33150" cy="30025"/>
            </a:xfrm>
            <a:custGeom>
              <a:avLst/>
              <a:gdLst/>
              <a:ahLst/>
              <a:cxnLst/>
              <a:rect l="l" t="t" r="r" b="b"/>
              <a:pathLst>
                <a:path w="1326" h="1201" extrusionOk="0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0" name="Google Shape;3270;p47"/>
            <p:cNvSpPr/>
            <p:nvPr/>
          </p:nvSpPr>
          <p:spPr>
            <a:xfrm>
              <a:off x="4199575" y="4315050"/>
              <a:ext cx="33150" cy="29100"/>
            </a:xfrm>
            <a:custGeom>
              <a:avLst/>
              <a:gdLst/>
              <a:ahLst/>
              <a:cxnLst/>
              <a:rect l="l" t="t" r="r" b="b"/>
              <a:pathLst>
                <a:path w="1326" h="1164" extrusionOk="0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1" name="Google Shape;3271;p47"/>
            <p:cNvSpPr/>
            <p:nvPr/>
          </p:nvSpPr>
          <p:spPr>
            <a:xfrm>
              <a:off x="38912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2" name="Google Shape;3272;p47"/>
            <p:cNvSpPr/>
            <p:nvPr/>
          </p:nvSpPr>
          <p:spPr>
            <a:xfrm>
              <a:off x="3880900" y="4236650"/>
              <a:ext cx="17850" cy="16275"/>
            </a:xfrm>
            <a:custGeom>
              <a:avLst/>
              <a:gdLst/>
              <a:ahLst/>
              <a:cxnLst/>
              <a:rect l="l" t="t" r="r" b="b"/>
              <a:pathLst>
                <a:path w="714" h="651" extrusionOk="0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3" name="Google Shape;3273;p47"/>
            <p:cNvSpPr/>
            <p:nvPr/>
          </p:nvSpPr>
          <p:spPr>
            <a:xfrm>
              <a:off x="3936525" y="4266325"/>
              <a:ext cx="30625" cy="82200"/>
            </a:xfrm>
            <a:custGeom>
              <a:avLst/>
              <a:gdLst/>
              <a:ahLst/>
              <a:cxnLst/>
              <a:rect l="l" t="t" r="r" b="b"/>
              <a:pathLst>
                <a:path w="1225" h="3288" extrusionOk="0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4" name="Google Shape;3274;p47"/>
            <p:cNvSpPr/>
            <p:nvPr/>
          </p:nvSpPr>
          <p:spPr>
            <a:xfrm>
              <a:off x="3963700" y="4258200"/>
              <a:ext cx="13450" cy="13775"/>
            </a:xfrm>
            <a:custGeom>
              <a:avLst/>
              <a:gdLst/>
              <a:ahLst/>
              <a:cxnLst/>
              <a:rect l="l" t="t" r="r" b="b"/>
              <a:pathLst>
                <a:path w="538" h="551" extrusionOk="0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5" name="Google Shape;3275;p47"/>
            <p:cNvSpPr/>
            <p:nvPr/>
          </p:nvSpPr>
          <p:spPr>
            <a:xfrm>
              <a:off x="4139900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6" name="Google Shape;3276;p47"/>
            <p:cNvSpPr/>
            <p:nvPr/>
          </p:nvSpPr>
          <p:spPr>
            <a:xfrm>
              <a:off x="3860600" y="432755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7" name="Google Shape;3277;p47"/>
            <p:cNvSpPr/>
            <p:nvPr/>
          </p:nvSpPr>
          <p:spPr>
            <a:xfrm>
              <a:off x="4075225" y="4370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8" name="Google Shape;3278;p47"/>
            <p:cNvSpPr/>
            <p:nvPr/>
          </p:nvSpPr>
          <p:spPr>
            <a:xfrm>
              <a:off x="4073975" y="4396300"/>
              <a:ext cx="30950" cy="21575"/>
            </a:xfrm>
            <a:custGeom>
              <a:avLst/>
              <a:gdLst/>
              <a:ahLst/>
              <a:cxnLst/>
              <a:rect l="l" t="t" r="r" b="b"/>
              <a:pathLst>
                <a:path w="1238" h="863" extrusionOk="0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9" name="Google Shape;3279;p47"/>
            <p:cNvSpPr/>
            <p:nvPr/>
          </p:nvSpPr>
          <p:spPr>
            <a:xfrm>
              <a:off x="3834050" y="4258825"/>
              <a:ext cx="81250" cy="56250"/>
            </a:xfrm>
            <a:custGeom>
              <a:avLst/>
              <a:gdLst/>
              <a:ahLst/>
              <a:cxnLst/>
              <a:rect l="l" t="t" r="r" b="b"/>
              <a:pathLst>
                <a:path w="3250" h="2250" extrusionOk="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0" name="Google Shape;3280;p47"/>
            <p:cNvSpPr/>
            <p:nvPr/>
          </p:nvSpPr>
          <p:spPr>
            <a:xfrm>
              <a:off x="4063350" y="4351000"/>
              <a:ext cx="31275" cy="15325"/>
            </a:xfrm>
            <a:custGeom>
              <a:avLst/>
              <a:gdLst/>
              <a:ahLst/>
              <a:cxnLst/>
              <a:rect l="l" t="t" r="r" b="b"/>
              <a:pathLst>
                <a:path w="1251" h="613" extrusionOk="0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1" name="Google Shape;3281;p47"/>
            <p:cNvSpPr/>
            <p:nvPr/>
          </p:nvSpPr>
          <p:spPr>
            <a:xfrm>
              <a:off x="4063350" y="4344750"/>
              <a:ext cx="34075" cy="21875"/>
            </a:xfrm>
            <a:custGeom>
              <a:avLst/>
              <a:gdLst/>
              <a:ahLst/>
              <a:cxnLst/>
              <a:rect l="l" t="t" r="r" b="b"/>
              <a:pathLst>
                <a:path w="1363" h="875" extrusionOk="0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2" name="Google Shape;3282;p47"/>
            <p:cNvSpPr/>
            <p:nvPr/>
          </p:nvSpPr>
          <p:spPr>
            <a:xfrm>
              <a:off x="4299550" y="4347550"/>
              <a:ext cx="132475" cy="60000"/>
            </a:xfrm>
            <a:custGeom>
              <a:avLst/>
              <a:gdLst/>
              <a:ahLst/>
              <a:cxnLst/>
              <a:rect l="l" t="t" r="r" b="b"/>
              <a:pathLst>
                <a:path w="5299" h="2400" extrusionOk="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3" name="Google Shape;3283;p47"/>
            <p:cNvSpPr/>
            <p:nvPr/>
          </p:nvSpPr>
          <p:spPr>
            <a:xfrm>
              <a:off x="4363900" y="4310050"/>
              <a:ext cx="61575" cy="65325"/>
            </a:xfrm>
            <a:custGeom>
              <a:avLst/>
              <a:gdLst/>
              <a:ahLst/>
              <a:cxnLst/>
              <a:rect l="l" t="t" r="r" b="b"/>
              <a:pathLst>
                <a:path w="2463" h="2613" extrusionOk="0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4" name="Google Shape;3284;p47"/>
            <p:cNvSpPr/>
            <p:nvPr/>
          </p:nvSpPr>
          <p:spPr>
            <a:xfrm>
              <a:off x="4353900" y="4321000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5" name="Google Shape;3285;p47"/>
            <p:cNvSpPr/>
            <p:nvPr/>
          </p:nvSpPr>
          <p:spPr>
            <a:xfrm>
              <a:off x="4384200" y="4332875"/>
              <a:ext cx="17225" cy="30950"/>
            </a:xfrm>
            <a:custGeom>
              <a:avLst/>
              <a:gdLst/>
              <a:ahLst/>
              <a:cxnLst/>
              <a:rect l="l" t="t" r="r" b="b"/>
              <a:pathLst>
                <a:path w="689" h="1238" extrusionOk="0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6" name="Google Shape;3286;p47"/>
            <p:cNvSpPr/>
            <p:nvPr/>
          </p:nvSpPr>
          <p:spPr>
            <a:xfrm>
              <a:off x="4100225" y="430257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7" name="Google Shape;3287;p47"/>
            <p:cNvSpPr/>
            <p:nvPr/>
          </p:nvSpPr>
          <p:spPr>
            <a:xfrm>
              <a:off x="3701275" y="4276950"/>
              <a:ext cx="111850" cy="104375"/>
            </a:xfrm>
            <a:custGeom>
              <a:avLst/>
              <a:gdLst/>
              <a:ahLst/>
              <a:cxnLst/>
              <a:rect l="l" t="t" r="r" b="b"/>
              <a:pathLst>
                <a:path w="4474" h="4175" extrusionOk="0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8" name="Google Shape;3288;p47"/>
            <p:cNvSpPr/>
            <p:nvPr/>
          </p:nvSpPr>
          <p:spPr>
            <a:xfrm>
              <a:off x="3442900" y="4301950"/>
              <a:ext cx="263700" cy="146525"/>
            </a:xfrm>
            <a:custGeom>
              <a:avLst/>
              <a:gdLst/>
              <a:ahLst/>
              <a:cxnLst/>
              <a:rect l="l" t="t" r="r" b="b"/>
              <a:pathLst>
                <a:path w="10548" h="5861" extrusionOk="0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9" name="Google Shape;3289;p47"/>
            <p:cNvSpPr/>
            <p:nvPr/>
          </p:nvSpPr>
          <p:spPr>
            <a:xfrm>
              <a:off x="3410100" y="4324750"/>
              <a:ext cx="100625" cy="84375"/>
            </a:xfrm>
            <a:custGeom>
              <a:avLst/>
              <a:gdLst/>
              <a:ahLst/>
              <a:cxnLst/>
              <a:rect l="l" t="t" r="r" b="b"/>
              <a:pathLst>
                <a:path w="4025" h="3375" extrusionOk="0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0" name="Google Shape;3290;p47"/>
            <p:cNvSpPr/>
            <p:nvPr/>
          </p:nvSpPr>
          <p:spPr>
            <a:xfrm>
              <a:off x="3347925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1" name="Google Shape;3291;p47"/>
            <p:cNvSpPr/>
            <p:nvPr/>
          </p:nvSpPr>
          <p:spPr>
            <a:xfrm>
              <a:off x="3593800" y="4288500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2" name="Google Shape;3292;p47"/>
            <p:cNvSpPr/>
            <p:nvPr/>
          </p:nvSpPr>
          <p:spPr>
            <a:xfrm>
              <a:off x="3666275" y="4246025"/>
              <a:ext cx="22825" cy="110600"/>
            </a:xfrm>
            <a:custGeom>
              <a:avLst/>
              <a:gdLst/>
              <a:ahLst/>
              <a:cxnLst/>
              <a:rect l="l" t="t" r="r" b="b"/>
              <a:pathLst>
                <a:path w="913" h="4424" extrusionOk="0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3" name="Google Shape;3293;p47"/>
            <p:cNvSpPr/>
            <p:nvPr/>
          </p:nvSpPr>
          <p:spPr>
            <a:xfrm>
              <a:off x="36666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4" name="Google Shape;3294;p47"/>
            <p:cNvSpPr/>
            <p:nvPr/>
          </p:nvSpPr>
          <p:spPr>
            <a:xfrm>
              <a:off x="3660650" y="4232275"/>
              <a:ext cx="22200" cy="17200"/>
            </a:xfrm>
            <a:custGeom>
              <a:avLst/>
              <a:gdLst/>
              <a:ahLst/>
              <a:cxnLst/>
              <a:rect l="l" t="t" r="r" b="b"/>
              <a:pathLst>
                <a:path w="888" h="688" extrusionOk="0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5" name="Google Shape;3295;p47"/>
            <p:cNvSpPr/>
            <p:nvPr/>
          </p:nvSpPr>
          <p:spPr>
            <a:xfrm>
              <a:off x="3438200" y="4411600"/>
              <a:ext cx="2850" cy="3150"/>
            </a:xfrm>
            <a:custGeom>
              <a:avLst/>
              <a:gdLst/>
              <a:ahLst/>
              <a:cxnLst/>
              <a:rect l="l" t="t" r="r" b="b"/>
              <a:pathLst>
                <a:path w="114" h="126" extrusionOk="0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6" name="Google Shape;3296;p47"/>
            <p:cNvSpPr/>
            <p:nvPr/>
          </p:nvSpPr>
          <p:spPr>
            <a:xfrm>
              <a:off x="3308550" y="4353500"/>
              <a:ext cx="42200" cy="17500"/>
            </a:xfrm>
            <a:custGeom>
              <a:avLst/>
              <a:gdLst/>
              <a:ahLst/>
              <a:cxnLst/>
              <a:rect l="l" t="t" r="r" b="b"/>
              <a:pathLst>
                <a:path w="1688" h="700" extrusionOk="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7" name="Google Shape;3297;p47"/>
            <p:cNvSpPr/>
            <p:nvPr/>
          </p:nvSpPr>
          <p:spPr>
            <a:xfrm>
              <a:off x="3308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8" name="Google Shape;3298;p47"/>
            <p:cNvSpPr/>
            <p:nvPr/>
          </p:nvSpPr>
          <p:spPr>
            <a:xfrm>
              <a:off x="3377300" y="4314750"/>
              <a:ext cx="33450" cy="30025"/>
            </a:xfrm>
            <a:custGeom>
              <a:avLst/>
              <a:gdLst/>
              <a:ahLst/>
              <a:cxnLst/>
              <a:rect l="l" t="t" r="r" b="b"/>
              <a:pathLst>
                <a:path w="1338" h="1201" extrusionOk="0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9" name="Google Shape;3299;p47"/>
            <p:cNvSpPr/>
            <p:nvPr/>
          </p:nvSpPr>
          <p:spPr>
            <a:xfrm>
              <a:off x="3376975" y="4315050"/>
              <a:ext cx="33450" cy="29100"/>
            </a:xfrm>
            <a:custGeom>
              <a:avLst/>
              <a:gdLst/>
              <a:ahLst/>
              <a:cxnLst/>
              <a:rect l="l" t="t" r="r" b="b"/>
              <a:pathLst>
                <a:path w="1338" h="1164" extrusionOk="0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0" name="Google Shape;3300;p47"/>
            <p:cNvSpPr/>
            <p:nvPr/>
          </p:nvSpPr>
          <p:spPr>
            <a:xfrm>
              <a:off x="36803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1" name="Google Shape;3301;p47"/>
            <p:cNvSpPr/>
            <p:nvPr/>
          </p:nvSpPr>
          <p:spPr>
            <a:xfrm>
              <a:off x="3710950" y="4236025"/>
              <a:ext cx="18150" cy="16575"/>
            </a:xfrm>
            <a:custGeom>
              <a:avLst/>
              <a:gdLst/>
              <a:ahLst/>
              <a:cxnLst/>
              <a:rect l="l" t="t" r="r" b="b"/>
              <a:pathLst>
                <a:path w="726" h="663" extrusionOk="0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2" name="Google Shape;3302;p47"/>
            <p:cNvSpPr/>
            <p:nvPr/>
          </p:nvSpPr>
          <p:spPr>
            <a:xfrm>
              <a:off x="3642525" y="4266325"/>
              <a:ext cx="30650" cy="82200"/>
            </a:xfrm>
            <a:custGeom>
              <a:avLst/>
              <a:gdLst/>
              <a:ahLst/>
              <a:cxnLst/>
              <a:rect l="l" t="t" r="r" b="b"/>
              <a:pathLst>
                <a:path w="1226" h="3288" extrusionOk="0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3" name="Google Shape;3303;p47"/>
            <p:cNvSpPr/>
            <p:nvPr/>
          </p:nvSpPr>
          <p:spPr>
            <a:xfrm>
              <a:off x="3633475" y="4256950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4" name="Google Shape;3304;p47"/>
            <p:cNvSpPr/>
            <p:nvPr/>
          </p:nvSpPr>
          <p:spPr>
            <a:xfrm>
              <a:off x="3232025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5" name="Google Shape;3305;p47"/>
            <p:cNvSpPr/>
            <p:nvPr/>
          </p:nvSpPr>
          <p:spPr>
            <a:xfrm>
              <a:off x="3717200" y="4327550"/>
              <a:ext cx="31575" cy="49400"/>
            </a:xfrm>
            <a:custGeom>
              <a:avLst/>
              <a:gdLst/>
              <a:ahLst/>
              <a:cxnLst/>
              <a:rect l="l" t="t" r="r" b="b"/>
              <a:pathLst>
                <a:path w="1263" h="1976" extrusionOk="0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6" name="Google Shape;3306;p47"/>
            <p:cNvSpPr/>
            <p:nvPr/>
          </p:nvSpPr>
          <p:spPr>
            <a:xfrm>
              <a:off x="3471650" y="4370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7" name="Google Shape;3307;p47"/>
            <p:cNvSpPr/>
            <p:nvPr/>
          </p:nvSpPr>
          <p:spPr>
            <a:xfrm>
              <a:off x="3504750" y="4396300"/>
              <a:ext cx="30650" cy="21575"/>
            </a:xfrm>
            <a:custGeom>
              <a:avLst/>
              <a:gdLst/>
              <a:ahLst/>
              <a:cxnLst/>
              <a:rect l="l" t="t" r="r" b="b"/>
              <a:pathLst>
                <a:path w="1226" h="863" extrusionOk="0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8" name="Google Shape;3308;p47"/>
            <p:cNvSpPr/>
            <p:nvPr/>
          </p:nvSpPr>
          <p:spPr>
            <a:xfrm>
              <a:off x="3694400" y="4258825"/>
              <a:ext cx="81250" cy="56575"/>
            </a:xfrm>
            <a:custGeom>
              <a:avLst/>
              <a:gdLst/>
              <a:ahLst/>
              <a:cxnLst/>
              <a:rect l="l" t="t" r="r" b="b"/>
              <a:pathLst>
                <a:path w="3250" h="2263" extrusionOk="0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9" name="Google Shape;3309;p47"/>
            <p:cNvSpPr/>
            <p:nvPr/>
          </p:nvSpPr>
          <p:spPr>
            <a:xfrm>
              <a:off x="3515075" y="4351000"/>
              <a:ext cx="31250" cy="15325"/>
            </a:xfrm>
            <a:custGeom>
              <a:avLst/>
              <a:gdLst/>
              <a:ahLst/>
              <a:cxnLst/>
              <a:rect l="l" t="t" r="r" b="b"/>
              <a:pathLst>
                <a:path w="1250" h="613" extrusionOk="0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0" name="Google Shape;3310;p47"/>
            <p:cNvSpPr/>
            <p:nvPr/>
          </p:nvSpPr>
          <p:spPr>
            <a:xfrm>
              <a:off x="3512250" y="4344750"/>
              <a:ext cx="34075" cy="22200"/>
            </a:xfrm>
            <a:custGeom>
              <a:avLst/>
              <a:gdLst/>
              <a:ahLst/>
              <a:cxnLst/>
              <a:rect l="l" t="t" r="r" b="b"/>
              <a:pathLst>
                <a:path w="1363" h="888" extrusionOk="0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47"/>
            <p:cNvSpPr/>
            <p:nvPr/>
          </p:nvSpPr>
          <p:spPr>
            <a:xfrm>
              <a:off x="3177650" y="4347550"/>
              <a:ext cx="132500" cy="60000"/>
            </a:xfrm>
            <a:custGeom>
              <a:avLst/>
              <a:gdLst/>
              <a:ahLst/>
              <a:cxnLst/>
              <a:rect l="l" t="t" r="r" b="b"/>
              <a:pathLst>
                <a:path w="5300" h="2400" extrusionOk="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47"/>
            <p:cNvSpPr/>
            <p:nvPr/>
          </p:nvSpPr>
          <p:spPr>
            <a:xfrm>
              <a:off x="3184850" y="4310375"/>
              <a:ext cx="60925" cy="65000"/>
            </a:xfrm>
            <a:custGeom>
              <a:avLst/>
              <a:gdLst/>
              <a:ahLst/>
              <a:cxnLst/>
              <a:rect l="l" t="t" r="r" b="b"/>
              <a:pathLst>
                <a:path w="2437" h="2600" extrusionOk="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3" name="Google Shape;3313;p47"/>
            <p:cNvSpPr/>
            <p:nvPr/>
          </p:nvSpPr>
          <p:spPr>
            <a:xfrm>
              <a:off x="3219825" y="4320675"/>
              <a:ext cx="35950" cy="46900"/>
            </a:xfrm>
            <a:custGeom>
              <a:avLst/>
              <a:gdLst/>
              <a:ahLst/>
              <a:cxnLst/>
              <a:rect l="l" t="t" r="r" b="b"/>
              <a:pathLst>
                <a:path w="1438" h="1876" extrusionOk="0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4" name="Google Shape;3314;p47"/>
            <p:cNvSpPr/>
            <p:nvPr/>
          </p:nvSpPr>
          <p:spPr>
            <a:xfrm>
              <a:off x="3208275" y="4332875"/>
              <a:ext cx="17200" cy="30950"/>
            </a:xfrm>
            <a:custGeom>
              <a:avLst/>
              <a:gdLst/>
              <a:ahLst/>
              <a:cxnLst/>
              <a:rect l="l" t="t" r="r" b="b"/>
              <a:pathLst>
                <a:path w="688" h="1238" extrusionOk="0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5" name="Google Shape;3315;p47"/>
            <p:cNvSpPr/>
            <p:nvPr/>
          </p:nvSpPr>
          <p:spPr>
            <a:xfrm>
              <a:off x="3454450" y="4302575"/>
              <a:ext cx="55025" cy="71550"/>
            </a:xfrm>
            <a:custGeom>
              <a:avLst/>
              <a:gdLst/>
              <a:ahLst/>
              <a:cxnLst/>
              <a:rect l="l" t="t" r="r" b="b"/>
              <a:pathLst>
                <a:path w="2201" h="2862" extrusionOk="0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6" name="Google Shape;3316;p47"/>
            <p:cNvSpPr/>
            <p:nvPr/>
          </p:nvSpPr>
          <p:spPr>
            <a:xfrm>
              <a:off x="3809050" y="428162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7" name="Google Shape;3317;p47"/>
            <p:cNvSpPr/>
            <p:nvPr/>
          </p:nvSpPr>
          <p:spPr>
            <a:xfrm>
              <a:off x="3812475" y="42782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8" name="Google Shape;3318;p47"/>
            <p:cNvSpPr/>
            <p:nvPr/>
          </p:nvSpPr>
          <p:spPr>
            <a:xfrm>
              <a:off x="3801250" y="4294125"/>
              <a:ext cx="9375" cy="7850"/>
            </a:xfrm>
            <a:custGeom>
              <a:avLst/>
              <a:gdLst/>
              <a:ahLst/>
              <a:cxnLst/>
              <a:rect l="l" t="t" r="r" b="b"/>
              <a:pathLst>
                <a:path w="375" h="314" extrusionOk="0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9" name="Google Shape;3319;p47"/>
            <p:cNvSpPr/>
            <p:nvPr/>
          </p:nvSpPr>
          <p:spPr>
            <a:xfrm>
              <a:off x="3783125" y="42807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3320;p47"/>
            <p:cNvSpPr/>
            <p:nvPr/>
          </p:nvSpPr>
          <p:spPr>
            <a:xfrm>
              <a:off x="3783425" y="4276325"/>
              <a:ext cx="24400" cy="10325"/>
            </a:xfrm>
            <a:custGeom>
              <a:avLst/>
              <a:gdLst/>
              <a:ahLst/>
              <a:cxnLst/>
              <a:rect l="l" t="t" r="r" b="b"/>
              <a:pathLst>
                <a:path w="976" h="413" extrusionOk="0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47"/>
            <p:cNvSpPr/>
            <p:nvPr/>
          </p:nvSpPr>
          <p:spPr>
            <a:xfrm>
              <a:off x="3804375" y="4278500"/>
              <a:ext cx="13750" cy="8150"/>
            </a:xfrm>
            <a:custGeom>
              <a:avLst/>
              <a:gdLst/>
              <a:ahLst/>
              <a:cxnLst/>
              <a:rect l="l" t="t" r="r" b="b"/>
              <a:pathLst>
                <a:path w="550" h="326" extrusionOk="0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3322;p47"/>
            <p:cNvSpPr/>
            <p:nvPr/>
          </p:nvSpPr>
          <p:spPr>
            <a:xfrm>
              <a:off x="3798750" y="4264450"/>
              <a:ext cx="14375" cy="12525"/>
            </a:xfrm>
            <a:custGeom>
              <a:avLst/>
              <a:gdLst/>
              <a:ahLst/>
              <a:cxnLst/>
              <a:rect l="l" t="t" r="r" b="b"/>
              <a:pathLst>
                <a:path w="575" h="501" extrusionOk="0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47"/>
            <p:cNvSpPr/>
            <p:nvPr/>
          </p:nvSpPr>
          <p:spPr>
            <a:xfrm>
              <a:off x="6793275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7"/>
            <p:cNvSpPr/>
            <p:nvPr/>
          </p:nvSpPr>
          <p:spPr>
            <a:xfrm>
              <a:off x="681857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7"/>
            <p:cNvSpPr/>
            <p:nvPr/>
          </p:nvSpPr>
          <p:spPr>
            <a:xfrm>
              <a:off x="6840750" y="24483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7"/>
            <p:cNvSpPr/>
            <p:nvPr/>
          </p:nvSpPr>
          <p:spPr>
            <a:xfrm>
              <a:off x="6857625" y="2386200"/>
              <a:ext cx="13450" cy="55325"/>
            </a:xfrm>
            <a:custGeom>
              <a:avLst/>
              <a:gdLst/>
              <a:ahLst/>
              <a:cxnLst/>
              <a:rect l="l" t="t" r="r" b="b"/>
              <a:pathLst>
                <a:path w="538" h="2213" extrusionOk="0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47"/>
            <p:cNvSpPr/>
            <p:nvPr/>
          </p:nvSpPr>
          <p:spPr>
            <a:xfrm>
              <a:off x="6804825" y="2632075"/>
              <a:ext cx="96875" cy="82175"/>
            </a:xfrm>
            <a:custGeom>
              <a:avLst/>
              <a:gdLst/>
              <a:ahLst/>
              <a:cxnLst/>
              <a:rect l="l" t="t" r="r" b="b"/>
              <a:pathLst>
                <a:path w="3875" h="3287" extrusionOk="0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7"/>
            <p:cNvSpPr/>
            <p:nvPr/>
          </p:nvSpPr>
          <p:spPr>
            <a:xfrm>
              <a:off x="6762650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7"/>
            <p:cNvSpPr/>
            <p:nvPr/>
          </p:nvSpPr>
          <p:spPr>
            <a:xfrm>
              <a:off x="675110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47"/>
            <p:cNvSpPr/>
            <p:nvPr/>
          </p:nvSpPr>
          <p:spPr>
            <a:xfrm>
              <a:off x="6748900" y="2702675"/>
              <a:ext cx="16275" cy="18450"/>
            </a:xfrm>
            <a:custGeom>
              <a:avLst/>
              <a:gdLst/>
              <a:ahLst/>
              <a:cxnLst/>
              <a:rect l="l" t="t" r="r" b="b"/>
              <a:pathLst>
                <a:path w="651" h="738" extrusionOk="0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3331;p47"/>
            <p:cNvSpPr/>
            <p:nvPr/>
          </p:nvSpPr>
          <p:spPr>
            <a:xfrm>
              <a:off x="6927925" y="2476175"/>
              <a:ext cx="3450" cy="2825"/>
            </a:xfrm>
            <a:custGeom>
              <a:avLst/>
              <a:gdLst/>
              <a:ahLst/>
              <a:cxnLst/>
              <a:rect l="l" t="t" r="r" b="b"/>
              <a:pathLst>
                <a:path w="138" h="113" extrusionOk="0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47"/>
            <p:cNvSpPr/>
            <p:nvPr/>
          </p:nvSpPr>
          <p:spPr>
            <a:xfrm>
              <a:off x="6869800" y="2346825"/>
              <a:ext cx="17850" cy="42200"/>
            </a:xfrm>
            <a:custGeom>
              <a:avLst/>
              <a:gdLst/>
              <a:ahLst/>
              <a:cxnLst/>
              <a:rect l="l" t="t" r="r" b="b"/>
              <a:pathLst>
                <a:path w="714" h="1688" extrusionOk="0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47"/>
            <p:cNvSpPr/>
            <p:nvPr/>
          </p:nvSpPr>
          <p:spPr>
            <a:xfrm>
              <a:off x="6865425" y="23465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3334;p47"/>
            <p:cNvSpPr/>
            <p:nvPr/>
          </p:nvSpPr>
          <p:spPr>
            <a:xfrm>
              <a:off x="6831375" y="241587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3335;p47"/>
            <p:cNvSpPr/>
            <p:nvPr/>
          </p:nvSpPr>
          <p:spPr>
            <a:xfrm>
              <a:off x="6831375" y="2415550"/>
              <a:ext cx="29400" cy="33475"/>
            </a:xfrm>
            <a:custGeom>
              <a:avLst/>
              <a:gdLst/>
              <a:ahLst/>
              <a:cxnLst/>
              <a:rect l="l" t="t" r="r" b="b"/>
              <a:pathLst>
                <a:path w="1176" h="1339" extrusionOk="0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6" name="Google Shape;3336;p47"/>
            <p:cNvSpPr/>
            <p:nvPr/>
          </p:nvSpPr>
          <p:spPr>
            <a:xfrm>
              <a:off x="6767025" y="2718300"/>
              <a:ext cx="86575" cy="38750"/>
            </a:xfrm>
            <a:custGeom>
              <a:avLst/>
              <a:gdLst/>
              <a:ahLst/>
              <a:cxnLst/>
              <a:rect l="l" t="t" r="r" b="b"/>
              <a:pathLst>
                <a:path w="3463" h="1550" extrusionOk="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7" name="Google Shape;3337;p47"/>
            <p:cNvSpPr/>
            <p:nvPr/>
          </p:nvSpPr>
          <p:spPr>
            <a:xfrm>
              <a:off x="6752975" y="2749525"/>
              <a:ext cx="16250" cy="17850"/>
            </a:xfrm>
            <a:custGeom>
              <a:avLst/>
              <a:gdLst/>
              <a:ahLst/>
              <a:cxnLst/>
              <a:rect l="l" t="t" r="r" b="b"/>
              <a:pathLst>
                <a:path w="650" h="714" extrusionOk="0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8" name="Google Shape;3338;p47"/>
            <p:cNvSpPr/>
            <p:nvPr/>
          </p:nvSpPr>
          <p:spPr>
            <a:xfrm>
              <a:off x="6783275" y="2681125"/>
              <a:ext cx="81875" cy="30625"/>
            </a:xfrm>
            <a:custGeom>
              <a:avLst/>
              <a:gdLst/>
              <a:ahLst/>
              <a:cxnLst/>
              <a:rect l="l" t="t" r="r" b="b"/>
              <a:pathLst>
                <a:path w="3275" h="1225" extrusionOk="0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6773575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6888250" y="2270600"/>
              <a:ext cx="60000" cy="237450"/>
            </a:xfrm>
            <a:custGeom>
              <a:avLst/>
              <a:gdLst/>
              <a:ahLst/>
              <a:cxnLst/>
              <a:rect l="l" t="t" r="r" b="b"/>
              <a:pathLst>
                <a:path w="2400" h="9498" extrusionOk="0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6844200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2" name="Google Shape;3342;p47"/>
            <p:cNvSpPr/>
            <p:nvPr/>
          </p:nvSpPr>
          <p:spPr>
            <a:xfrm>
              <a:off x="6887300" y="25102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3" name="Google Shape;3343;p47"/>
            <p:cNvSpPr/>
            <p:nvPr/>
          </p:nvSpPr>
          <p:spPr>
            <a:xfrm>
              <a:off x="6912925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6775150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3345;p47"/>
            <p:cNvSpPr/>
            <p:nvPr/>
          </p:nvSpPr>
          <p:spPr>
            <a:xfrm>
              <a:off x="6867625" y="2553650"/>
              <a:ext cx="15025" cy="30950"/>
            </a:xfrm>
            <a:custGeom>
              <a:avLst/>
              <a:gdLst/>
              <a:ahLst/>
              <a:cxnLst/>
              <a:rect l="l" t="t" r="r" b="b"/>
              <a:pathLst>
                <a:path w="601" h="1238" extrusionOk="0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3346;p47"/>
            <p:cNvSpPr/>
            <p:nvPr/>
          </p:nvSpPr>
          <p:spPr>
            <a:xfrm>
              <a:off x="68613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6864175" y="2216250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8" name="Google Shape;3348;p47"/>
            <p:cNvSpPr/>
            <p:nvPr/>
          </p:nvSpPr>
          <p:spPr>
            <a:xfrm>
              <a:off x="6826700" y="2222800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9" name="Google Shape;3349;p47"/>
            <p:cNvSpPr/>
            <p:nvPr/>
          </p:nvSpPr>
          <p:spPr>
            <a:xfrm>
              <a:off x="6837325" y="2258100"/>
              <a:ext cx="46875" cy="35950"/>
            </a:xfrm>
            <a:custGeom>
              <a:avLst/>
              <a:gdLst/>
              <a:ahLst/>
              <a:cxnLst/>
              <a:rect l="l" t="t" r="r" b="b"/>
              <a:pathLst>
                <a:path w="1875" h="1438" extrusionOk="0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3350;p47"/>
            <p:cNvSpPr/>
            <p:nvPr/>
          </p:nvSpPr>
          <p:spPr>
            <a:xfrm>
              <a:off x="6849500" y="2246850"/>
              <a:ext cx="30650" cy="17200"/>
            </a:xfrm>
            <a:custGeom>
              <a:avLst/>
              <a:gdLst/>
              <a:ahLst/>
              <a:cxnLst/>
              <a:rect l="l" t="t" r="r" b="b"/>
              <a:pathLst>
                <a:path w="1226" h="688" extrusionOk="0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6819200" y="2492725"/>
              <a:ext cx="71575" cy="55025"/>
            </a:xfrm>
            <a:custGeom>
              <a:avLst/>
              <a:gdLst/>
              <a:ahLst/>
              <a:cxnLst/>
              <a:rect l="l" t="t" r="r" b="b"/>
              <a:pathLst>
                <a:path w="2863" h="2201" extrusionOk="0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6793275" y="2835125"/>
              <a:ext cx="104675" cy="111575"/>
            </a:xfrm>
            <a:custGeom>
              <a:avLst/>
              <a:gdLst/>
              <a:ahLst/>
              <a:cxnLst/>
              <a:rect l="l" t="t" r="r" b="b"/>
              <a:pathLst>
                <a:path w="4187" h="4463" extrusionOk="0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3" name="Google Shape;3353;p47"/>
            <p:cNvSpPr/>
            <p:nvPr/>
          </p:nvSpPr>
          <p:spPr>
            <a:xfrm>
              <a:off x="6818575" y="2941350"/>
              <a:ext cx="146550" cy="263725"/>
            </a:xfrm>
            <a:custGeom>
              <a:avLst/>
              <a:gdLst/>
              <a:ahLst/>
              <a:cxnLst/>
              <a:rect l="l" t="t" r="r" b="b"/>
              <a:pathLst>
                <a:path w="5862" h="10549" extrusionOk="0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4" name="Google Shape;3354;p47"/>
            <p:cNvSpPr/>
            <p:nvPr/>
          </p:nvSpPr>
          <p:spPr>
            <a:xfrm>
              <a:off x="6841075" y="3137250"/>
              <a:ext cx="84375" cy="100925"/>
            </a:xfrm>
            <a:custGeom>
              <a:avLst/>
              <a:gdLst/>
              <a:ahLst/>
              <a:cxnLst/>
              <a:rect l="l" t="t" r="r" b="b"/>
              <a:pathLst>
                <a:path w="3375" h="4037" extrusionOk="0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3355;p47"/>
            <p:cNvSpPr/>
            <p:nvPr/>
          </p:nvSpPr>
          <p:spPr>
            <a:xfrm>
              <a:off x="6857325" y="3245025"/>
              <a:ext cx="13750" cy="55325"/>
            </a:xfrm>
            <a:custGeom>
              <a:avLst/>
              <a:gdLst/>
              <a:ahLst/>
              <a:cxnLst/>
              <a:rect l="l" t="t" r="r" b="b"/>
              <a:pathLst>
                <a:path w="550" h="2213" extrusionOk="0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6" name="Google Shape;3356;p47"/>
            <p:cNvSpPr/>
            <p:nvPr/>
          </p:nvSpPr>
          <p:spPr>
            <a:xfrm>
              <a:off x="6805150" y="2972925"/>
              <a:ext cx="96550" cy="81550"/>
            </a:xfrm>
            <a:custGeom>
              <a:avLst/>
              <a:gdLst/>
              <a:ahLst/>
              <a:cxnLst/>
              <a:rect l="l" t="t" r="r" b="b"/>
              <a:pathLst>
                <a:path w="3862" h="3262" extrusionOk="0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7"/>
            <p:cNvSpPr/>
            <p:nvPr/>
          </p:nvSpPr>
          <p:spPr>
            <a:xfrm>
              <a:off x="6762350" y="2958850"/>
              <a:ext cx="110600" cy="22825"/>
            </a:xfrm>
            <a:custGeom>
              <a:avLst/>
              <a:gdLst/>
              <a:ahLst/>
              <a:cxnLst/>
              <a:rect l="l" t="t" r="r" b="b"/>
              <a:pathLst>
                <a:path w="4424" h="913" extrusionOk="0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7"/>
            <p:cNvSpPr/>
            <p:nvPr/>
          </p:nvSpPr>
          <p:spPr>
            <a:xfrm>
              <a:off x="675110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6748600" y="2965425"/>
              <a:ext cx="17200" cy="22200"/>
            </a:xfrm>
            <a:custGeom>
              <a:avLst/>
              <a:gdLst/>
              <a:ahLst/>
              <a:cxnLst/>
              <a:rect l="l" t="t" r="r" b="b"/>
              <a:pathLst>
                <a:path w="688" h="888" extrusionOk="0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6927925" y="3207225"/>
              <a:ext cx="3450" cy="2850"/>
            </a:xfrm>
            <a:custGeom>
              <a:avLst/>
              <a:gdLst/>
              <a:ahLst/>
              <a:cxnLst/>
              <a:rect l="l" t="t" r="r" b="b"/>
              <a:pathLst>
                <a:path w="138" h="114" extrusionOk="0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6870125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6865425" y="32978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3363;p47"/>
            <p:cNvSpPr/>
            <p:nvPr/>
          </p:nvSpPr>
          <p:spPr>
            <a:xfrm>
              <a:off x="6831375" y="323752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4" name="Google Shape;3364;p47"/>
            <p:cNvSpPr/>
            <p:nvPr/>
          </p:nvSpPr>
          <p:spPr>
            <a:xfrm>
              <a:off x="6831700" y="3237850"/>
              <a:ext cx="29075" cy="33125"/>
            </a:xfrm>
            <a:custGeom>
              <a:avLst/>
              <a:gdLst/>
              <a:ahLst/>
              <a:cxnLst/>
              <a:rect l="l" t="t" r="r" b="b"/>
              <a:pathLst>
                <a:path w="1163" h="1325" extrusionOk="0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7"/>
            <p:cNvSpPr/>
            <p:nvPr/>
          </p:nvSpPr>
          <p:spPr>
            <a:xfrm>
              <a:off x="6767025" y="2929475"/>
              <a:ext cx="86575" cy="38475"/>
            </a:xfrm>
            <a:custGeom>
              <a:avLst/>
              <a:gdLst/>
              <a:ahLst/>
              <a:cxnLst/>
              <a:rect l="l" t="t" r="r" b="b"/>
              <a:pathLst>
                <a:path w="3463" h="1539" extrusionOk="0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6752650" y="2919175"/>
              <a:ext cx="16575" cy="17825"/>
            </a:xfrm>
            <a:custGeom>
              <a:avLst/>
              <a:gdLst/>
              <a:ahLst/>
              <a:cxnLst/>
              <a:rect l="l" t="t" r="r" b="b"/>
              <a:pathLst>
                <a:path w="663" h="713" extrusionOk="0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6783275" y="2974800"/>
              <a:ext cx="81875" cy="30325"/>
            </a:xfrm>
            <a:custGeom>
              <a:avLst/>
              <a:gdLst/>
              <a:ahLst/>
              <a:cxnLst/>
              <a:rect l="l" t="t" r="r" b="b"/>
              <a:pathLst>
                <a:path w="3275" h="1213" extrusionOk="0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6773575" y="3001650"/>
              <a:ext cx="14725" cy="13150"/>
            </a:xfrm>
            <a:custGeom>
              <a:avLst/>
              <a:gdLst/>
              <a:ahLst/>
              <a:cxnLst/>
              <a:rect l="l" t="t" r="r" b="b"/>
              <a:pathLst>
                <a:path w="589" h="526" extrusionOk="0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6888250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6844200" y="2899500"/>
              <a:ext cx="49375" cy="31575"/>
            </a:xfrm>
            <a:custGeom>
              <a:avLst/>
              <a:gdLst/>
              <a:ahLst/>
              <a:cxnLst/>
              <a:rect l="l" t="t" r="r" b="b"/>
              <a:pathLst>
                <a:path w="1975" h="1263" extrusionOk="0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1" name="Google Shape;3371;p47"/>
            <p:cNvSpPr/>
            <p:nvPr/>
          </p:nvSpPr>
          <p:spPr>
            <a:xfrm>
              <a:off x="6887300" y="31138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2" name="Google Shape;3372;p47"/>
            <p:cNvSpPr/>
            <p:nvPr/>
          </p:nvSpPr>
          <p:spPr>
            <a:xfrm>
              <a:off x="6912925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7"/>
            <p:cNvSpPr/>
            <p:nvPr/>
          </p:nvSpPr>
          <p:spPr>
            <a:xfrm>
              <a:off x="6775450" y="287262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7"/>
            <p:cNvSpPr/>
            <p:nvPr/>
          </p:nvSpPr>
          <p:spPr>
            <a:xfrm>
              <a:off x="6867625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7"/>
            <p:cNvSpPr/>
            <p:nvPr/>
          </p:nvSpPr>
          <p:spPr>
            <a:xfrm>
              <a:off x="6861375" y="3101625"/>
              <a:ext cx="21900" cy="34075"/>
            </a:xfrm>
            <a:custGeom>
              <a:avLst/>
              <a:gdLst/>
              <a:ahLst/>
              <a:cxnLst/>
              <a:rect l="l" t="t" r="r" b="b"/>
              <a:pathLst>
                <a:path w="876" h="1363" extrusionOk="0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6864175" y="3338125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7"/>
            <p:cNvSpPr/>
            <p:nvPr/>
          </p:nvSpPr>
          <p:spPr>
            <a:xfrm>
              <a:off x="6826700" y="3402175"/>
              <a:ext cx="65000" cy="61250"/>
            </a:xfrm>
            <a:custGeom>
              <a:avLst/>
              <a:gdLst/>
              <a:ahLst/>
              <a:cxnLst/>
              <a:rect l="l" t="t" r="r" b="b"/>
              <a:pathLst>
                <a:path w="2600" h="2450" extrusionOk="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8" name="Google Shape;3378;p47"/>
            <p:cNvSpPr/>
            <p:nvPr/>
          </p:nvSpPr>
          <p:spPr>
            <a:xfrm>
              <a:off x="6837325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9" name="Google Shape;3379;p47"/>
            <p:cNvSpPr/>
            <p:nvPr/>
          </p:nvSpPr>
          <p:spPr>
            <a:xfrm>
              <a:off x="6849500" y="3422475"/>
              <a:ext cx="30950" cy="17525"/>
            </a:xfrm>
            <a:custGeom>
              <a:avLst/>
              <a:gdLst/>
              <a:ahLst/>
              <a:cxnLst/>
              <a:rect l="l" t="t" r="r" b="b"/>
              <a:pathLst>
                <a:path w="1238" h="701" extrusionOk="0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7"/>
            <p:cNvSpPr/>
            <p:nvPr/>
          </p:nvSpPr>
          <p:spPr>
            <a:xfrm>
              <a:off x="6819200" y="3138500"/>
              <a:ext cx="71575" cy="55325"/>
            </a:xfrm>
            <a:custGeom>
              <a:avLst/>
              <a:gdLst/>
              <a:ahLst/>
              <a:cxnLst/>
              <a:rect l="l" t="t" r="r" b="b"/>
              <a:pathLst>
                <a:path w="2863" h="2213" extrusionOk="0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7"/>
            <p:cNvSpPr/>
            <p:nvPr/>
          </p:nvSpPr>
          <p:spPr>
            <a:xfrm>
              <a:off x="6798275" y="2819200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6794825" y="2818575"/>
              <a:ext cx="5975" cy="16900"/>
            </a:xfrm>
            <a:custGeom>
              <a:avLst/>
              <a:gdLst/>
              <a:ahLst/>
              <a:cxnLst/>
              <a:rect l="l" t="t" r="r" b="b"/>
              <a:pathLst>
                <a:path w="239" h="676" extrusionOk="0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3" name="Google Shape;3383;p47"/>
            <p:cNvSpPr/>
            <p:nvPr/>
          </p:nvSpPr>
          <p:spPr>
            <a:xfrm>
              <a:off x="6810775" y="2837625"/>
              <a:ext cx="7500" cy="9400"/>
            </a:xfrm>
            <a:custGeom>
              <a:avLst/>
              <a:gdLst/>
              <a:ahLst/>
              <a:cxnLst/>
              <a:rect l="l" t="t" r="r" b="b"/>
              <a:pathLst>
                <a:path w="300" h="376" extrusionOk="0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4" name="Google Shape;3384;p47"/>
            <p:cNvSpPr/>
            <p:nvPr/>
          </p:nvSpPr>
          <p:spPr>
            <a:xfrm>
              <a:off x="6797325" y="2844825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6792950" y="2840450"/>
              <a:ext cx="10025" cy="24075"/>
            </a:xfrm>
            <a:custGeom>
              <a:avLst/>
              <a:gdLst/>
              <a:ahLst/>
              <a:cxnLst/>
              <a:rect l="l" t="t" r="r" b="b"/>
              <a:pathLst>
                <a:path w="401" h="963" extrusionOk="0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47"/>
            <p:cNvSpPr/>
            <p:nvPr/>
          </p:nvSpPr>
          <p:spPr>
            <a:xfrm>
              <a:off x="6795150" y="2829825"/>
              <a:ext cx="8150" cy="14075"/>
            </a:xfrm>
            <a:custGeom>
              <a:avLst/>
              <a:gdLst/>
              <a:ahLst/>
              <a:cxnLst/>
              <a:rect l="l" t="t" r="r" b="b"/>
              <a:pathLst>
                <a:path w="326" h="563" extrusionOk="0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47"/>
            <p:cNvSpPr/>
            <p:nvPr/>
          </p:nvSpPr>
          <p:spPr>
            <a:xfrm>
              <a:off x="6781075" y="2835125"/>
              <a:ext cx="12525" cy="14400"/>
            </a:xfrm>
            <a:custGeom>
              <a:avLst/>
              <a:gdLst/>
              <a:ahLst/>
              <a:cxnLst/>
              <a:rect l="l" t="t" r="r" b="b"/>
              <a:pathLst>
                <a:path w="501" h="576" extrusionOk="0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695500" y="2835450"/>
              <a:ext cx="104675" cy="111250"/>
            </a:xfrm>
            <a:custGeom>
              <a:avLst/>
              <a:gdLst/>
              <a:ahLst/>
              <a:cxnLst/>
              <a:rect l="l" t="t" r="r" b="b"/>
              <a:pathLst>
                <a:path w="4187" h="4450" extrusionOk="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628000" y="2941675"/>
              <a:ext cx="146875" cy="263700"/>
            </a:xfrm>
            <a:custGeom>
              <a:avLst/>
              <a:gdLst/>
              <a:ahLst/>
              <a:cxnLst/>
              <a:rect l="l" t="t" r="r" b="b"/>
              <a:pathLst>
                <a:path w="5875" h="10548" extrusionOk="0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0" name="Google Shape;3390;p47"/>
            <p:cNvSpPr/>
            <p:nvPr/>
          </p:nvSpPr>
          <p:spPr>
            <a:xfrm>
              <a:off x="668000" y="31378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1" name="Google Shape;3391;p47"/>
            <p:cNvSpPr/>
            <p:nvPr/>
          </p:nvSpPr>
          <p:spPr>
            <a:xfrm>
              <a:off x="722350" y="3245025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7"/>
            <p:cNvSpPr/>
            <p:nvPr/>
          </p:nvSpPr>
          <p:spPr>
            <a:xfrm>
              <a:off x="692050" y="2972300"/>
              <a:ext cx="96575" cy="82175"/>
            </a:xfrm>
            <a:custGeom>
              <a:avLst/>
              <a:gdLst/>
              <a:ahLst/>
              <a:cxnLst/>
              <a:rect l="l" t="t" r="r" b="b"/>
              <a:pathLst>
                <a:path w="3863" h="3287" extrusionOk="0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720175" y="2958850"/>
              <a:ext cx="110625" cy="22825"/>
            </a:xfrm>
            <a:custGeom>
              <a:avLst/>
              <a:gdLst/>
              <a:ahLst/>
              <a:cxnLst/>
              <a:rect l="l" t="t" r="r" b="b"/>
              <a:pathLst>
                <a:path w="4425" h="913" extrusionOk="0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7"/>
            <p:cNvSpPr/>
            <p:nvPr/>
          </p:nvSpPr>
          <p:spPr>
            <a:xfrm>
              <a:off x="83015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7"/>
            <p:cNvSpPr/>
            <p:nvPr/>
          </p:nvSpPr>
          <p:spPr>
            <a:xfrm>
              <a:off x="828275" y="296542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662375" y="3207225"/>
              <a:ext cx="3150" cy="2850"/>
            </a:xfrm>
            <a:custGeom>
              <a:avLst/>
              <a:gdLst/>
              <a:ahLst/>
              <a:cxnLst/>
              <a:rect l="l" t="t" r="r" b="b"/>
              <a:pathLst>
                <a:path w="126" h="114" extrusionOk="0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3397;p47"/>
            <p:cNvSpPr/>
            <p:nvPr/>
          </p:nvSpPr>
          <p:spPr>
            <a:xfrm>
              <a:off x="705800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47"/>
            <p:cNvSpPr/>
            <p:nvPr/>
          </p:nvSpPr>
          <p:spPr>
            <a:xfrm>
              <a:off x="708300" y="32978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7"/>
            <p:cNvSpPr/>
            <p:nvPr/>
          </p:nvSpPr>
          <p:spPr>
            <a:xfrm>
              <a:off x="732050" y="323752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7"/>
            <p:cNvSpPr/>
            <p:nvPr/>
          </p:nvSpPr>
          <p:spPr>
            <a:xfrm>
              <a:off x="732675" y="3237850"/>
              <a:ext cx="29375" cy="33125"/>
            </a:xfrm>
            <a:custGeom>
              <a:avLst/>
              <a:gdLst/>
              <a:ahLst/>
              <a:cxnLst/>
              <a:rect l="l" t="t" r="r" b="b"/>
              <a:pathLst>
                <a:path w="1175" h="1325" extrusionOk="0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7"/>
            <p:cNvSpPr/>
            <p:nvPr/>
          </p:nvSpPr>
          <p:spPr>
            <a:xfrm>
              <a:off x="739850" y="2929475"/>
              <a:ext cx="86875" cy="38475"/>
            </a:xfrm>
            <a:custGeom>
              <a:avLst/>
              <a:gdLst/>
              <a:ahLst/>
              <a:cxnLst/>
              <a:rect l="l" t="t" r="r" b="b"/>
              <a:pathLst>
                <a:path w="3475" h="1539" extrusionOk="0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3402;p47"/>
            <p:cNvSpPr/>
            <p:nvPr/>
          </p:nvSpPr>
          <p:spPr>
            <a:xfrm>
              <a:off x="824200" y="291917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3" name="Google Shape;3403;p47"/>
            <p:cNvSpPr/>
            <p:nvPr/>
          </p:nvSpPr>
          <p:spPr>
            <a:xfrm>
              <a:off x="728300" y="2974800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7"/>
            <p:cNvSpPr/>
            <p:nvPr/>
          </p:nvSpPr>
          <p:spPr>
            <a:xfrm>
              <a:off x="805150" y="3001975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644875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47"/>
            <p:cNvSpPr/>
            <p:nvPr/>
          </p:nvSpPr>
          <p:spPr>
            <a:xfrm>
              <a:off x="699875" y="2899175"/>
              <a:ext cx="49375" cy="31900"/>
            </a:xfrm>
            <a:custGeom>
              <a:avLst/>
              <a:gdLst/>
              <a:ahLst/>
              <a:cxnLst/>
              <a:rect l="l" t="t" r="r" b="b"/>
              <a:pathLst>
                <a:path w="1975" h="1276" extrusionOk="0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7" name="Google Shape;3407;p47"/>
            <p:cNvSpPr/>
            <p:nvPr/>
          </p:nvSpPr>
          <p:spPr>
            <a:xfrm>
              <a:off x="674550" y="3113825"/>
              <a:ext cx="31600" cy="62800"/>
            </a:xfrm>
            <a:custGeom>
              <a:avLst/>
              <a:gdLst/>
              <a:ahLst/>
              <a:cxnLst/>
              <a:rect l="l" t="t" r="r" b="b"/>
              <a:pathLst>
                <a:path w="1264" h="2512" extrusionOk="0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47"/>
            <p:cNvSpPr/>
            <p:nvPr/>
          </p:nvSpPr>
          <p:spPr>
            <a:xfrm>
              <a:off x="658950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762050" y="2872625"/>
              <a:ext cx="56250" cy="81250"/>
            </a:xfrm>
            <a:custGeom>
              <a:avLst/>
              <a:gdLst/>
              <a:ahLst/>
              <a:cxnLst/>
              <a:rect l="l" t="t" r="r" b="b"/>
              <a:pathLst>
                <a:path w="2250" h="3250" extrusionOk="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710800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>
              <a:off x="710175" y="31016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>
              <a:off x="669550" y="3338125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3" name="Google Shape;3413;p47"/>
            <p:cNvSpPr/>
            <p:nvPr/>
          </p:nvSpPr>
          <p:spPr>
            <a:xfrm>
              <a:off x="701750" y="3402175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3414;p47"/>
            <p:cNvSpPr/>
            <p:nvPr/>
          </p:nvSpPr>
          <p:spPr>
            <a:xfrm>
              <a:off x="709550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5" name="Google Shape;3415;p47"/>
            <p:cNvSpPr/>
            <p:nvPr/>
          </p:nvSpPr>
          <p:spPr>
            <a:xfrm>
              <a:off x="713300" y="3422475"/>
              <a:ext cx="30950" cy="17225"/>
            </a:xfrm>
            <a:custGeom>
              <a:avLst/>
              <a:gdLst/>
              <a:ahLst/>
              <a:cxnLst/>
              <a:rect l="l" t="t" r="r" b="b"/>
              <a:pathLst>
                <a:path w="1238" h="689" extrusionOk="0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6" name="Google Shape;3416;p47"/>
            <p:cNvSpPr/>
            <p:nvPr/>
          </p:nvSpPr>
          <p:spPr>
            <a:xfrm>
              <a:off x="702675" y="3138500"/>
              <a:ext cx="71875" cy="55325"/>
            </a:xfrm>
            <a:custGeom>
              <a:avLst/>
              <a:gdLst/>
              <a:ahLst/>
              <a:cxnLst/>
              <a:rect l="l" t="t" r="r" b="b"/>
              <a:pathLst>
                <a:path w="2875" h="2213" extrusionOk="0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7" name="Google Shape;3417;p47"/>
            <p:cNvSpPr/>
            <p:nvPr/>
          </p:nvSpPr>
          <p:spPr>
            <a:xfrm>
              <a:off x="695500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8" name="Google Shape;3418;p47"/>
            <p:cNvSpPr/>
            <p:nvPr/>
          </p:nvSpPr>
          <p:spPr>
            <a:xfrm>
              <a:off x="62832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9" name="Google Shape;3419;p47"/>
            <p:cNvSpPr/>
            <p:nvPr/>
          </p:nvSpPr>
          <p:spPr>
            <a:xfrm>
              <a:off x="667675" y="2448375"/>
              <a:ext cx="84700" cy="100925"/>
            </a:xfrm>
            <a:custGeom>
              <a:avLst/>
              <a:gdLst/>
              <a:ahLst/>
              <a:cxnLst/>
              <a:rect l="l" t="t" r="r" b="b"/>
              <a:pathLst>
                <a:path w="3388" h="4037" extrusionOk="0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0" name="Google Shape;3420;p47"/>
            <p:cNvSpPr/>
            <p:nvPr/>
          </p:nvSpPr>
          <p:spPr>
            <a:xfrm>
              <a:off x="722350" y="2386200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1" name="Google Shape;3421;p47"/>
            <p:cNvSpPr/>
            <p:nvPr/>
          </p:nvSpPr>
          <p:spPr>
            <a:xfrm>
              <a:off x="691750" y="2632075"/>
              <a:ext cx="96875" cy="81550"/>
            </a:xfrm>
            <a:custGeom>
              <a:avLst/>
              <a:gdLst/>
              <a:ahLst/>
              <a:cxnLst/>
              <a:rect l="l" t="t" r="r" b="b"/>
              <a:pathLst>
                <a:path w="3875" h="3262" extrusionOk="0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47"/>
            <p:cNvSpPr/>
            <p:nvPr/>
          </p:nvSpPr>
          <p:spPr>
            <a:xfrm>
              <a:off x="720475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3" name="Google Shape;3423;p47"/>
            <p:cNvSpPr/>
            <p:nvPr/>
          </p:nvSpPr>
          <p:spPr>
            <a:xfrm>
              <a:off x="83015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4" name="Google Shape;3424;p47"/>
            <p:cNvSpPr/>
            <p:nvPr/>
          </p:nvSpPr>
          <p:spPr>
            <a:xfrm>
              <a:off x="827325" y="2698925"/>
              <a:ext cx="17225" cy="22200"/>
            </a:xfrm>
            <a:custGeom>
              <a:avLst/>
              <a:gdLst/>
              <a:ahLst/>
              <a:cxnLst/>
              <a:rect l="l" t="t" r="r" b="b"/>
              <a:pathLst>
                <a:path w="689" h="888" extrusionOk="0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5" name="Google Shape;3425;p47"/>
            <p:cNvSpPr/>
            <p:nvPr/>
          </p:nvSpPr>
          <p:spPr>
            <a:xfrm>
              <a:off x="662375" y="2476475"/>
              <a:ext cx="3150" cy="3150"/>
            </a:xfrm>
            <a:custGeom>
              <a:avLst/>
              <a:gdLst/>
              <a:ahLst/>
              <a:cxnLst/>
              <a:rect l="l" t="t" r="r" b="b"/>
              <a:pathLst>
                <a:path w="126" h="126" extrusionOk="0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6" name="Google Shape;3426;p47"/>
            <p:cNvSpPr/>
            <p:nvPr/>
          </p:nvSpPr>
          <p:spPr>
            <a:xfrm>
              <a:off x="705800" y="23468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7" name="Google Shape;3427;p47"/>
            <p:cNvSpPr/>
            <p:nvPr/>
          </p:nvSpPr>
          <p:spPr>
            <a:xfrm>
              <a:off x="708300" y="23465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8" name="Google Shape;3428;p47"/>
            <p:cNvSpPr/>
            <p:nvPr/>
          </p:nvSpPr>
          <p:spPr>
            <a:xfrm>
              <a:off x="732050" y="241587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9" name="Google Shape;3429;p47"/>
            <p:cNvSpPr/>
            <p:nvPr/>
          </p:nvSpPr>
          <p:spPr>
            <a:xfrm>
              <a:off x="732675" y="2415550"/>
              <a:ext cx="29075" cy="33475"/>
            </a:xfrm>
            <a:custGeom>
              <a:avLst/>
              <a:gdLst/>
              <a:ahLst/>
              <a:cxnLst/>
              <a:rect l="l" t="t" r="r" b="b"/>
              <a:pathLst>
                <a:path w="1163" h="1339" extrusionOk="0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0" name="Google Shape;3430;p47"/>
            <p:cNvSpPr/>
            <p:nvPr/>
          </p:nvSpPr>
          <p:spPr>
            <a:xfrm>
              <a:off x="739850" y="2718600"/>
              <a:ext cx="86875" cy="38450"/>
            </a:xfrm>
            <a:custGeom>
              <a:avLst/>
              <a:gdLst/>
              <a:ahLst/>
              <a:cxnLst/>
              <a:rect l="l" t="t" r="r" b="b"/>
              <a:pathLst>
                <a:path w="3475" h="1538" extrusionOk="0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1" name="Google Shape;3431;p47"/>
            <p:cNvSpPr/>
            <p:nvPr/>
          </p:nvSpPr>
          <p:spPr>
            <a:xfrm>
              <a:off x="824200" y="2749525"/>
              <a:ext cx="16600" cy="17850"/>
            </a:xfrm>
            <a:custGeom>
              <a:avLst/>
              <a:gdLst/>
              <a:ahLst/>
              <a:cxnLst/>
              <a:rect l="l" t="t" r="r" b="b"/>
              <a:pathLst>
                <a:path w="664" h="714" extrusionOk="0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7"/>
            <p:cNvSpPr/>
            <p:nvPr/>
          </p:nvSpPr>
          <p:spPr>
            <a:xfrm>
              <a:off x="728300" y="2681125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805150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7"/>
            <p:cNvSpPr/>
            <p:nvPr/>
          </p:nvSpPr>
          <p:spPr>
            <a:xfrm>
              <a:off x="644875" y="2270600"/>
              <a:ext cx="60325" cy="237450"/>
            </a:xfrm>
            <a:custGeom>
              <a:avLst/>
              <a:gdLst/>
              <a:ahLst/>
              <a:cxnLst/>
              <a:rect l="l" t="t" r="r" b="b"/>
              <a:pathLst>
                <a:path w="2413" h="9498" extrusionOk="0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7"/>
            <p:cNvSpPr/>
            <p:nvPr/>
          </p:nvSpPr>
          <p:spPr>
            <a:xfrm>
              <a:off x="699875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674550" y="2510225"/>
              <a:ext cx="31600" cy="62500"/>
            </a:xfrm>
            <a:custGeom>
              <a:avLst/>
              <a:gdLst/>
              <a:ahLst/>
              <a:cxnLst/>
              <a:rect l="l" t="t" r="r" b="b"/>
              <a:pathLst>
                <a:path w="1264" h="2500" extrusionOk="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7" name="Google Shape;3437;p47"/>
            <p:cNvSpPr/>
            <p:nvPr/>
          </p:nvSpPr>
          <p:spPr>
            <a:xfrm>
              <a:off x="658950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8" name="Google Shape;3438;p47"/>
            <p:cNvSpPr/>
            <p:nvPr/>
          </p:nvSpPr>
          <p:spPr>
            <a:xfrm>
              <a:off x="761725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710500" y="25536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0" name="Google Shape;3440;p47"/>
            <p:cNvSpPr/>
            <p:nvPr/>
          </p:nvSpPr>
          <p:spPr>
            <a:xfrm>
              <a:off x="7101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3441;p47"/>
            <p:cNvSpPr/>
            <p:nvPr/>
          </p:nvSpPr>
          <p:spPr>
            <a:xfrm>
              <a:off x="669550" y="2216250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701750" y="2223100"/>
              <a:ext cx="65000" cy="61275"/>
            </a:xfrm>
            <a:custGeom>
              <a:avLst/>
              <a:gdLst/>
              <a:ahLst/>
              <a:cxnLst/>
              <a:rect l="l" t="t" r="r" b="b"/>
              <a:pathLst>
                <a:path w="2600" h="2451" extrusionOk="0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3443;p47"/>
            <p:cNvSpPr/>
            <p:nvPr/>
          </p:nvSpPr>
          <p:spPr>
            <a:xfrm>
              <a:off x="709550" y="2258100"/>
              <a:ext cx="46900" cy="35950"/>
            </a:xfrm>
            <a:custGeom>
              <a:avLst/>
              <a:gdLst/>
              <a:ahLst/>
              <a:cxnLst/>
              <a:rect l="l" t="t" r="r" b="b"/>
              <a:pathLst>
                <a:path w="1876" h="1438" extrusionOk="0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3444;p47"/>
            <p:cNvSpPr/>
            <p:nvPr/>
          </p:nvSpPr>
          <p:spPr>
            <a:xfrm>
              <a:off x="713300" y="2246550"/>
              <a:ext cx="30950" cy="17500"/>
            </a:xfrm>
            <a:custGeom>
              <a:avLst/>
              <a:gdLst/>
              <a:ahLst/>
              <a:cxnLst/>
              <a:rect l="l" t="t" r="r" b="b"/>
              <a:pathLst>
                <a:path w="1238" h="700" extrusionOk="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703000" y="2492725"/>
              <a:ext cx="71550" cy="55325"/>
            </a:xfrm>
            <a:custGeom>
              <a:avLst/>
              <a:gdLst/>
              <a:ahLst/>
              <a:cxnLst/>
              <a:rect l="l" t="t" r="r" b="b"/>
              <a:pathLst>
                <a:path w="2862" h="2213" extrusionOk="0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47"/>
            <p:cNvSpPr/>
            <p:nvPr/>
          </p:nvSpPr>
          <p:spPr>
            <a:xfrm>
              <a:off x="779850" y="2847325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47"/>
            <p:cNvSpPr/>
            <p:nvPr/>
          </p:nvSpPr>
          <p:spPr>
            <a:xfrm>
              <a:off x="792975" y="2850750"/>
              <a:ext cx="5950" cy="16900"/>
            </a:xfrm>
            <a:custGeom>
              <a:avLst/>
              <a:gdLst/>
              <a:ahLst/>
              <a:cxnLst/>
              <a:rect l="l" t="t" r="r" b="b"/>
              <a:pathLst>
                <a:path w="238" h="676" extrusionOk="0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7"/>
            <p:cNvSpPr/>
            <p:nvPr/>
          </p:nvSpPr>
          <p:spPr>
            <a:xfrm>
              <a:off x="775150" y="2839500"/>
              <a:ext cx="7525" cy="9400"/>
            </a:xfrm>
            <a:custGeom>
              <a:avLst/>
              <a:gdLst/>
              <a:ahLst/>
              <a:cxnLst/>
              <a:rect l="l" t="t" r="r" b="b"/>
              <a:pathLst>
                <a:path w="301" h="376" extrusionOk="0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7"/>
            <p:cNvSpPr/>
            <p:nvPr/>
          </p:nvSpPr>
          <p:spPr>
            <a:xfrm>
              <a:off x="780775" y="2821400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7"/>
            <p:cNvSpPr/>
            <p:nvPr/>
          </p:nvSpPr>
          <p:spPr>
            <a:xfrm>
              <a:off x="790475" y="2821700"/>
              <a:ext cx="10325" cy="24400"/>
            </a:xfrm>
            <a:custGeom>
              <a:avLst/>
              <a:gdLst/>
              <a:ahLst/>
              <a:cxnLst/>
              <a:rect l="l" t="t" r="r" b="b"/>
              <a:pathLst>
                <a:path w="413" h="976" extrusionOk="0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7"/>
            <p:cNvSpPr/>
            <p:nvPr/>
          </p:nvSpPr>
          <p:spPr>
            <a:xfrm>
              <a:off x="790150" y="2842625"/>
              <a:ext cx="8150" cy="14100"/>
            </a:xfrm>
            <a:custGeom>
              <a:avLst/>
              <a:gdLst/>
              <a:ahLst/>
              <a:cxnLst/>
              <a:rect l="l" t="t" r="r" b="b"/>
              <a:pathLst>
                <a:path w="326" h="564" extrusionOk="0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7"/>
            <p:cNvSpPr/>
            <p:nvPr/>
          </p:nvSpPr>
          <p:spPr>
            <a:xfrm>
              <a:off x="799850" y="2837000"/>
              <a:ext cx="12500" cy="14400"/>
            </a:xfrm>
            <a:custGeom>
              <a:avLst/>
              <a:gdLst/>
              <a:ahLst/>
              <a:cxnLst/>
              <a:rect l="l" t="t" r="r" b="b"/>
              <a:pathLst>
                <a:path w="500" h="576" extrusionOk="0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2" name="Google Shape;3472;p49"/>
          <p:cNvSpPr/>
          <p:nvPr/>
        </p:nvSpPr>
        <p:spPr>
          <a:xfrm>
            <a:off x="4689475" y="758450"/>
            <a:ext cx="3731400" cy="3731400"/>
          </a:xfrm>
          <a:prstGeom prst="plaque">
            <a:avLst>
              <a:gd name="adj" fmla="val 553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4" name="Google Shape;3474;p49"/>
          <p:cNvSpPr txBox="1">
            <a:spLocks noGrp="1"/>
          </p:cNvSpPr>
          <p:nvPr>
            <p:ph type="title"/>
          </p:nvPr>
        </p:nvSpPr>
        <p:spPr>
          <a:xfrm>
            <a:off x="720000" y="1370888"/>
            <a:ext cx="3519600" cy="150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75" name="Google Shape;3475;p49"/>
          <p:cNvSpPr txBox="1">
            <a:spLocks noGrp="1"/>
          </p:cNvSpPr>
          <p:nvPr>
            <p:ph type="subTitle" idx="1"/>
          </p:nvPr>
        </p:nvSpPr>
        <p:spPr>
          <a:xfrm>
            <a:off x="720000" y="2875613"/>
            <a:ext cx="3519600" cy="8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7C2E05F-013A-1F0E-F9C8-7D67A28E0CDA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Google Shape;5585;p70"/>
          <p:cNvSpPr txBox="1">
            <a:spLocks noGrp="1"/>
          </p:cNvSpPr>
          <p:nvPr>
            <p:ph type="body" idx="1"/>
          </p:nvPr>
        </p:nvSpPr>
        <p:spPr>
          <a:xfrm>
            <a:off x="720000" y="1291938"/>
            <a:ext cx="7704000" cy="33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5586" name="Google Shape;5586;p70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Thanks!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construction Era and the Gilded Age - History - 11th grade by Slidesgo">
  <a:themeElements>
    <a:clrScheme name="Simple Light">
      <a:dk1>
        <a:srgbClr val="35240A"/>
      </a:dk1>
      <a:lt1>
        <a:srgbClr val="DED6C2"/>
      </a:lt1>
      <a:dk2>
        <a:srgbClr val="9B794E"/>
      </a:dk2>
      <a:lt2>
        <a:srgbClr val="724711"/>
      </a:lt2>
      <a:accent1>
        <a:srgbClr val="5E380A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5240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Экран (16:9)</PresentationFormat>
  <Paragraphs>4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Source Sans 3 Light</vt:lpstr>
      <vt:lpstr>Anaheim</vt:lpstr>
      <vt:lpstr>Libre Baskerville</vt:lpstr>
      <vt:lpstr>Source Sans 3</vt:lpstr>
      <vt:lpstr>Arial</vt:lpstr>
      <vt:lpstr>Nunito Light</vt:lpstr>
      <vt:lpstr>Reconstruction Era and the Gilded Age - History - 11th grade by Slidesgo</vt:lpstr>
      <vt:lpstr>Reconstruction Era &amp; the Gilded Age - History -</vt:lpstr>
      <vt:lpstr>Reja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Nodir Qarshiyev</dc:creator>
  <cp:lastModifiedBy>Nodir Qarshiyev</cp:lastModifiedBy>
  <cp:revision>1</cp:revision>
  <dcterms:modified xsi:type="dcterms:W3CDTF">2026-03-21T06:19:07Z</dcterms:modified>
</cp:coreProperties>
</file>