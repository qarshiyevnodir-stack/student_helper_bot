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 id="259" r:id="rId6"/>
    <p:sldId id="260"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763"/>
    <a:srgbClr val="0A3763"/>
    <a:srgbClr val="073763"/>
    <a:srgbClr val="2341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40" y="1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648D-8D84-43A5-97E0-981BA33A56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2E9688-E9C3-4468-8F6E-43FB5954D5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120F3B-A329-4FAF-987A-34CF24FFA919}"/>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5" name="Footer Placeholder 4">
            <a:extLst>
              <a:ext uri="{FF2B5EF4-FFF2-40B4-BE49-F238E27FC236}">
                <a16:creationId xmlns:a16="http://schemas.microsoft.com/office/drawing/2014/main" id="{B1CDC23C-2D9B-46EF-B7E4-0E48A9D7D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9F253-9806-4E04-9E5C-1CAFBB2C4CB7}"/>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2081194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D7B5D-8A46-458D-9543-75A3640535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FD7844-584B-47FD-B982-8E89628702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657A03-54BE-4216-B3DF-C70A7AED2C28}"/>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5" name="Footer Placeholder 4">
            <a:extLst>
              <a:ext uri="{FF2B5EF4-FFF2-40B4-BE49-F238E27FC236}">
                <a16:creationId xmlns:a16="http://schemas.microsoft.com/office/drawing/2014/main" id="{84B01355-451F-46A0-9046-793E5E8A5F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A1585-B936-4CD3-8769-99065F4548B9}"/>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3885158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E693-8A40-4EBC-B89A-1867A79FA1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CE5B4E-FF10-4A56-B958-E3199810DB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8B74E0-5FDA-4649-A6B7-A028D9EC9A2B}"/>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5" name="Footer Placeholder 4">
            <a:extLst>
              <a:ext uri="{FF2B5EF4-FFF2-40B4-BE49-F238E27FC236}">
                <a16:creationId xmlns:a16="http://schemas.microsoft.com/office/drawing/2014/main" id="{B283E492-8C0D-49B0-8DC0-6AFEBB6B3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C7A6C5-3B6C-406C-9B15-A7CD0E90B1C9}"/>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4158702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3DEC6-5799-4F94-B864-40B970697A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B5FC3C-ACA9-4951-B574-791C53028F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36C0FD-F8E5-4E03-B60F-E33E79E31D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43EA0C-F231-4E11-9520-5768414B253E}"/>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6" name="Footer Placeholder 5">
            <a:extLst>
              <a:ext uri="{FF2B5EF4-FFF2-40B4-BE49-F238E27FC236}">
                <a16:creationId xmlns:a16="http://schemas.microsoft.com/office/drawing/2014/main" id="{C5ECF294-EE4B-467C-8EE7-BBE7AA65FD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EFF254-1556-412D-9B32-64B8E860BAC6}"/>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2050405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A6D7C-2EBC-4943-A47E-5E05962E33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9AE4E-8643-4F98-8E16-D15745353B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85CC95-32F3-4633-8450-5176D483EE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D4622A-A0D2-4049-AA5C-4BA381B833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2504D8-99AC-4C16-A5C9-87424DAAE9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F06622-D8BF-456D-88EB-942DC1E61814}"/>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8" name="Footer Placeholder 7">
            <a:extLst>
              <a:ext uri="{FF2B5EF4-FFF2-40B4-BE49-F238E27FC236}">
                <a16:creationId xmlns:a16="http://schemas.microsoft.com/office/drawing/2014/main" id="{E5E71E28-0972-4DE1-A808-6924F1A9F9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0E792F-0921-4BD3-AC04-FF7055D99B83}"/>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1576819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EEAE3-A36B-4AF4-80E3-F1927C51D2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036852-12D2-4363-85DB-0C18D8C11F25}"/>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4" name="Footer Placeholder 3">
            <a:extLst>
              <a:ext uri="{FF2B5EF4-FFF2-40B4-BE49-F238E27FC236}">
                <a16:creationId xmlns:a16="http://schemas.microsoft.com/office/drawing/2014/main" id="{846E16A4-4F95-4BC5-8379-5490C01378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0112FD-C60C-41A5-95A2-89C603470595}"/>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79200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99FE7A-902C-477E-B2C1-CE653B50C50F}"/>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3" name="Footer Placeholder 2">
            <a:extLst>
              <a:ext uri="{FF2B5EF4-FFF2-40B4-BE49-F238E27FC236}">
                <a16:creationId xmlns:a16="http://schemas.microsoft.com/office/drawing/2014/main" id="{FB930B41-704E-4DA8-9174-060E09708A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70EB94-7552-4D7A-A335-B455D4ADBEF8}"/>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2733474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E0793-69AF-4BC4-A315-C7634CB968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06919E-8F7E-4204-8E61-C849E1E67A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BFEB31-E86D-4E7E-9EE3-6D9A561F8E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B1870F-253C-47A7-9F5C-2A279FB60A66}"/>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6" name="Footer Placeholder 5">
            <a:extLst>
              <a:ext uri="{FF2B5EF4-FFF2-40B4-BE49-F238E27FC236}">
                <a16:creationId xmlns:a16="http://schemas.microsoft.com/office/drawing/2014/main" id="{BA7C5A3F-FDCE-402B-819B-1339C3F7E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CE66B-3F82-4182-AA2C-6C528A9FAC34}"/>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2194840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B27E9-69F6-4D9D-8250-ACDE45E75F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E56A7E-5FA6-4091-AC5D-96F353DF2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1DA55D-432E-4F69-A082-21173ABD9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DA3812-DB95-4B53-A46C-576CACCCEB47}"/>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6" name="Footer Placeholder 5">
            <a:extLst>
              <a:ext uri="{FF2B5EF4-FFF2-40B4-BE49-F238E27FC236}">
                <a16:creationId xmlns:a16="http://schemas.microsoft.com/office/drawing/2014/main" id="{59C60347-A2C2-4C2A-9904-4556E73EFA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503338-3ED6-4797-8B11-7B778FC3EAE3}"/>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972879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24D7F-82D6-436E-B690-CA3D218A4A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F7B0EC-F40E-4D68-BBF7-B5DD965186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8C2B8E-3047-4970-B9F4-2E0A7E5ECB48}"/>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5" name="Footer Placeholder 4">
            <a:extLst>
              <a:ext uri="{FF2B5EF4-FFF2-40B4-BE49-F238E27FC236}">
                <a16:creationId xmlns:a16="http://schemas.microsoft.com/office/drawing/2014/main" id="{B939A819-0351-4CD5-8439-419F5290FD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38D604-9B0D-4EAF-9F17-4E40F28EEBCB}"/>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4245744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BC61B7-711B-4D8F-901A-13EB731869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A42C44-BE1D-4812-8103-7D9F7484C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AC90F-C51A-4ECC-A6A5-6092B73F9544}"/>
              </a:ext>
            </a:extLst>
          </p:cNvPr>
          <p:cNvSpPr>
            <a:spLocks noGrp="1"/>
          </p:cNvSpPr>
          <p:nvPr>
            <p:ph type="dt" sz="half" idx="10"/>
          </p:nvPr>
        </p:nvSpPr>
        <p:spPr/>
        <p:txBody>
          <a:bodyPr/>
          <a:lstStyle/>
          <a:p>
            <a:fld id="{7B7E3985-5357-4FD5-863A-77525DEB6B27}" type="datetimeFigureOut">
              <a:rPr lang="en-US" smtClean="0"/>
              <a:t>7/29/2026</a:t>
            </a:fld>
            <a:endParaRPr lang="en-US"/>
          </a:p>
        </p:txBody>
      </p:sp>
      <p:sp>
        <p:nvSpPr>
          <p:cNvPr id="5" name="Footer Placeholder 4">
            <a:extLst>
              <a:ext uri="{FF2B5EF4-FFF2-40B4-BE49-F238E27FC236}">
                <a16:creationId xmlns:a16="http://schemas.microsoft.com/office/drawing/2014/main" id="{5981E28D-6D5C-49DF-980E-15F2D916D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3F481B-8B60-46FC-B380-A40F12EA220D}"/>
              </a:ext>
            </a:extLst>
          </p:cNvPr>
          <p:cNvSpPr>
            <a:spLocks noGrp="1"/>
          </p:cNvSpPr>
          <p:nvPr>
            <p:ph type="sldNum" sz="quarter" idx="12"/>
          </p:nvPr>
        </p:nvSpPr>
        <p:spPr/>
        <p:txBody>
          <a:bodyPr/>
          <a:lstStyle/>
          <a:p>
            <a:fld id="{E61C7D26-1582-4D7A-A4E1-A0F93F6712AE}" type="slidenum">
              <a:rPr lang="en-US" smtClean="0"/>
              <a:t>‹#›</a:t>
            </a:fld>
            <a:endParaRPr lang="en-US"/>
          </a:p>
        </p:txBody>
      </p:sp>
    </p:spTree>
    <p:extLst>
      <p:ext uri="{BB962C8B-B14F-4D97-AF65-F5344CB8AC3E}">
        <p14:creationId xmlns:p14="http://schemas.microsoft.com/office/powerpoint/2010/main" val="2542680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2BC937-91EA-48C3-B55D-7AED4C92D7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C4329C-95F9-474B-A0C9-7B735B004E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EC2C4-7E65-4BFF-B2AA-C1981DDF9D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7E3985-5357-4FD5-863A-77525DEB6B27}" type="datetimeFigureOut">
              <a:rPr lang="en-US" smtClean="0"/>
              <a:t>7/29/2026</a:t>
            </a:fld>
            <a:endParaRPr lang="en-US"/>
          </a:p>
        </p:txBody>
      </p:sp>
      <p:sp>
        <p:nvSpPr>
          <p:cNvPr id="5" name="Footer Placeholder 4">
            <a:extLst>
              <a:ext uri="{FF2B5EF4-FFF2-40B4-BE49-F238E27FC236}">
                <a16:creationId xmlns:a16="http://schemas.microsoft.com/office/drawing/2014/main" id="{6B88E548-B820-45E6-8A61-6AF8997C49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BE902E-3330-40F5-866C-428C942218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1C7D26-1582-4D7A-A4E1-A0F93F6712AE}" type="slidenum">
              <a:rPr lang="en-US" smtClean="0"/>
              <a:t>‹#›</a:t>
            </a:fld>
            <a:endParaRPr lang="en-US"/>
          </a:p>
        </p:txBody>
      </p:sp>
    </p:spTree>
    <p:extLst>
      <p:ext uri="{BB962C8B-B14F-4D97-AF65-F5344CB8AC3E}">
        <p14:creationId xmlns:p14="http://schemas.microsoft.com/office/powerpoint/2010/main" val="3867732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650;p27">
            <a:extLst>
              <a:ext uri="{FF2B5EF4-FFF2-40B4-BE49-F238E27FC236}">
                <a16:creationId xmlns:a16="http://schemas.microsoft.com/office/drawing/2014/main" id="{ED94034B-5899-4F70-81E9-78418C631A4A}"/>
              </a:ext>
            </a:extLst>
          </p:cNvPr>
          <p:cNvSpPr txBox="1">
            <a:spLocks noGrp="1"/>
          </p:cNvSpPr>
          <p:nvPr>
            <p:ph type="ctrTitle"/>
          </p:nvPr>
        </p:nvSpPr>
        <p:spPr>
          <a:xfrm>
            <a:off x="1054359" y="843078"/>
            <a:ext cx="10263674" cy="218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400" dirty="0">
                <a:solidFill>
                  <a:srgbClr val="0B3763"/>
                </a:solidFill>
                <a:latin typeface="Anton" pitchFamily="2" charset="0"/>
              </a:rPr>
              <a:t>Architect Minitheme</a:t>
            </a:r>
            <a:endParaRPr sz="5400" dirty="0">
              <a:solidFill>
                <a:srgbClr val="0B3763"/>
              </a:solidFill>
              <a:latin typeface="Anton" pitchFamily="2" charset="0"/>
            </a:endParaRPr>
          </a:p>
        </p:txBody>
      </p:sp>
      <p:sp>
        <p:nvSpPr>
          <p:cNvPr id="5" name="Google Shape;3651;p27">
            <a:extLst>
              <a:ext uri="{FF2B5EF4-FFF2-40B4-BE49-F238E27FC236}">
                <a16:creationId xmlns:a16="http://schemas.microsoft.com/office/drawing/2014/main" id="{B00FCD3D-A63B-4DAC-8286-25F2A283E790}"/>
              </a:ext>
            </a:extLst>
          </p:cNvPr>
          <p:cNvSpPr txBox="1">
            <a:spLocks noGrp="1"/>
          </p:cNvSpPr>
          <p:nvPr>
            <p:ph type="subTitle" idx="1"/>
          </p:nvPr>
        </p:nvSpPr>
        <p:spPr>
          <a:xfrm>
            <a:off x="2397433" y="5635122"/>
            <a:ext cx="7397134" cy="37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bg2">
                    <a:lumMod val="25000"/>
                  </a:schemeClr>
                </a:solidFill>
                <a:latin typeface="DM Sans"/>
                <a:ea typeface="DM Sans"/>
                <a:cs typeface="DM Sans"/>
                <a:sym typeface="DM Sans"/>
              </a:rPr>
              <a:t>Here is where your presentation begins</a:t>
            </a:r>
            <a:endParaRPr sz="1800" dirty="0">
              <a:solidFill>
                <a:schemeClr val="bg2">
                  <a:lumMod val="25000"/>
                </a:schemeClr>
              </a:solidFill>
              <a:latin typeface="DM Sans"/>
              <a:ea typeface="DM Sans"/>
              <a:cs typeface="DM Sans"/>
              <a:sym typeface="DM Sans"/>
            </a:endParaRPr>
          </a:p>
        </p:txBody>
      </p:sp>
    </p:spTree>
    <p:extLst>
      <p:ext uri="{BB962C8B-B14F-4D97-AF65-F5344CB8AC3E}">
        <p14:creationId xmlns:p14="http://schemas.microsoft.com/office/powerpoint/2010/main" val="874271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736;p31">
            <a:extLst>
              <a:ext uri="{FF2B5EF4-FFF2-40B4-BE49-F238E27FC236}">
                <a16:creationId xmlns:a16="http://schemas.microsoft.com/office/drawing/2014/main" id="{4CE8C2ED-E8F2-4F5F-AC24-BE822429EB18}"/>
              </a:ext>
            </a:extLst>
          </p:cNvPr>
          <p:cNvSpPr txBox="1">
            <a:spLocks noGrp="1"/>
          </p:cNvSpPr>
          <p:nvPr>
            <p:ph type="title"/>
          </p:nvPr>
        </p:nvSpPr>
        <p:spPr>
          <a:xfrm>
            <a:off x="3066750" y="850062"/>
            <a:ext cx="4839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0B3763"/>
                </a:solidFill>
                <a:latin typeface="Anton" pitchFamily="2" charset="0"/>
              </a:rPr>
              <a:t>Reja</a:t>
            </a:r>
            <a:endParaRPr dirty="0">
              <a:solidFill>
                <a:srgbClr val="0B3763"/>
              </a:solidFill>
              <a:latin typeface="Anton" pitchFamily="2" charset="0"/>
            </a:endParaRPr>
          </a:p>
        </p:txBody>
      </p:sp>
      <p:sp>
        <p:nvSpPr>
          <p:cNvPr id="5" name="Google Shape;3735;p31">
            <a:extLst>
              <a:ext uri="{FF2B5EF4-FFF2-40B4-BE49-F238E27FC236}">
                <a16:creationId xmlns:a16="http://schemas.microsoft.com/office/drawing/2014/main" id="{541B62DF-AC15-4561-8E6D-C2AD798EFE26}"/>
              </a:ext>
            </a:extLst>
          </p:cNvPr>
          <p:cNvSpPr txBox="1">
            <a:spLocks/>
          </p:cNvSpPr>
          <p:nvPr/>
        </p:nvSpPr>
        <p:spPr>
          <a:xfrm>
            <a:off x="2362894" y="1691862"/>
            <a:ext cx="7466212" cy="3632492"/>
          </a:xfrm>
          <a:prstGeom prst="rect">
            <a:avLst/>
          </a:prstGeom>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0"/>
              </a:spcBef>
              <a:buFont typeface="+mj-lt"/>
              <a:buAutoNum type="arabicPeriod"/>
            </a:pPr>
            <a:r>
              <a:rPr lang="en-US" dirty="0">
                <a:solidFill>
                  <a:schemeClr val="bg2">
                    <a:lumMod val="25000"/>
                  </a:schemeClr>
                </a:solidFill>
                <a:latin typeface="DM Sans" panose="020B0604020202020204" charset="0"/>
              </a:rPr>
              <a:t>You can enter a subtitle here if you need</a:t>
            </a:r>
          </a:p>
          <a:p>
            <a:pPr marL="514350" indent="-514350">
              <a:spcBef>
                <a:spcPts val="0"/>
              </a:spcBef>
              <a:buFont typeface="+mj-lt"/>
              <a:buAutoNum type="arabicPeriod"/>
            </a:pPr>
            <a:r>
              <a:rPr lang="en-US" dirty="0">
                <a:solidFill>
                  <a:schemeClr val="bg2">
                    <a:lumMod val="25000"/>
                  </a:schemeClr>
                </a:solidFill>
                <a:latin typeface="DM Sans" panose="020B0604020202020204" charset="0"/>
              </a:rPr>
              <a:t>You can enter a subtitle here if you need </a:t>
            </a:r>
          </a:p>
          <a:p>
            <a:pPr marL="514350" indent="-514350">
              <a:spcBef>
                <a:spcPts val="0"/>
              </a:spcBef>
              <a:buFont typeface="+mj-lt"/>
              <a:buAutoNum type="arabicPeriod"/>
            </a:pPr>
            <a:r>
              <a:rPr lang="en-US" dirty="0">
                <a:solidFill>
                  <a:schemeClr val="bg2">
                    <a:lumMod val="25000"/>
                  </a:schemeClr>
                </a:solidFill>
                <a:latin typeface="DM Sans" panose="020B0604020202020204" charset="0"/>
              </a:rPr>
              <a:t>You can enter a subtitle here if you need </a:t>
            </a:r>
          </a:p>
        </p:txBody>
      </p:sp>
    </p:spTree>
    <p:extLst>
      <p:ext uri="{BB962C8B-B14F-4D97-AF65-F5344CB8AC3E}">
        <p14:creationId xmlns:p14="http://schemas.microsoft.com/office/powerpoint/2010/main" val="2206964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767;p34">
            <a:extLst>
              <a:ext uri="{FF2B5EF4-FFF2-40B4-BE49-F238E27FC236}">
                <a16:creationId xmlns:a16="http://schemas.microsoft.com/office/drawing/2014/main" id="{99C8F0C0-E3BF-43FA-9B1A-1BE7F42DBCA3}"/>
              </a:ext>
            </a:extLst>
          </p:cNvPr>
          <p:cNvSpPr txBox="1">
            <a:spLocks noGrp="1"/>
          </p:cNvSpPr>
          <p:nvPr>
            <p:ph type="title"/>
          </p:nvPr>
        </p:nvSpPr>
        <p:spPr>
          <a:xfrm>
            <a:off x="719999" y="445025"/>
            <a:ext cx="10611615" cy="1094408"/>
          </a:xfrm>
          <a:prstGeom prst="rect">
            <a:avLst/>
          </a:prstGeom>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4000" dirty="0">
                <a:solidFill>
                  <a:srgbClr val="0A3763"/>
                </a:solidFill>
                <a:latin typeface="Anton" pitchFamily="2" charset="0"/>
              </a:rPr>
              <a:t>Three columns</a:t>
            </a:r>
          </a:p>
        </p:txBody>
      </p:sp>
      <p:sp>
        <p:nvSpPr>
          <p:cNvPr id="5" name="Google Shape;3768;p34">
            <a:extLst>
              <a:ext uri="{FF2B5EF4-FFF2-40B4-BE49-F238E27FC236}">
                <a16:creationId xmlns:a16="http://schemas.microsoft.com/office/drawing/2014/main" id="{13EDECC1-421E-4E59-851F-D9803E7EEEA8}"/>
              </a:ext>
            </a:extLst>
          </p:cNvPr>
          <p:cNvSpPr txBox="1">
            <a:spLocks/>
          </p:cNvSpPr>
          <p:nvPr/>
        </p:nvSpPr>
        <p:spPr>
          <a:xfrm>
            <a:off x="725400" y="1713138"/>
            <a:ext cx="3950772" cy="3402871"/>
          </a:xfrm>
          <a:prstGeom prst="rect">
            <a:avLst/>
          </a:prstGeom>
          <a:ln>
            <a:noFill/>
          </a:ln>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en-US" sz="1800" dirty="0">
                <a:latin typeface="DM Sans" panose="020B0604020202020204" charset="0"/>
              </a:rPr>
              <a:t>It’s the closest planet to the Sun and the smallest one in the Solar System It’s the closest planet to the Sun and the smallest one in the Solar System It’s the closest planet to the Sun and the smallest one in the Solar System</a:t>
            </a:r>
          </a:p>
          <a:p>
            <a:pPr marL="0" indent="0" algn="just">
              <a:spcBef>
                <a:spcPts val="0"/>
              </a:spcBef>
              <a:buNone/>
            </a:pPr>
            <a:r>
              <a:rPr lang="en-US" sz="1800" dirty="0">
                <a:latin typeface="DM Sans" panose="020B0604020202020204" charset="0"/>
              </a:rPr>
              <a:t>It’s the closest planet to the Sun and the smallest one in the Solar System</a:t>
            </a:r>
          </a:p>
          <a:p>
            <a:pPr marL="0" indent="0" algn="just">
              <a:spcBef>
                <a:spcPts val="0"/>
              </a:spcBef>
              <a:buNone/>
            </a:pPr>
            <a:r>
              <a:rPr lang="en-US" sz="1800" dirty="0">
                <a:latin typeface="DM Sans" panose="020B0604020202020204" charset="0"/>
              </a:rPr>
              <a:t>It’s the closest planet to the Sun and the smallest one in the Solar System</a:t>
            </a:r>
          </a:p>
          <a:p>
            <a:pPr marL="0" indent="0" algn="just">
              <a:spcBef>
                <a:spcPts val="0"/>
              </a:spcBef>
              <a:buNone/>
            </a:pPr>
            <a:r>
              <a:rPr lang="en-US" sz="1800" dirty="0">
                <a:latin typeface="DM Sans" panose="020B0604020202020204" charset="0"/>
              </a:rPr>
              <a:t>It’s the closest planet to the Sun and the smallest one in the Solar System</a:t>
            </a:r>
          </a:p>
        </p:txBody>
      </p:sp>
      <p:sp>
        <p:nvSpPr>
          <p:cNvPr id="6" name="Google Shape;3768;p34">
            <a:extLst>
              <a:ext uri="{FF2B5EF4-FFF2-40B4-BE49-F238E27FC236}">
                <a16:creationId xmlns:a16="http://schemas.microsoft.com/office/drawing/2014/main" id="{95FAE912-BB25-4CBF-856C-CD7FBB867D62}"/>
              </a:ext>
            </a:extLst>
          </p:cNvPr>
          <p:cNvSpPr txBox="1">
            <a:spLocks/>
          </p:cNvSpPr>
          <p:nvPr/>
        </p:nvSpPr>
        <p:spPr>
          <a:xfrm>
            <a:off x="7515830" y="1713137"/>
            <a:ext cx="3950772" cy="3402871"/>
          </a:xfrm>
          <a:prstGeom prst="rect">
            <a:avLst/>
          </a:prstGeom>
          <a:ln>
            <a:noFill/>
          </a:ln>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en-US" sz="1800" dirty="0">
                <a:latin typeface="DM Sans" panose="020B0604020202020204" charset="0"/>
              </a:rPr>
              <a:t>It’s the closest planet to the Sun and the smallest one in the Solar System It’s the closest planet to the Sun and the smallest one in the Solar System It’s the closest planet to the Sun and the smallest one in the Solar System</a:t>
            </a:r>
          </a:p>
          <a:p>
            <a:pPr marL="0" indent="0" algn="just">
              <a:spcBef>
                <a:spcPts val="0"/>
              </a:spcBef>
              <a:buNone/>
            </a:pPr>
            <a:r>
              <a:rPr lang="en-US" sz="1800" dirty="0">
                <a:latin typeface="DM Sans" panose="020B0604020202020204" charset="0"/>
              </a:rPr>
              <a:t>It’s the closest planet to the Sun and the smallest one in the Solar System</a:t>
            </a:r>
          </a:p>
          <a:p>
            <a:pPr marL="0" indent="0" algn="just">
              <a:spcBef>
                <a:spcPts val="0"/>
              </a:spcBef>
              <a:buNone/>
            </a:pPr>
            <a:r>
              <a:rPr lang="en-US" sz="1800" dirty="0">
                <a:latin typeface="DM Sans" panose="020B0604020202020204" charset="0"/>
              </a:rPr>
              <a:t>It’s the closest planet to the Sun and the smallest one in the Solar System</a:t>
            </a:r>
          </a:p>
          <a:p>
            <a:pPr marL="0" indent="0" algn="just">
              <a:spcBef>
                <a:spcPts val="0"/>
              </a:spcBef>
              <a:buNone/>
            </a:pPr>
            <a:r>
              <a:rPr lang="en-US" sz="1800" dirty="0">
                <a:latin typeface="DM Sans" panose="020B0604020202020204" charset="0"/>
              </a:rPr>
              <a:t>It’s the closest planet to the Sun and the smallest one in the Solar System</a:t>
            </a:r>
          </a:p>
        </p:txBody>
      </p:sp>
    </p:spTree>
    <p:extLst>
      <p:ext uri="{BB962C8B-B14F-4D97-AF65-F5344CB8AC3E}">
        <p14:creationId xmlns:p14="http://schemas.microsoft.com/office/powerpoint/2010/main" val="345659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FD587D-11EA-4439-8DED-86C32073319A}"/>
              </a:ext>
            </a:extLst>
          </p:cNvPr>
          <p:cNvSpPr txBox="1"/>
          <p:nvPr/>
        </p:nvSpPr>
        <p:spPr>
          <a:xfrm>
            <a:off x="1099595" y="659405"/>
            <a:ext cx="10243595" cy="707886"/>
          </a:xfrm>
          <a:prstGeom prst="rect">
            <a:avLst/>
          </a:prstGeom>
          <a:noFill/>
        </p:spPr>
        <p:txBody>
          <a:bodyPr wrap="square">
            <a:spAutoFit/>
          </a:bodyPr>
          <a:lstStyle/>
          <a:p>
            <a:pPr algn="ctr"/>
            <a:r>
              <a:rPr lang="en" sz="4000" dirty="0">
                <a:solidFill>
                  <a:srgbClr val="0B3763"/>
                </a:solidFill>
                <a:latin typeface="Anton" pitchFamily="2" charset="0"/>
              </a:rPr>
              <a:t>About Us</a:t>
            </a:r>
            <a:endParaRPr lang="en-US" sz="4000" dirty="0">
              <a:solidFill>
                <a:srgbClr val="0B3763"/>
              </a:solidFill>
              <a:latin typeface="Anton" pitchFamily="2" charset="0"/>
            </a:endParaRPr>
          </a:p>
        </p:txBody>
      </p:sp>
      <p:sp>
        <p:nvSpPr>
          <p:cNvPr id="6" name="Google Shape;3726;p30">
            <a:extLst>
              <a:ext uri="{FF2B5EF4-FFF2-40B4-BE49-F238E27FC236}">
                <a16:creationId xmlns:a16="http://schemas.microsoft.com/office/drawing/2014/main" id="{CF60EA26-2316-4600-ADEA-E0D0897149A7}"/>
              </a:ext>
            </a:extLst>
          </p:cNvPr>
          <p:cNvSpPr txBox="1">
            <a:spLocks/>
          </p:cNvSpPr>
          <p:nvPr/>
        </p:nvSpPr>
        <p:spPr>
          <a:xfrm>
            <a:off x="6458716" y="1828040"/>
            <a:ext cx="4066572" cy="3528642"/>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US" sz="1800" dirty="0">
                <a:solidFill>
                  <a:schemeClr val="bg2">
                    <a:lumMod val="25000"/>
                  </a:schemeClr>
                </a:solidFill>
                <a:latin typeface="DM Sans" panose="020B0604020202020204" charset="0"/>
              </a:rPr>
              <a:t>Mercury takes a little more than 58 days to complete its rotation, so try to imagine how long days must be there! Since the temperatures are so extreme, albeit not as extreme as on Venus, and the solar radiation is so high, Mercury has been deemed to be non-habitable for humans</a:t>
            </a:r>
          </a:p>
        </p:txBody>
      </p:sp>
      <p:sp>
        <p:nvSpPr>
          <p:cNvPr id="7" name="Google Shape;3727;p30">
            <a:extLst>
              <a:ext uri="{FF2B5EF4-FFF2-40B4-BE49-F238E27FC236}">
                <a16:creationId xmlns:a16="http://schemas.microsoft.com/office/drawing/2014/main" id="{71161BA3-3957-4D4C-B72F-0015B9D2D8BD}"/>
              </a:ext>
            </a:extLst>
          </p:cNvPr>
          <p:cNvSpPr txBox="1">
            <a:spLocks/>
          </p:cNvSpPr>
          <p:nvPr/>
        </p:nvSpPr>
        <p:spPr>
          <a:xfrm>
            <a:off x="1688302" y="1828040"/>
            <a:ext cx="4066572" cy="352864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US" sz="1800" dirty="0">
                <a:solidFill>
                  <a:schemeClr val="bg2">
                    <a:lumMod val="25000"/>
                  </a:schemeClr>
                </a:solidFill>
                <a:latin typeface="DM Sans" panose="020B0604020202020204" charset="0"/>
              </a:rPr>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a:t>
            </a:r>
          </a:p>
        </p:txBody>
      </p:sp>
    </p:spTree>
    <p:extLst>
      <p:ext uri="{BB962C8B-B14F-4D97-AF65-F5344CB8AC3E}">
        <p14:creationId xmlns:p14="http://schemas.microsoft.com/office/powerpoint/2010/main" val="3883078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oogle Shape;3941;p38">
            <a:extLst>
              <a:ext uri="{FF2B5EF4-FFF2-40B4-BE49-F238E27FC236}">
                <a16:creationId xmlns:a16="http://schemas.microsoft.com/office/drawing/2014/main" id="{017145A0-73FD-4C48-BA73-60263E7FBF0C}"/>
              </a:ext>
            </a:extLst>
          </p:cNvPr>
          <p:cNvPicPr preferRelativeResize="0"/>
          <p:nvPr/>
        </p:nvPicPr>
        <p:blipFill rotWithShape="1">
          <a:blip r:embed="rId3">
            <a:alphaModFix/>
          </a:blip>
          <a:srcRect t="10" b="20"/>
          <a:stretch/>
        </p:blipFill>
        <p:spPr>
          <a:xfrm>
            <a:off x="659757" y="2448088"/>
            <a:ext cx="3842669" cy="3501298"/>
          </a:xfrm>
          <a:prstGeom prst="round2SameRect">
            <a:avLst>
              <a:gd name="adj1" fmla="val 5020"/>
              <a:gd name="adj2" fmla="val 6646"/>
            </a:avLst>
          </a:prstGeom>
          <a:noFill/>
          <a:ln w="19050" cap="flat" cmpd="sng">
            <a:solidFill>
              <a:schemeClr val="accent2"/>
            </a:solidFill>
            <a:prstDash val="solid"/>
            <a:round/>
            <a:headEnd type="none" w="sm" len="sm"/>
            <a:tailEnd type="none" w="sm" len="sm"/>
          </a:ln>
        </p:spPr>
      </p:pic>
      <p:sp>
        <p:nvSpPr>
          <p:cNvPr id="6" name="TextBox 5">
            <a:extLst>
              <a:ext uri="{FF2B5EF4-FFF2-40B4-BE49-F238E27FC236}">
                <a16:creationId xmlns:a16="http://schemas.microsoft.com/office/drawing/2014/main" id="{C6268583-4A25-4B67-9027-134F1C3BDFAC}"/>
              </a:ext>
            </a:extLst>
          </p:cNvPr>
          <p:cNvSpPr txBox="1"/>
          <p:nvPr/>
        </p:nvSpPr>
        <p:spPr>
          <a:xfrm>
            <a:off x="821803" y="816544"/>
            <a:ext cx="10683432" cy="1323439"/>
          </a:xfrm>
          <a:prstGeom prst="rect">
            <a:avLst/>
          </a:prstGeom>
          <a:noFill/>
        </p:spPr>
        <p:txBody>
          <a:bodyPr wrap="square">
            <a:spAutoFit/>
          </a:bodyPr>
          <a:lstStyle/>
          <a:p>
            <a:pPr algn="ctr"/>
            <a:r>
              <a:rPr lang="en" sz="4000" dirty="0">
                <a:solidFill>
                  <a:srgbClr val="0B3763"/>
                </a:solidFill>
                <a:latin typeface="Anton" pitchFamily="2" charset="0"/>
              </a:rPr>
              <a:t>Desktop Software</a:t>
            </a:r>
          </a:p>
          <a:p>
            <a:pPr algn="ctr"/>
            <a:r>
              <a:rPr lang="en-US" sz="4000" dirty="0">
                <a:solidFill>
                  <a:srgbClr val="0B3763"/>
                </a:solidFill>
                <a:latin typeface="Anton" pitchFamily="2" charset="0"/>
              </a:rPr>
              <a:t>G</a:t>
            </a:r>
            <a:r>
              <a:rPr lang="en" sz="4000" dirty="0">
                <a:solidFill>
                  <a:srgbClr val="0B3763"/>
                </a:solidFill>
                <a:latin typeface="Anton" pitchFamily="2" charset="0"/>
              </a:rPr>
              <a:t>f kjkjkhjgcjvhjjn</a:t>
            </a:r>
          </a:p>
        </p:txBody>
      </p:sp>
      <p:sp>
        <p:nvSpPr>
          <p:cNvPr id="7" name="Google Shape;3940;p38">
            <a:extLst>
              <a:ext uri="{FF2B5EF4-FFF2-40B4-BE49-F238E27FC236}">
                <a16:creationId xmlns:a16="http://schemas.microsoft.com/office/drawing/2014/main" id="{58FCD011-9818-4EC9-9418-7A00138D8CDC}"/>
              </a:ext>
            </a:extLst>
          </p:cNvPr>
          <p:cNvSpPr txBox="1">
            <a:spLocks/>
          </p:cNvSpPr>
          <p:nvPr/>
        </p:nvSpPr>
        <p:spPr>
          <a:xfrm>
            <a:off x="6096000" y="2448088"/>
            <a:ext cx="4572000" cy="3286161"/>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US" sz="1800" dirty="0">
                <a:solidFill>
                  <a:schemeClr val="bg2">
                    <a:lumMod val="25000"/>
                  </a:schemeClr>
                </a:solidFill>
                <a:latin typeface="DM Sans" panose="020B0604020202020204" charset="0"/>
              </a:rPr>
              <a:t>You can replace the image on the screen with your own work. Just right-click on it and select “Replace image”</a:t>
            </a:r>
          </a:p>
        </p:txBody>
      </p:sp>
    </p:spTree>
    <p:extLst>
      <p:ext uri="{BB962C8B-B14F-4D97-AF65-F5344CB8AC3E}">
        <p14:creationId xmlns:p14="http://schemas.microsoft.com/office/powerpoint/2010/main" val="51493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D4377C-CC25-4858-9692-F3BD0B4784B6}"/>
              </a:ext>
            </a:extLst>
          </p:cNvPr>
          <p:cNvSpPr txBox="1"/>
          <p:nvPr/>
        </p:nvSpPr>
        <p:spPr>
          <a:xfrm>
            <a:off x="798653" y="619774"/>
            <a:ext cx="9735608" cy="1323439"/>
          </a:xfrm>
          <a:prstGeom prst="rect">
            <a:avLst/>
          </a:prstGeom>
          <a:noFill/>
        </p:spPr>
        <p:txBody>
          <a:bodyPr wrap="square">
            <a:spAutoFit/>
          </a:bodyPr>
          <a:lstStyle/>
          <a:p>
            <a:pPr algn="ctr"/>
            <a:r>
              <a:rPr lang="en" sz="4000" dirty="0">
                <a:solidFill>
                  <a:srgbClr val="0B3763"/>
                </a:solidFill>
                <a:latin typeface="Anton" pitchFamily="2" charset="0"/>
              </a:rPr>
              <a:t>The slide title goes here!</a:t>
            </a:r>
          </a:p>
          <a:p>
            <a:pPr algn="ctr"/>
            <a:r>
              <a:rPr lang="en-US" sz="4000" dirty="0">
                <a:solidFill>
                  <a:srgbClr val="0B3763"/>
                </a:solidFill>
                <a:latin typeface="Anton" pitchFamily="2" charset="0"/>
              </a:rPr>
              <a:t>C</a:t>
            </a:r>
            <a:r>
              <a:rPr lang="en" sz="4000" dirty="0">
                <a:solidFill>
                  <a:srgbClr val="0B3763"/>
                </a:solidFill>
                <a:latin typeface="Anton" pitchFamily="2" charset="0"/>
              </a:rPr>
              <a:t>hghbn bjhghnkl,jnkjhvhjmn</a:t>
            </a:r>
            <a:endParaRPr lang="en-US" sz="4000" dirty="0">
              <a:solidFill>
                <a:srgbClr val="0B3763"/>
              </a:solidFill>
              <a:latin typeface="Anton" pitchFamily="2" charset="0"/>
            </a:endParaRPr>
          </a:p>
        </p:txBody>
      </p:sp>
      <p:pic>
        <p:nvPicPr>
          <p:cNvPr id="6" name="Google Shape;3744;p32">
            <a:extLst>
              <a:ext uri="{FF2B5EF4-FFF2-40B4-BE49-F238E27FC236}">
                <a16:creationId xmlns:a16="http://schemas.microsoft.com/office/drawing/2014/main" id="{5D1B0B22-1114-415E-A7CB-3DE4A6C4E024}"/>
              </a:ext>
            </a:extLst>
          </p:cNvPr>
          <p:cNvPicPr preferRelativeResize="0">
            <a:picLocks/>
          </p:cNvPicPr>
          <p:nvPr/>
        </p:nvPicPr>
        <p:blipFill rotWithShape="1">
          <a:blip r:embed="rId3">
            <a:alphaModFix/>
          </a:blip>
          <a:srcRect l="13440" r="13440"/>
          <a:stretch/>
        </p:blipFill>
        <p:spPr>
          <a:xfrm>
            <a:off x="6629655" y="2117109"/>
            <a:ext cx="4308420" cy="3913299"/>
          </a:xfrm>
          <a:prstGeom prst="snip2DiagRect">
            <a:avLst>
              <a:gd name="adj1" fmla="val 0"/>
              <a:gd name="adj2" fmla="val 16667"/>
            </a:avLst>
          </a:prstGeom>
        </p:spPr>
      </p:pic>
      <p:sp>
        <p:nvSpPr>
          <p:cNvPr id="7" name="Google Shape;3746;p32">
            <a:extLst>
              <a:ext uri="{FF2B5EF4-FFF2-40B4-BE49-F238E27FC236}">
                <a16:creationId xmlns:a16="http://schemas.microsoft.com/office/drawing/2014/main" id="{492CC263-D149-4B8C-927D-EC8668906C7F}"/>
              </a:ext>
            </a:extLst>
          </p:cNvPr>
          <p:cNvSpPr txBox="1">
            <a:spLocks/>
          </p:cNvSpPr>
          <p:nvPr/>
        </p:nvSpPr>
        <p:spPr>
          <a:xfrm>
            <a:off x="714575" y="2018325"/>
            <a:ext cx="5200088" cy="408694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Clr>
                <a:srgbClr val="273D40"/>
              </a:buClr>
              <a:buSzPts val="600"/>
              <a:buNone/>
            </a:pPr>
            <a:r>
              <a:rPr lang="en-US" sz="1800" dirty="0">
                <a:solidFill>
                  <a:schemeClr val="bg2">
                    <a:lumMod val="25000"/>
                  </a:schemeClr>
                </a:solidFill>
              </a:rPr>
              <a:t>Do you know what helps you make your point clear?</a:t>
            </a:r>
            <a:br>
              <a:rPr lang="en-US" sz="1800" dirty="0">
                <a:solidFill>
                  <a:schemeClr val="bg2">
                    <a:lumMod val="25000"/>
                  </a:schemeClr>
                </a:solidFill>
              </a:rPr>
            </a:br>
            <a:r>
              <a:rPr lang="en-US" sz="1800" dirty="0">
                <a:solidFill>
                  <a:schemeClr val="bg2">
                    <a:lumMod val="25000"/>
                  </a:schemeClr>
                </a:solidFill>
              </a:rPr>
              <a:t>Lists like this one:</a:t>
            </a:r>
          </a:p>
          <a:p>
            <a:pPr marL="0" indent="0" algn="just">
              <a:lnSpc>
                <a:spcPct val="100000"/>
              </a:lnSpc>
              <a:spcBef>
                <a:spcPts val="0"/>
              </a:spcBef>
              <a:buSzPts val="1400"/>
              <a:buNone/>
            </a:pPr>
            <a:r>
              <a:rPr lang="en-US" sz="1800" dirty="0">
                <a:solidFill>
                  <a:schemeClr val="bg2">
                    <a:lumMod val="25000"/>
                  </a:schemeClr>
                </a:solidFill>
              </a:rPr>
              <a:t>They’re simple </a:t>
            </a:r>
          </a:p>
          <a:p>
            <a:pPr marL="0" indent="0" algn="just">
              <a:lnSpc>
                <a:spcPct val="100000"/>
              </a:lnSpc>
              <a:spcBef>
                <a:spcPts val="0"/>
              </a:spcBef>
              <a:buSzPts val="1400"/>
              <a:buNone/>
            </a:pPr>
            <a:r>
              <a:rPr lang="en-US" sz="1800" dirty="0">
                <a:solidFill>
                  <a:schemeClr val="bg2">
                    <a:lumMod val="25000"/>
                  </a:schemeClr>
                </a:solidFill>
              </a:rPr>
              <a:t>You can organize your ideas clearly</a:t>
            </a:r>
          </a:p>
          <a:p>
            <a:pPr marL="0" indent="0" algn="just">
              <a:lnSpc>
                <a:spcPct val="100000"/>
              </a:lnSpc>
              <a:spcBef>
                <a:spcPts val="0"/>
              </a:spcBef>
              <a:buSzPts val="1400"/>
              <a:buNone/>
            </a:pPr>
            <a:r>
              <a:rPr lang="en-US" sz="1800" dirty="0">
                <a:solidFill>
                  <a:schemeClr val="bg2">
                    <a:lumMod val="25000"/>
                  </a:schemeClr>
                </a:solidFill>
              </a:rPr>
              <a:t>You’ll never forget to buy milk!</a:t>
            </a:r>
          </a:p>
          <a:p>
            <a:pPr marL="0" indent="0" algn="just">
              <a:lnSpc>
                <a:spcPct val="100000"/>
              </a:lnSpc>
              <a:spcBef>
                <a:spcPts val="0"/>
              </a:spcBef>
              <a:buNone/>
            </a:pPr>
            <a:r>
              <a:rPr lang="en-US" sz="1800" dirty="0">
                <a:solidFill>
                  <a:schemeClr val="bg2">
                    <a:lumMod val="25000"/>
                  </a:schemeClr>
                </a:solidFill>
              </a:rPr>
              <a:t>You can replace the image. Just right-click on it and select  “Replace image” </a:t>
            </a:r>
          </a:p>
          <a:p>
            <a:pPr marL="0" indent="0" algn="just">
              <a:lnSpc>
                <a:spcPct val="100000"/>
              </a:lnSpc>
              <a:spcBef>
                <a:spcPts val="0"/>
              </a:spcBef>
              <a:buNone/>
            </a:pPr>
            <a:endParaRPr lang="en-US" sz="1800" dirty="0">
              <a:solidFill>
                <a:schemeClr val="bg2">
                  <a:lumMod val="25000"/>
                </a:schemeClr>
              </a:solidFill>
            </a:endParaRPr>
          </a:p>
        </p:txBody>
      </p:sp>
    </p:spTree>
    <p:extLst>
      <p:ext uri="{BB962C8B-B14F-4D97-AF65-F5344CB8AC3E}">
        <p14:creationId xmlns:p14="http://schemas.microsoft.com/office/powerpoint/2010/main" val="8138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B762F1-EFC8-4AF3-80D5-BE87B5DBEDE6}"/>
              </a:ext>
            </a:extLst>
          </p:cNvPr>
          <p:cNvSpPr txBox="1"/>
          <p:nvPr/>
        </p:nvSpPr>
        <p:spPr>
          <a:xfrm>
            <a:off x="1006998" y="670854"/>
            <a:ext cx="10174146" cy="707886"/>
          </a:xfrm>
          <a:prstGeom prst="rect">
            <a:avLst/>
          </a:prstGeom>
          <a:noFill/>
        </p:spPr>
        <p:txBody>
          <a:bodyPr wrap="square">
            <a:spAutoFit/>
          </a:bodyPr>
          <a:lstStyle/>
          <a:p>
            <a:pPr algn="ctr"/>
            <a:r>
              <a:rPr lang="en" sz="4000" dirty="0">
                <a:solidFill>
                  <a:srgbClr val="0B3763"/>
                </a:solidFill>
                <a:latin typeface="Anton" pitchFamily="2" charset="0"/>
              </a:rPr>
              <a:t>Maybe you need two columns</a:t>
            </a:r>
            <a:endParaRPr lang="en-US" sz="4000" dirty="0">
              <a:solidFill>
                <a:srgbClr val="0B3763"/>
              </a:solidFill>
              <a:latin typeface="Anton" pitchFamily="2" charset="0"/>
            </a:endParaRPr>
          </a:p>
        </p:txBody>
      </p:sp>
      <p:sp>
        <p:nvSpPr>
          <p:cNvPr id="6" name="Google Shape;3753;p33">
            <a:extLst>
              <a:ext uri="{FF2B5EF4-FFF2-40B4-BE49-F238E27FC236}">
                <a16:creationId xmlns:a16="http://schemas.microsoft.com/office/drawing/2014/main" id="{68EF9704-78A9-4633-A167-A5F94B85B404}"/>
              </a:ext>
            </a:extLst>
          </p:cNvPr>
          <p:cNvSpPr txBox="1">
            <a:spLocks/>
          </p:cNvSpPr>
          <p:nvPr/>
        </p:nvSpPr>
        <p:spPr>
          <a:xfrm>
            <a:off x="1626425" y="3030892"/>
            <a:ext cx="4101297" cy="224012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US" sz="1800" dirty="0">
                <a:solidFill>
                  <a:schemeClr val="bg2">
                    <a:lumMod val="25000"/>
                  </a:schemeClr>
                </a:solidFill>
                <a:latin typeface="DM Sans" panose="020B0604020202020204" charset="0"/>
              </a:rPr>
              <a:t>Mercury is the closest planet to the Sun and the smallest one in the Solar System. This planet’s name has nothing to do with the liquid metal</a:t>
            </a:r>
          </a:p>
        </p:txBody>
      </p:sp>
      <p:sp>
        <p:nvSpPr>
          <p:cNvPr id="7" name="Google Shape;3754;p33">
            <a:extLst>
              <a:ext uri="{FF2B5EF4-FFF2-40B4-BE49-F238E27FC236}">
                <a16:creationId xmlns:a16="http://schemas.microsoft.com/office/drawing/2014/main" id="{2179E4EA-77BC-4AB9-B206-76C9D7DD293E}"/>
              </a:ext>
            </a:extLst>
          </p:cNvPr>
          <p:cNvSpPr txBox="1">
            <a:spLocks/>
          </p:cNvSpPr>
          <p:nvPr/>
        </p:nvSpPr>
        <p:spPr>
          <a:xfrm>
            <a:off x="6512700" y="3030892"/>
            <a:ext cx="4101297" cy="224012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US" sz="1800" dirty="0">
                <a:solidFill>
                  <a:schemeClr val="bg2">
                    <a:lumMod val="25000"/>
                  </a:schemeClr>
                </a:solidFill>
                <a:latin typeface="DM Sans" panose="020B0604020202020204" charset="0"/>
              </a:rPr>
              <a:t>Venus has a beautiful name and is the second planet from the Sun. It’s hot and is the second-brightest natural object in the night sky</a:t>
            </a:r>
          </a:p>
        </p:txBody>
      </p:sp>
    </p:spTree>
    <p:extLst>
      <p:ext uri="{BB962C8B-B14F-4D97-AF65-F5344CB8AC3E}">
        <p14:creationId xmlns:p14="http://schemas.microsoft.com/office/powerpoint/2010/main" val="3686512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157A04-BCE6-471D-AD0E-824686F68FC0}"/>
              </a:ext>
            </a:extLst>
          </p:cNvPr>
          <p:cNvSpPr txBox="1"/>
          <p:nvPr/>
        </p:nvSpPr>
        <p:spPr>
          <a:xfrm>
            <a:off x="3048965" y="1410751"/>
            <a:ext cx="6094070" cy="3139321"/>
          </a:xfrm>
          <a:prstGeom prst="rect">
            <a:avLst/>
          </a:prstGeom>
          <a:noFill/>
        </p:spPr>
        <p:txBody>
          <a:bodyPr wrap="square">
            <a:spAutoFit/>
          </a:bodyPr>
          <a:lstStyle/>
          <a:p>
            <a:pPr algn="ctr"/>
            <a:r>
              <a:rPr lang="en-US" sz="6600" dirty="0">
                <a:solidFill>
                  <a:srgbClr val="0B3763"/>
                </a:solidFill>
                <a:latin typeface="Anton" pitchFamily="2" charset="0"/>
              </a:rPr>
              <a:t>E’TIBORINGIZ UCHUN</a:t>
            </a:r>
          </a:p>
          <a:p>
            <a:pPr algn="ctr"/>
            <a:r>
              <a:rPr lang="en-US" sz="6600" dirty="0">
                <a:solidFill>
                  <a:srgbClr val="0B3763"/>
                </a:solidFill>
                <a:latin typeface="Anton" pitchFamily="2" charset="0"/>
              </a:rPr>
              <a:t>RAHMAT!</a:t>
            </a:r>
          </a:p>
        </p:txBody>
      </p:sp>
    </p:spTree>
    <p:extLst>
      <p:ext uri="{BB962C8B-B14F-4D97-AF65-F5344CB8AC3E}">
        <p14:creationId xmlns:p14="http://schemas.microsoft.com/office/powerpoint/2010/main" val="1865928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481</Words>
  <Application>Microsoft Office PowerPoint</Application>
  <PresentationFormat>Широкоэкранный</PresentationFormat>
  <Paragraphs>33</Paragraphs>
  <Slides>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Anton</vt:lpstr>
      <vt:lpstr>Arial</vt:lpstr>
      <vt:lpstr>Calibri</vt:lpstr>
      <vt:lpstr>Calibri Light</vt:lpstr>
      <vt:lpstr>DM Sans</vt:lpstr>
      <vt:lpstr>Office Theme</vt:lpstr>
      <vt:lpstr>Architect Minitheme</vt:lpstr>
      <vt:lpstr>Reja</vt:lpstr>
      <vt:lpstr>Three columns</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Nodir</dc:creator>
  <cp:lastModifiedBy>Nodir Qarshiyev</cp:lastModifiedBy>
  <cp:revision>32</cp:revision>
  <dcterms:created xsi:type="dcterms:W3CDTF">2026-07-23T11:13:59Z</dcterms:created>
  <dcterms:modified xsi:type="dcterms:W3CDTF">2026-07-29T13:36:49Z</dcterms:modified>
</cp:coreProperties>
</file>