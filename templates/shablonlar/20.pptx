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2" r:id="rId7"/>
    <p:sldId id="263" r:id="rId8"/>
    <p:sldId id="265" r:id="rId9"/>
  </p:sldIdLst>
  <p:sldSz cx="18288000" cy="10287000"/>
  <p:notesSz cx="6858000" cy="9144000"/>
  <p:embeddedFontLst>
    <p:embeddedFont>
      <p:font typeface="Bree Serif" panose="020B0604020202020204" charset="0"/>
      <p:regular r:id="rId10"/>
    </p:embeddedFont>
    <p:embeddedFont>
      <p:font typeface="Neuton" panose="020B0604020202020204" charset="0"/>
      <p:regular r:id="rId11"/>
    </p:embeddedFont>
    <p:embeddedFont>
      <p:font typeface="Neuton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6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T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6400800" y="2185474"/>
            <a:ext cx="10548963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6600" dirty="0">
                <a:solidFill>
                  <a:srgbClr val="FF4036"/>
                </a:solidFill>
                <a:latin typeface="Bree Serif"/>
                <a:ea typeface="Bree Serif"/>
                <a:cs typeface="Bree Serif"/>
                <a:sym typeface="Bree Serif"/>
              </a:rPr>
              <a:t>Group Project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74641" y="8420100"/>
            <a:ext cx="8852318" cy="70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6"/>
              </a:lnSpc>
            </a:pPr>
            <a:r>
              <a:rPr lang="en-US" sz="3200" b="1" dirty="0" err="1">
                <a:solidFill>
                  <a:srgbClr val="018AD0"/>
                </a:solidFill>
                <a:latin typeface="Neuton Bold"/>
                <a:ea typeface="Neuton Bold"/>
                <a:cs typeface="Neuton Bold"/>
                <a:sym typeface="Neuton Bold"/>
              </a:rPr>
              <a:t>Arowwai</a:t>
            </a:r>
            <a:r>
              <a:rPr lang="en-US" sz="3200" b="1" dirty="0">
                <a:solidFill>
                  <a:srgbClr val="018AD0"/>
                </a:solidFill>
                <a:latin typeface="Neuton Bold"/>
                <a:ea typeface="Neuton Bold"/>
                <a:cs typeface="Neuton Bold"/>
                <a:sym typeface="Neuton Bold"/>
              </a:rPr>
              <a:t> Group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2362200" y="2552700"/>
            <a:ext cx="9883140" cy="4456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50" indent="-514350" algn="just">
              <a:lnSpc>
                <a:spcPts val="3500"/>
              </a:lnSpc>
              <a:buAutoNum type="arabicPeriod"/>
            </a:pP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Lorem ipsum dolor sit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amet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,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consectetur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adipiscing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elit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.  </a:t>
            </a:r>
          </a:p>
          <a:p>
            <a:pPr marL="514350" indent="-514350" algn="just">
              <a:lnSpc>
                <a:spcPts val="3500"/>
              </a:lnSpc>
              <a:buAutoNum type="arabicPeriod"/>
            </a:pP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Mauris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ultrices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eros in cursus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turpis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massa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tincidunt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dui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ornare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lectus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sit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amet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est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placerat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in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egestas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erat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imperdiet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sed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euismod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nisi porta lorem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mollis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.  </a:t>
            </a:r>
          </a:p>
          <a:p>
            <a:pPr marL="514350" indent="-514350" algn="just">
              <a:lnSpc>
                <a:spcPts val="3500"/>
              </a:lnSpc>
              <a:buAutoNum type="arabicPeriod"/>
            </a:pP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Consequat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mauris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nunc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congue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nisi vitae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suscipit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tellus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mauris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a diam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maecenas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sed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enim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sem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viverra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aliquet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eget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sit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amet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tellus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cras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adipiscing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enim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eu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turpis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egestas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pretium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aenean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pharetra magna ac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placerat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. </a:t>
            </a:r>
          </a:p>
          <a:p>
            <a:pPr marL="514350" indent="-514350" algn="just">
              <a:lnSpc>
                <a:spcPts val="3500"/>
              </a:lnSpc>
              <a:buAutoNum type="arabicPeriod"/>
            </a:pP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Tellus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elementum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sagittis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vitae et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leo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duis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diam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quam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nulla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porttitor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massa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id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neque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aliquam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vestibulum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morbi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blandit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cursus.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05200" y="892286"/>
            <a:ext cx="6644845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25"/>
              </a:lnSpc>
            </a:pPr>
            <a:r>
              <a:rPr lang="en-US" sz="7500" dirty="0" err="1">
                <a:solidFill>
                  <a:srgbClr val="466FB8"/>
                </a:solidFill>
                <a:latin typeface="Bree Serif"/>
                <a:ea typeface="Bree Serif"/>
                <a:cs typeface="Bree Serif"/>
                <a:sym typeface="Bree Serif"/>
              </a:rPr>
              <a:t>Reja</a:t>
            </a:r>
            <a:endParaRPr lang="en-US" sz="7500" dirty="0">
              <a:solidFill>
                <a:srgbClr val="466FB8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927860" y="3122930"/>
            <a:ext cx="9883140" cy="263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Lorem ipsum dolor sit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amet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,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consectetur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adipiscing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elit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. 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Mauris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ultrices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eros in cursus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turpis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massa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tincidunt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dui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ornare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lectus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sit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amet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est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placerat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in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egestas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erat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imperdiet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sed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euismod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nisi porta lorem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mollis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. 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Consequat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mauris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nunc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congue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nisi vitae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suscipit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tellus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mauris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a diam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maecenas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sed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enim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sem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viverra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aliquet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eget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sit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amet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tellus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cras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adipiscing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enim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eu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turpis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egestas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pretium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aenean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pharetra magna ac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placerat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05000" y="911790"/>
            <a:ext cx="1475639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800" dirty="0">
                <a:solidFill>
                  <a:srgbClr val="466FB8"/>
                </a:solidFill>
                <a:latin typeface="Bree Serif"/>
                <a:ea typeface="Bree Serif"/>
                <a:cs typeface="Bree Serif"/>
                <a:sym typeface="Bree Serif"/>
              </a:rPr>
              <a:t>Background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028700" y="5836920"/>
            <a:ext cx="4743757" cy="299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75"/>
              </a:lnSpc>
            </a:pP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Lorem ipsum dolor sit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amet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,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consectetur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adipiscing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elit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. 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Mauris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ultrices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eros in cursus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turpis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massa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tincidunt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dui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ornare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lectus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sit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amet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est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placerat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in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egestas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erat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imperdiet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sed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euismod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nisi porta lorem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mollis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.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24627" y="5836920"/>
            <a:ext cx="4743757" cy="299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75"/>
              </a:lnSpc>
            </a:pP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Lorem ipsum dolor sit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amet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,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consectetur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adipiscing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elit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. 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Mauris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ultrices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eros in cursus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turpis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massa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tincidunt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dui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ornare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lectus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sit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amet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est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placerat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in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egestas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erat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imperdiet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sed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euismod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nisi porta lorem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mollis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. 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20555" y="5836920"/>
            <a:ext cx="4743757" cy="299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75"/>
              </a:lnSpc>
            </a:pP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Lorem ipsum dolor sit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amet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,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consectetur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adipiscing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elit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.  Mauris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ultrices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eros in cursus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turpis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massa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tincidunt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dui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ornare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lectus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sit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amet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est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placerat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in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egestas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erat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imperdiet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sed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euismod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nisi porta lorem </a:t>
            </a:r>
            <a:r>
              <a:rPr lang="en-US" sz="27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mollis</a:t>
            </a:r>
            <a:r>
              <a:rPr lang="en-US" sz="27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. 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43200" y="1641131"/>
            <a:ext cx="12420600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800" dirty="0">
                <a:solidFill>
                  <a:srgbClr val="466FB8"/>
                </a:solidFill>
                <a:latin typeface="Bree Serif"/>
                <a:ea typeface="Bree Serif"/>
                <a:cs typeface="Bree Serif"/>
                <a:sym typeface="Bree Serif"/>
              </a:rPr>
              <a:t>Process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739562" y="1638300"/>
            <a:ext cx="9184291" cy="2192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Lorem ipsum dolor sit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amet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,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consectetur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adipiscing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elit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.  Mauris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ultrices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eros in cursus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turpis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massa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tincidunt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dui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ornare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lectus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sit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amet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est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placerat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in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egestas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erat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imperdiet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sed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euismod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nisi porta lorem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mollis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. 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Consequat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mauris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nunc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congue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nisi vitae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suscipit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tellus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mauris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a diam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maecenas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sed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enim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sem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viverra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08240" y="4331335"/>
            <a:ext cx="6235560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400" dirty="0">
                <a:solidFill>
                  <a:srgbClr val="466FB8"/>
                </a:solidFill>
                <a:latin typeface="Bree Serif"/>
                <a:ea typeface="Bree Serif"/>
                <a:cs typeface="Bree Serif"/>
                <a:sym typeface="Bree Serif"/>
              </a:rPr>
              <a:t>Theory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39562" y="6210300"/>
            <a:ext cx="9184291" cy="2192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Lorem ipsum dolor sit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amet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,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consectetur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adipiscing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elit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.  Mauris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ultrices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eros in cursus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turpis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massa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tincidunt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dui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ornare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lectus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sit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amet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est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placerat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in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egestas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erat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imperdiet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sed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euismod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nisi porta lorem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mollis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. 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Consequat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mauris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nunc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congue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nisi vitae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suscipit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tellus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mauris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a diam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maecenas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sed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enim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sem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viverra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936" y="2296897"/>
            <a:ext cx="7137064" cy="652745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608992" y="3408680"/>
            <a:ext cx="7143652" cy="4820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Lorem ipsum dolor sit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amet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,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consectetur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adipiscing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elit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. 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Mauris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ultrices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eros in cursus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turpis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massa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tincidunt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dui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ornare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lectus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sit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amet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est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placerat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in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egestas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erat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imperdiet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sed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euismod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nisi porta lorem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mollis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. 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Consequat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mauris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nunc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congue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nisi vitae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suscipit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tellus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mauris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a diam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maecenas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sed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enim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sem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viverra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aliquet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eget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sit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amet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tellus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cras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adipiscing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enim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eu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turpis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egestas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pretium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aenean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pharetra magna ac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placerat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. Tellus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elementum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sagittis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vitae et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leo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duis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diam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quam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nulla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porttitor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massa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id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neque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aliquam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vestibulum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morbi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blandit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cursus.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76800" y="1095375"/>
            <a:ext cx="868679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000" dirty="0">
                <a:solidFill>
                  <a:srgbClr val="466FB8"/>
                </a:solidFill>
                <a:latin typeface="Bree Serif"/>
                <a:ea typeface="Bree Serif"/>
                <a:cs typeface="Bree Serif"/>
                <a:sym typeface="Bree Serif"/>
              </a:rPr>
              <a:t>Data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4055027" y="2909636"/>
            <a:ext cx="2409044" cy="240904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>
            <a:blip r:embed="rId3"/>
            <a:stretch>
              <a:fillRect l="-25046" r="-25046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8" name="Freeform 8"/>
          <p:cNvSpPr/>
          <p:nvPr/>
        </p:nvSpPr>
        <p:spPr>
          <a:xfrm>
            <a:off x="7939478" y="2909636"/>
            <a:ext cx="2409044" cy="240904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>
            <a:blip r:embed="rId4"/>
            <a:stretch>
              <a:fillRect l="-25187" r="-25187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0" name="Freeform 10"/>
          <p:cNvSpPr/>
          <p:nvPr/>
        </p:nvSpPr>
        <p:spPr>
          <a:xfrm>
            <a:off x="11823929" y="2909636"/>
            <a:ext cx="2409044" cy="2409044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>
            <a:blip r:embed="rId5"/>
            <a:stretch>
              <a:fillRect l="-16747" r="-16747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12" name="TextBox 12"/>
          <p:cNvSpPr txBox="1"/>
          <p:nvPr/>
        </p:nvSpPr>
        <p:spPr>
          <a:xfrm>
            <a:off x="3006250" y="5640978"/>
            <a:ext cx="12622627" cy="263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Lorem ipsum dolor sit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amet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,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consectetur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adipiscing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elit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.  Mauris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ultrices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eros in cursus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turpis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massa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tincidunt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dui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ornare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lectus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sit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amet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est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placerat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in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egestas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erat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imperdiet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sed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euismod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nisi porta lorem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mollis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. 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Consequat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mauris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nunc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congue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nisi vitae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suscipit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tellus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mauris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a diam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maecenas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sed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enim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sem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viverra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aliquet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eget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sit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amet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tellus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cras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adipiscing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enim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eu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turpis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egestas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pretium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aenean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pharetra magna ac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placerat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. Tellus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elementum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sagittis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vitae et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leo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duis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ut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diam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quam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nulla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porttitor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massa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id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neque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aliquam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vestibulum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morbi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</a:t>
            </a:r>
            <a:r>
              <a:rPr lang="en-US" sz="2800" dirty="0" err="1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blandit</a:t>
            </a:r>
            <a:r>
              <a:rPr lang="en-US" sz="2800" dirty="0">
                <a:solidFill>
                  <a:srgbClr val="466FB8"/>
                </a:solidFill>
                <a:latin typeface="Neuton"/>
                <a:ea typeface="Neuton"/>
                <a:cs typeface="Neuton"/>
                <a:sym typeface="Neuton"/>
              </a:rPr>
              <a:t> cursus.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33600" y="1263099"/>
            <a:ext cx="12268199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400" dirty="0">
                <a:solidFill>
                  <a:srgbClr val="466FB8"/>
                </a:solidFill>
                <a:latin typeface="Bree Serif"/>
                <a:ea typeface="Bree Serif"/>
                <a:cs typeface="Bree Serif"/>
                <a:sym typeface="Bree Serif"/>
              </a:rPr>
              <a:t>Final Result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6629400" y="2373511"/>
            <a:ext cx="8542781" cy="553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2000" dirty="0" err="1">
                <a:solidFill>
                  <a:srgbClr val="FF4036"/>
                </a:solidFill>
                <a:latin typeface="Bree Serif"/>
                <a:ea typeface="Bree Serif"/>
                <a:cs typeface="Bree Serif"/>
                <a:sym typeface="Bree Serif"/>
              </a:rPr>
              <a:t>E’tiboringiz</a:t>
            </a:r>
            <a:r>
              <a:rPr lang="en-US" sz="12000" dirty="0">
                <a:solidFill>
                  <a:srgbClr val="FF4036"/>
                </a:solidFill>
                <a:latin typeface="Bree Serif"/>
                <a:ea typeface="Bree Serif"/>
                <a:cs typeface="Bree Serif"/>
                <a:sym typeface="Bree Serif"/>
              </a:rPr>
              <a:t> </a:t>
            </a:r>
            <a:r>
              <a:rPr lang="en-US" sz="12000" dirty="0" err="1">
                <a:solidFill>
                  <a:srgbClr val="FF4036"/>
                </a:solidFill>
                <a:latin typeface="Bree Serif"/>
                <a:ea typeface="Bree Serif"/>
                <a:cs typeface="Bree Serif"/>
                <a:sym typeface="Bree Serif"/>
              </a:rPr>
              <a:t>uchun</a:t>
            </a:r>
            <a:r>
              <a:rPr lang="en-US" sz="12000" dirty="0">
                <a:solidFill>
                  <a:srgbClr val="FF4036"/>
                </a:solidFill>
                <a:latin typeface="Bree Serif"/>
                <a:ea typeface="Bree Serif"/>
                <a:cs typeface="Bree Serif"/>
                <a:sym typeface="Bree Serif"/>
              </a:rPr>
              <a:t> </a:t>
            </a:r>
            <a:r>
              <a:rPr lang="en-US" sz="12000" dirty="0" err="1">
                <a:solidFill>
                  <a:srgbClr val="FF4036"/>
                </a:solidFill>
                <a:latin typeface="Bree Serif"/>
                <a:ea typeface="Bree Serif"/>
                <a:cs typeface="Bree Serif"/>
                <a:sym typeface="Bree Serif"/>
              </a:rPr>
              <a:t>rahmat</a:t>
            </a:r>
            <a:r>
              <a:rPr lang="en-US" sz="12000" dirty="0">
                <a:solidFill>
                  <a:srgbClr val="FF4036"/>
                </a:solidFill>
                <a:latin typeface="Bree Serif"/>
                <a:ea typeface="Bree Serif"/>
                <a:cs typeface="Bree Serif"/>
                <a:sym typeface="Bree Serif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586</Words>
  <Application>Microsoft Office PowerPoint</Application>
  <PresentationFormat>Произвольный</PresentationFormat>
  <Paragraphs>21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Neuton</vt:lpstr>
      <vt:lpstr>Calibri</vt:lpstr>
      <vt:lpstr>Neuton Bold</vt:lpstr>
      <vt:lpstr>Bree Serif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Brown Abstract Doodle Wood Board Group Project Presentation</dc:title>
  <cp:lastModifiedBy>Nodir Qarshiyev</cp:lastModifiedBy>
  <cp:revision>10</cp:revision>
  <dcterms:created xsi:type="dcterms:W3CDTF">2006-08-16T00:00:00Z</dcterms:created>
  <dcterms:modified xsi:type="dcterms:W3CDTF">2026-07-25T14:15:05Z</dcterms:modified>
  <dc:identifier>DAHCIl3asbU</dc:identifier>
</cp:coreProperties>
</file>