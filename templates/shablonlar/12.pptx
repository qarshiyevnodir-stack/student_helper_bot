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3" r:id="rId4"/>
    <p:sldId id="262" r:id="rId5"/>
    <p:sldId id="261" r:id="rId6"/>
    <p:sldId id="268" r:id="rId7"/>
    <p:sldId id="265" r:id="rId8"/>
    <p:sldId id="270" r:id="rId9"/>
  </p:sldIdLst>
  <p:sldSz cx="18288000" cy="10287000"/>
  <p:notesSz cx="6858000" cy="9144000"/>
  <p:embeddedFontLst>
    <p:embeddedFont>
      <p:font typeface="Cormorant Garamond" panose="020B0604020202020204" charset="-52"/>
      <p:regular r:id="rId10"/>
    </p:embeddedFont>
    <p:embeddedFont>
      <p:font typeface="Cormorant Garamond Bold" panose="020B0604020202020204" charset="-52"/>
      <p:regular r:id="rId11"/>
    </p:embeddedFont>
    <p:embeddedFont>
      <p:font typeface="Cormorant Garamond Medium" panose="020B0604020202020204" charset="-52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956" y="5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3"/>
          <p:cNvSpPr/>
          <p:nvPr/>
        </p:nvSpPr>
        <p:spPr>
          <a:xfrm rot="-2138268" flipH="1">
            <a:off x="-4356801" y="5744695"/>
            <a:ext cx="7452144" cy="6352952"/>
          </a:xfrm>
          <a:custGeom>
            <a:avLst/>
            <a:gdLst/>
            <a:ahLst/>
            <a:cxnLst/>
            <a:rect l="l" t="t" r="r" b="b"/>
            <a:pathLst>
              <a:path w="7452144" h="6352952">
                <a:moveTo>
                  <a:pt x="7452144" y="0"/>
                </a:moveTo>
                <a:lnTo>
                  <a:pt x="0" y="0"/>
                </a:lnTo>
                <a:lnTo>
                  <a:pt x="0" y="6352953"/>
                </a:lnTo>
                <a:lnTo>
                  <a:pt x="7452144" y="6352953"/>
                </a:lnTo>
                <a:lnTo>
                  <a:pt x="745214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Freeform 4"/>
          <p:cNvSpPr/>
          <p:nvPr/>
        </p:nvSpPr>
        <p:spPr>
          <a:xfrm>
            <a:off x="-278177" y="5787822"/>
            <a:ext cx="7380646" cy="4723614"/>
          </a:xfrm>
          <a:custGeom>
            <a:avLst/>
            <a:gdLst/>
            <a:ahLst/>
            <a:cxnLst/>
            <a:rect l="l" t="t" r="r" b="b"/>
            <a:pathLst>
              <a:path w="7380646" h="4723614">
                <a:moveTo>
                  <a:pt x="0" y="0"/>
                </a:moveTo>
                <a:lnTo>
                  <a:pt x="7380646" y="0"/>
                </a:lnTo>
                <a:lnTo>
                  <a:pt x="7380646" y="4723614"/>
                </a:lnTo>
                <a:lnTo>
                  <a:pt x="0" y="47236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 rot="1010523" flipH="1">
            <a:off x="10531229" y="-5933643"/>
            <a:ext cx="9651208" cy="8227655"/>
          </a:xfrm>
          <a:custGeom>
            <a:avLst/>
            <a:gdLst/>
            <a:ahLst/>
            <a:cxnLst/>
            <a:rect l="l" t="t" r="r" b="b"/>
            <a:pathLst>
              <a:path w="9651208" h="8227655">
                <a:moveTo>
                  <a:pt x="9651208" y="0"/>
                </a:moveTo>
                <a:lnTo>
                  <a:pt x="0" y="0"/>
                </a:lnTo>
                <a:lnTo>
                  <a:pt x="0" y="8227655"/>
                </a:lnTo>
                <a:lnTo>
                  <a:pt x="9651208" y="8227655"/>
                </a:lnTo>
                <a:lnTo>
                  <a:pt x="9651208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 flipH="1" flipV="1">
            <a:off x="11152208" y="-242910"/>
            <a:ext cx="7310796" cy="4678909"/>
          </a:xfrm>
          <a:custGeom>
            <a:avLst/>
            <a:gdLst/>
            <a:ahLst/>
            <a:cxnLst/>
            <a:rect l="l" t="t" r="r" b="b"/>
            <a:pathLst>
              <a:path w="7310796" h="4678909">
                <a:moveTo>
                  <a:pt x="7310795" y="4678909"/>
                </a:moveTo>
                <a:lnTo>
                  <a:pt x="0" y="4678909"/>
                </a:lnTo>
                <a:lnTo>
                  <a:pt x="0" y="0"/>
                </a:lnTo>
                <a:lnTo>
                  <a:pt x="7310795" y="0"/>
                </a:lnTo>
                <a:lnTo>
                  <a:pt x="7310795" y="46789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 rot="1498510">
            <a:off x="12487970" y="4049803"/>
            <a:ext cx="5956163" cy="8286836"/>
          </a:xfrm>
          <a:custGeom>
            <a:avLst/>
            <a:gdLst/>
            <a:ahLst/>
            <a:cxnLst/>
            <a:rect l="l" t="t" r="r" b="b"/>
            <a:pathLst>
              <a:path w="5956163" h="8286836">
                <a:moveTo>
                  <a:pt x="0" y="0"/>
                </a:moveTo>
                <a:lnTo>
                  <a:pt x="5956164" y="0"/>
                </a:lnTo>
                <a:lnTo>
                  <a:pt x="5956164" y="8286836"/>
                </a:lnTo>
                <a:lnTo>
                  <a:pt x="0" y="8286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 rot="-8921339">
            <a:off x="-103731" y="-2362136"/>
            <a:ext cx="5591844" cy="7779958"/>
          </a:xfrm>
          <a:custGeom>
            <a:avLst/>
            <a:gdLst/>
            <a:ahLst/>
            <a:cxnLst/>
            <a:rect l="l" t="t" r="r" b="b"/>
            <a:pathLst>
              <a:path w="5591844" h="7779958">
                <a:moveTo>
                  <a:pt x="0" y="0"/>
                </a:moveTo>
                <a:lnTo>
                  <a:pt x="5591844" y="0"/>
                </a:lnTo>
                <a:lnTo>
                  <a:pt x="5591844" y="7779957"/>
                </a:lnTo>
                <a:lnTo>
                  <a:pt x="0" y="77799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3"/>
          <p:cNvSpPr/>
          <p:nvPr/>
        </p:nvSpPr>
        <p:spPr>
          <a:xfrm rot="1498510">
            <a:off x="12328298" y="5404121"/>
            <a:ext cx="5956163" cy="8286836"/>
          </a:xfrm>
          <a:custGeom>
            <a:avLst/>
            <a:gdLst/>
            <a:ahLst/>
            <a:cxnLst/>
            <a:rect l="l" t="t" r="r" b="b"/>
            <a:pathLst>
              <a:path w="5956163" h="8286836">
                <a:moveTo>
                  <a:pt x="0" y="0"/>
                </a:moveTo>
                <a:lnTo>
                  <a:pt x="5956163" y="0"/>
                </a:lnTo>
                <a:lnTo>
                  <a:pt x="5956163" y="8286836"/>
                </a:lnTo>
                <a:lnTo>
                  <a:pt x="0" y="8286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4"/>
          <p:cNvSpPr/>
          <p:nvPr/>
        </p:nvSpPr>
        <p:spPr>
          <a:xfrm rot="-8921339">
            <a:off x="-984278" y="-1787323"/>
            <a:ext cx="5130300" cy="7137809"/>
          </a:xfrm>
          <a:custGeom>
            <a:avLst/>
            <a:gdLst/>
            <a:ahLst/>
            <a:cxnLst/>
            <a:rect l="l" t="t" r="r" b="b"/>
            <a:pathLst>
              <a:path w="5130300" h="7137809">
                <a:moveTo>
                  <a:pt x="0" y="0"/>
                </a:moveTo>
                <a:lnTo>
                  <a:pt x="5130300" y="0"/>
                </a:lnTo>
                <a:lnTo>
                  <a:pt x="5130300" y="7137809"/>
                </a:lnTo>
                <a:lnTo>
                  <a:pt x="0" y="7137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 rot="-10339237">
            <a:off x="15170210" y="-1990135"/>
            <a:ext cx="4668939" cy="3980270"/>
          </a:xfrm>
          <a:custGeom>
            <a:avLst/>
            <a:gdLst/>
            <a:ahLst/>
            <a:cxnLst/>
            <a:rect l="l" t="t" r="r" b="b"/>
            <a:pathLst>
              <a:path w="4668939" h="3980270">
                <a:moveTo>
                  <a:pt x="0" y="0"/>
                </a:moveTo>
                <a:lnTo>
                  <a:pt x="4668938" y="0"/>
                </a:lnTo>
                <a:lnTo>
                  <a:pt x="4668938" y="3980270"/>
                </a:lnTo>
                <a:lnTo>
                  <a:pt x="0" y="398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 rot="-10339237">
            <a:off x="-1812103" y="8436577"/>
            <a:ext cx="4668939" cy="3980270"/>
          </a:xfrm>
          <a:custGeom>
            <a:avLst/>
            <a:gdLst/>
            <a:ahLst/>
            <a:cxnLst/>
            <a:rect l="l" t="t" r="r" b="b"/>
            <a:pathLst>
              <a:path w="4668939" h="3980270">
                <a:moveTo>
                  <a:pt x="0" y="0"/>
                </a:moveTo>
                <a:lnTo>
                  <a:pt x="4668939" y="0"/>
                </a:lnTo>
                <a:lnTo>
                  <a:pt x="4668939" y="3980270"/>
                </a:lnTo>
                <a:lnTo>
                  <a:pt x="0" y="398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3"/>
          <p:cNvSpPr/>
          <p:nvPr/>
        </p:nvSpPr>
        <p:spPr>
          <a:xfrm flipH="1">
            <a:off x="9931640" y="4938930"/>
            <a:ext cx="8356360" cy="5348070"/>
          </a:xfrm>
          <a:custGeom>
            <a:avLst/>
            <a:gdLst/>
            <a:ahLst/>
            <a:cxnLst/>
            <a:rect l="l" t="t" r="r" b="b"/>
            <a:pathLst>
              <a:path w="8356360" h="5348070">
                <a:moveTo>
                  <a:pt x="8356360" y="0"/>
                </a:moveTo>
                <a:lnTo>
                  <a:pt x="0" y="0"/>
                </a:lnTo>
                <a:lnTo>
                  <a:pt x="0" y="5348070"/>
                </a:lnTo>
                <a:lnTo>
                  <a:pt x="8356360" y="5348070"/>
                </a:lnTo>
                <a:lnTo>
                  <a:pt x="83563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3"/>
          <p:cNvSpPr/>
          <p:nvPr/>
        </p:nvSpPr>
        <p:spPr>
          <a:xfrm rot="-8921339">
            <a:off x="226924" y="-1787323"/>
            <a:ext cx="5130300" cy="7137809"/>
          </a:xfrm>
          <a:custGeom>
            <a:avLst/>
            <a:gdLst/>
            <a:ahLst/>
            <a:cxnLst/>
            <a:rect l="l" t="t" r="r" b="b"/>
            <a:pathLst>
              <a:path w="5130300" h="7137809">
                <a:moveTo>
                  <a:pt x="0" y="0"/>
                </a:moveTo>
                <a:lnTo>
                  <a:pt x="5130300" y="0"/>
                </a:lnTo>
                <a:lnTo>
                  <a:pt x="5130300" y="7137809"/>
                </a:lnTo>
                <a:lnTo>
                  <a:pt x="0" y="7137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3"/>
          <p:cNvSpPr/>
          <p:nvPr/>
        </p:nvSpPr>
        <p:spPr>
          <a:xfrm flipH="1" flipV="1">
            <a:off x="11346493" y="-242910"/>
            <a:ext cx="7116510" cy="4554567"/>
          </a:xfrm>
          <a:custGeom>
            <a:avLst/>
            <a:gdLst/>
            <a:ahLst/>
            <a:cxnLst/>
            <a:rect l="l" t="t" r="r" b="b"/>
            <a:pathLst>
              <a:path w="7116510" h="4554567">
                <a:moveTo>
                  <a:pt x="7116510" y="4554566"/>
                </a:moveTo>
                <a:lnTo>
                  <a:pt x="0" y="4554566"/>
                </a:lnTo>
                <a:lnTo>
                  <a:pt x="0" y="0"/>
                </a:lnTo>
                <a:lnTo>
                  <a:pt x="7116510" y="0"/>
                </a:lnTo>
                <a:lnTo>
                  <a:pt x="7116510" y="45545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 rot="-10800000">
            <a:off x="9594138" y="4255181"/>
            <a:ext cx="6814327" cy="4429312"/>
          </a:xfrm>
          <a:custGeom>
            <a:avLst/>
            <a:gdLst/>
            <a:ahLst/>
            <a:cxnLst/>
            <a:rect l="l" t="t" r="r" b="b"/>
            <a:pathLst>
              <a:path w="6814327" h="4429312">
                <a:moveTo>
                  <a:pt x="0" y="0"/>
                </a:moveTo>
                <a:lnTo>
                  <a:pt x="6814327" y="0"/>
                </a:lnTo>
                <a:lnTo>
                  <a:pt x="6814327" y="4429312"/>
                </a:lnTo>
                <a:lnTo>
                  <a:pt x="0" y="4429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 rot="-10800000">
            <a:off x="1879535" y="4255181"/>
            <a:ext cx="6814327" cy="4429312"/>
          </a:xfrm>
          <a:custGeom>
            <a:avLst/>
            <a:gdLst/>
            <a:ahLst/>
            <a:cxnLst/>
            <a:rect l="l" t="t" r="r" b="b"/>
            <a:pathLst>
              <a:path w="6814327" h="4429312">
                <a:moveTo>
                  <a:pt x="0" y="0"/>
                </a:moveTo>
                <a:lnTo>
                  <a:pt x="6814327" y="0"/>
                </a:lnTo>
                <a:lnTo>
                  <a:pt x="6814327" y="4429312"/>
                </a:lnTo>
                <a:lnTo>
                  <a:pt x="0" y="4429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4"/>
          <p:cNvSpPr/>
          <p:nvPr/>
        </p:nvSpPr>
        <p:spPr>
          <a:xfrm>
            <a:off x="445848" y="3767707"/>
            <a:ext cx="5784646" cy="5490593"/>
          </a:xfrm>
          <a:custGeom>
            <a:avLst/>
            <a:gdLst/>
            <a:ahLst/>
            <a:cxnLst/>
            <a:rect l="l" t="t" r="r" b="b"/>
            <a:pathLst>
              <a:path w="5784646" h="5490593">
                <a:moveTo>
                  <a:pt x="0" y="0"/>
                </a:moveTo>
                <a:lnTo>
                  <a:pt x="5784646" y="0"/>
                </a:lnTo>
                <a:lnTo>
                  <a:pt x="5784646" y="5490593"/>
                </a:lnTo>
                <a:lnTo>
                  <a:pt x="0" y="5490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6251677" y="3767707"/>
            <a:ext cx="5784646" cy="5490593"/>
          </a:xfrm>
          <a:custGeom>
            <a:avLst/>
            <a:gdLst/>
            <a:ahLst/>
            <a:cxnLst/>
            <a:rect l="l" t="t" r="r" b="b"/>
            <a:pathLst>
              <a:path w="5784646" h="5490593">
                <a:moveTo>
                  <a:pt x="0" y="0"/>
                </a:moveTo>
                <a:lnTo>
                  <a:pt x="5784646" y="0"/>
                </a:lnTo>
                <a:lnTo>
                  <a:pt x="5784646" y="5490593"/>
                </a:lnTo>
                <a:lnTo>
                  <a:pt x="0" y="5490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12057506" y="3767707"/>
            <a:ext cx="5784646" cy="5490593"/>
          </a:xfrm>
          <a:custGeom>
            <a:avLst/>
            <a:gdLst/>
            <a:ahLst/>
            <a:cxnLst/>
            <a:rect l="l" t="t" r="r" b="b"/>
            <a:pathLst>
              <a:path w="5784646" h="5490593">
                <a:moveTo>
                  <a:pt x="0" y="0"/>
                </a:moveTo>
                <a:lnTo>
                  <a:pt x="5784646" y="0"/>
                </a:lnTo>
                <a:lnTo>
                  <a:pt x="5784646" y="5490593"/>
                </a:lnTo>
                <a:lnTo>
                  <a:pt x="0" y="5490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 flipH="1" flipV="1">
            <a:off x="11553587" y="-156621"/>
            <a:ext cx="7116510" cy="4554567"/>
          </a:xfrm>
          <a:custGeom>
            <a:avLst/>
            <a:gdLst/>
            <a:ahLst/>
            <a:cxnLst/>
            <a:rect l="l" t="t" r="r" b="b"/>
            <a:pathLst>
              <a:path w="7116510" h="4554567">
                <a:moveTo>
                  <a:pt x="7116510" y="4554566"/>
                </a:moveTo>
                <a:lnTo>
                  <a:pt x="0" y="4554566"/>
                </a:lnTo>
                <a:lnTo>
                  <a:pt x="0" y="0"/>
                </a:lnTo>
                <a:lnTo>
                  <a:pt x="7116510" y="0"/>
                </a:lnTo>
                <a:lnTo>
                  <a:pt x="7116510" y="45545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4" name="Freeform 14"/>
          <p:cNvSpPr/>
          <p:nvPr/>
        </p:nvSpPr>
        <p:spPr>
          <a:xfrm rot="-6972399">
            <a:off x="13749876" y="-1761033"/>
            <a:ext cx="5130300" cy="7137809"/>
          </a:xfrm>
          <a:custGeom>
            <a:avLst/>
            <a:gdLst/>
            <a:ahLst/>
            <a:cxnLst/>
            <a:rect l="l" t="t" r="r" b="b"/>
            <a:pathLst>
              <a:path w="5130300" h="7137809">
                <a:moveTo>
                  <a:pt x="0" y="0"/>
                </a:moveTo>
                <a:lnTo>
                  <a:pt x="5130300" y="0"/>
                </a:lnTo>
                <a:lnTo>
                  <a:pt x="5130300" y="7137809"/>
                </a:lnTo>
                <a:lnTo>
                  <a:pt x="0" y="71378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3"/>
          <p:cNvSpPr/>
          <p:nvPr/>
        </p:nvSpPr>
        <p:spPr>
          <a:xfrm rot="-2138268" flipH="1">
            <a:off x="-4356801" y="5744695"/>
            <a:ext cx="7452144" cy="6352952"/>
          </a:xfrm>
          <a:custGeom>
            <a:avLst/>
            <a:gdLst/>
            <a:ahLst/>
            <a:cxnLst/>
            <a:rect l="l" t="t" r="r" b="b"/>
            <a:pathLst>
              <a:path w="7452144" h="6352952">
                <a:moveTo>
                  <a:pt x="7452144" y="0"/>
                </a:moveTo>
                <a:lnTo>
                  <a:pt x="0" y="0"/>
                </a:lnTo>
                <a:lnTo>
                  <a:pt x="0" y="6352953"/>
                </a:lnTo>
                <a:lnTo>
                  <a:pt x="7452144" y="6352953"/>
                </a:lnTo>
                <a:lnTo>
                  <a:pt x="745214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Freeform 4"/>
          <p:cNvSpPr/>
          <p:nvPr/>
        </p:nvSpPr>
        <p:spPr>
          <a:xfrm>
            <a:off x="-278177" y="5787822"/>
            <a:ext cx="7380646" cy="4723614"/>
          </a:xfrm>
          <a:custGeom>
            <a:avLst/>
            <a:gdLst/>
            <a:ahLst/>
            <a:cxnLst/>
            <a:rect l="l" t="t" r="r" b="b"/>
            <a:pathLst>
              <a:path w="7380646" h="4723614">
                <a:moveTo>
                  <a:pt x="0" y="0"/>
                </a:moveTo>
                <a:lnTo>
                  <a:pt x="7380646" y="0"/>
                </a:lnTo>
                <a:lnTo>
                  <a:pt x="7380646" y="4723614"/>
                </a:lnTo>
                <a:lnTo>
                  <a:pt x="0" y="47236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 rot="1010523" flipH="1">
            <a:off x="10531229" y="-5933643"/>
            <a:ext cx="9651208" cy="8227655"/>
          </a:xfrm>
          <a:custGeom>
            <a:avLst/>
            <a:gdLst/>
            <a:ahLst/>
            <a:cxnLst/>
            <a:rect l="l" t="t" r="r" b="b"/>
            <a:pathLst>
              <a:path w="9651208" h="8227655">
                <a:moveTo>
                  <a:pt x="9651208" y="0"/>
                </a:moveTo>
                <a:lnTo>
                  <a:pt x="0" y="0"/>
                </a:lnTo>
                <a:lnTo>
                  <a:pt x="0" y="8227655"/>
                </a:lnTo>
                <a:lnTo>
                  <a:pt x="9651208" y="8227655"/>
                </a:lnTo>
                <a:lnTo>
                  <a:pt x="9651208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 flipH="1" flipV="1">
            <a:off x="11152208" y="-242910"/>
            <a:ext cx="7310796" cy="4678909"/>
          </a:xfrm>
          <a:custGeom>
            <a:avLst/>
            <a:gdLst/>
            <a:ahLst/>
            <a:cxnLst/>
            <a:rect l="l" t="t" r="r" b="b"/>
            <a:pathLst>
              <a:path w="7310796" h="4678909">
                <a:moveTo>
                  <a:pt x="7310795" y="4678909"/>
                </a:moveTo>
                <a:lnTo>
                  <a:pt x="0" y="4678909"/>
                </a:lnTo>
                <a:lnTo>
                  <a:pt x="0" y="0"/>
                </a:lnTo>
                <a:lnTo>
                  <a:pt x="7310795" y="0"/>
                </a:lnTo>
                <a:lnTo>
                  <a:pt x="7310795" y="46789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 rot="1498510">
            <a:off x="12487970" y="4049803"/>
            <a:ext cx="5956163" cy="8286836"/>
          </a:xfrm>
          <a:custGeom>
            <a:avLst/>
            <a:gdLst/>
            <a:ahLst/>
            <a:cxnLst/>
            <a:rect l="l" t="t" r="r" b="b"/>
            <a:pathLst>
              <a:path w="5956163" h="8286836">
                <a:moveTo>
                  <a:pt x="0" y="0"/>
                </a:moveTo>
                <a:lnTo>
                  <a:pt x="5956164" y="0"/>
                </a:lnTo>
                <a:lnTo>
                  <a:pt x="5956164" y="8286836"/>
                </a:lnTo>
                <a:lnTo>
                  <a:pt x="0" y="8286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 rot="-8921339">
            <a:off x="-103731" y="-2362136"/>
            <a:ext cx="5591844" cy="7779958"/>
          </a:xfrm>
          <a:custGeom>
            <a:avLst/>
            <a:gdLst/>
            <a:ahLst/>
            <a:cxnLst/>
            <a:rect l="l" t="t" r="r" b="b"/>
            <a:pathLst>
              <a:path w="5591844" h="7779958">
                <a:moveTo>
                  <a:pt x="0" y="0"/>
                </a:moveTo>
                <a:lnTo>
                  <a:pt x="5591844" y="0"/>
                </a:lnTo>
                <a:lnTo>
                  <a:pt x="5591844" y="7779957"/>
                </a:lnTo>
                <a:lnTo>
                  <a:pt x="0" y="77799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752600" y="1485900"/>
            <a:ext cx="1424940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17205"/>
              </a:spcBef>
            </a:pPr>
            <a:r>
              <a:rPr lang="en-US" sz="6000" spc="688" dirty="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AESTHETIC</a:t>
            </a:r>
            <a:endParaRPr lang="en-US" sz="5400" b="1" spc="56" dirty="0">
              <a:solidFill>
                <a:srgbClr val="000000"/>
              </a:solidFill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562600" y="8496300"/>
            <a:ext cx="7239000" cy="1428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14"/>
              </a:lnSpc>
            </a:pP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Lorem ipsum dolor sit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amet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,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consectetur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adipiscing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elit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, sed do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eiusmod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tempor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incididunt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ut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labore et dolore magna </a:t>
            </a:r>
            <a:r>
              <a:rPr lang="en-US" sz="2251" b="1" spc="56" dirty="0" err="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aliqua</a:t>
            </a:r>
            <a:r>
              <a:rPr lang="en-US" sz="2251" b="1" spc="56" dirty="0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fermentum.</a:t>
            </a:r>
          </a:p>
          <a:p>
            <a:pPr marL="0" lvl="0" indent="0" algn="ctr">
              <a:lnSpc>
                <a:spcPts val="2814"/>
              </a:lnSpc>
            </a:pPr>
            <a:endParaRPr lang="en-US" sz="2251" b="1" spc="56" dirty="0">
              <a:solidFill>
                <a:srgbClr val="000000"/>
              </a:solidFill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72955" y="1345659"/>
            <a:ext cx="8368590" cy="112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05"/>
              </a:lnSpc>
              <a:spcBef>
                <a:spcPct val="0"/>
              </a:spcBef>
            </a:pPr>
            <a:r>
              <a:rPr lang="en-US" sz="8135" dirty="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REJA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12577" y="4032799"/>
            <a:ext cx="10270223" cy="2976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>
              <a:lnSpc>
                <a:spcPts val="3880"/>
              </a:lnSpc>
              <a:buFont typeface="+mj-lt"/>
              <a:buAutoNum type="arabicPeriod"/>
            </a:pP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</a:t>
            </a:r>
          </a:p>
          <a:p>
            <a:pPr marL="514350" lvl="0" indent="-514350">
              <a:lnSpc>
                <a:spcPts val="3880"/>
              </a:lnSpc>
              <a:buFont typeface="+mj-lt"/>
              <a:buAutoNum type="arabicPeriod"/>
            </a:pP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quis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exercitation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ullamco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laboris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nisi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aliquip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ea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commodo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consequat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</a:t>
            </a:r>
          </a:p>
          <a:p>
            <a:pPr marL="514350" lvl="0" indent="-514350">
              <a:lnSpc>
                <a:spcPts val="3880"/>
              </a:lnSpc>
              <a:buFont typeface="+mj-lt"/>
              <a:buAutoNum type="arabicPeriod"/>
            </a:pP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771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771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1354416" y="1629641"/>
            <a:ext cx="4898222" cy="7064044"/>
          </a:xfrm>
          <a:custGeom>
            <a:avLst/>
            <a:gdLst/>
            <a:ahLst/>
            <a:cxnLst/>
            <a:rect l="l" t="t" r="r" b="b"/>
            <a:pathLst>
              <a:path w="2993427" h="4317015">
                <a:moveTo>
                  <a:pt x="2993427" y="12700"/>
                </a:moveTo>
                <a:lnTo>
                  <a:pt x="2935892" y="4317015"/>
                </a:lnTo>
                <a:lnTo>
                  <a:pt x="0" y="4275547"/>
                </a:lnTo>
                <a:lnTo>
                  <a:pt x="0" y="0"/>
                </a:lnTo>
                <a:lnTo>
                  <a:pt x="2993427" y="12700"/>
                </a:lnTo>
                <a:close/>
              </a:path>
            </a:pathLst>
          </a:custGeom>
          <a:blipFill>
            <a:blip r:embed="rId2"/>
            <a:stretch>
              <a:fillRect t="-2005" b="-2005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TextBox 7"/>
          <p:cNvSpPr txBox="1"/>
          <p:nvPr/>
        </p:nvSpPr>
        <p:spPr>
          <a:xfrm>
            <a:off x="1306318" y="3134905"/>
            <a:ext cx="8066282" cy="3189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Ut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quis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exercitation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ullamco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laboris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nisi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aliquip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ea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commodo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consequat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Duis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aute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irure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dolor in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reprehenderit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in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voluptate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velit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Ut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quis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000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000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" y="876300"/>
            <a:ext cx="983041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IMPORTANT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498733" y="3162300"/>
            <a:ext cx="7837682" cy="298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885"/>
              </a:lnSpc>
              <a:spcBef>
                <a:spcPct val="0"/>
              </a:spcBef>
            </a:pP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Ut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quis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exercitation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ullamco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laboris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nisi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aliquip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ea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commodo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consequat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Duis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aute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irure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dolor in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reprehenderit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in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voluptate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velit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98733" y="647700"/>
            <a:ext cx="10349901" cy="1002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596"/>
              </a:lnSpc>
              <a:spcBef>
                <a:spcPct val="0"/>
              </a:spcBef>
            </a:pPr>
            <a:r>
              <a:rPr lang="en-US" sz="4800" u="none" strike="noStrike" dirty="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PROJECT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C92E1AC4-718C-565D-6682-EDFDC4B466FE}"/>
              </a:ext>
            </a:extLst>
          </p:cNvPr>
          <p:cNvSpPr/>
          <p:nvPr/>
        </p:nvSpPr>
        <p:spPr>
          <a:xfrm rot="21181215" flipH="1">
            <a:off x="880763" y="1629198"/>
            <a:ext cx="5259759" cy="7585438"/>
          </a:xfrm>
          <a:custGeom>
            <a:avLst/>
            <a:gdLst/>
            <a:ahLst/>
            <a:cxnLst/>
            <a:rect l="l" t="t" r="r" b="b"/>
            <a:pathLst>
              <a:path w="2993427" h="4317015">
                <a:moveTo>
                  <a:pt x="0" y="12700"/>
                </a:moveTo>
                <a:lnTo>
                  <a:pt x="57535" y="4317015"/>
                </a:lnTo>
                <a:lnTo>
                  <a:pt x="2993427" y="4275547"/>
                </a:lnTo>
                <a:lnTo>
                  <a:pt x="2993427" y="0"/>
                </a:lnTo>
                <a:lnTo>
                  <a:pt x="0" y="12700"/>
                </a:lnTo>
                <a:close/>
              </a:path>
            </a:pathLst>
          </a:custGeom>
          <a:blipFill>
            <a:blip r:embed="rId2"/>
            <a:stretch>
              <a:fillRect l="-49804" t="-68011" r="-44900" b="-34501"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33400" y="723900"/>
            <a:ext cx="17145000" cy="1099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705"/>
              </a:lnSpc>
              <a:spcBef>
                <a:spcPct val="0"/>
              </a:spcBef>
            </a:pPr>
            <a:r>
              <a:rPr lang="en-US" sz="7200" dirty="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PROBLEMS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57400" y="3584287"/>
            <a:ext cx="6248400" cy="5216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Ut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quis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exercitation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ullamco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laboris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nisi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aliquip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ea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commodo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consequat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Lorem ipsum dolor sit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Ut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quis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exercitation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ullamco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laboris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nisi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aliquip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ea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commodo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consequat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</a:t>
            </a:r>
          </a:p>
          <a:p>
            <a:pPr marL="0" lvl="0" indent="0" algn="ctr">
              <a:lnSpc>
                <a:spcPts val="3440"/>
              </a:lnSpc>
              <a:spcBef>
                <a:spcPct val="0"/>
              </a:spcBef>
            </a:pPr>
            <a:endParaRPr lang="en-US" sz="2567" b="1" u="none" strike="noStrike" dirty="0">
              <a:solidFill>
                <a:srgbClr val="000000"/>
              </a:solidFill>
              <a:latin typeface="Cormorant Garamond Medium"/>
              <a:ea typeface="Cormorant Garamond Medium"/>
              <a:cs typeface="Cormorant Garamond Medium"/>
              <a:sym typeface="Cormorant Garamon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772003" y="3584287"/>
            <a:ext cx="6248400" cy="5216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Ut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quis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exercitation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ullamco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laboris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nisi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aliquip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ea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commodo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consequat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Lorem ipsum dolor sit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Ut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quis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exercitation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ullamco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laboris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nisi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aliquip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ea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commodo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567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consequat</a:t>
            </a:r>
            <a:r>
              <a:rPr lang="en-US" sz="2567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</a:t>
            </a:r>
          </a:p>
          <a:p>
            <a:pPr marL="0" lvl="0" indent="0" algn="ctr">
              <a:lnSpc>
                <a:spcPts val="3440"/>
              </a:lnSpc>
              <a:spcBef>
                <a:spcPct val="0"/>
              </a:spcBef>
            </a:pPr>
            <a:endParaRPr lang="en-US" sz="2567" b="1" u="none" strike="noStrike" dirty="0">
              <a:solidFill>
                <a:srgbClr val="000000"/>
              </a:solidFill>
              <a:latin typeface="Cormorant Garamond Medium"/>
              <a:ea typeface="Cormorant Garamond Medium"/>
              <a:cs typeface="Cormorant Garamond Medium"/>
              <a:sym typeface="Cormorant Garamond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38201" y="723900"/>
            <a:ext cx="16607022" cy="1099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705"/>
              </a:lnSpc>
              <a:spcBef>
                <a:spcPct val="0"/>
              </a:spcBef>
            </a:pPr>
            <a:r>
              <a:rPr lang="en-US" sz="7200" dirty="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2777" y="3895231"/>
            <a:ext cx="4953000" cy="4982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  <a:spcBef>
                <a:spcPct val="0"/>
              </a:spcBef>
            </a:pP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.. Lorem ipsum dolor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.. </a:t>
            </a:r>
          </a:p>
          <a:p>
            <a:pPr marL="0" lvl="0" indent="0" algn="ctr">
              <a:lnSpc>
                <a:spcPts val="3885"/>
              </a:lnSpc>
              <a:spcBef>
                <a:spcPct val="0"/>
              </a:spcBef>
            </a:pPr>
            <a:endParaRPr lang="en-US" sz="2899" b="1" u="none" strike="noStrike" dirty="0">
              <a:solidFill>
                <a:srgbClr val="000000"/>
              </a:solidFill>
              <a:latin typeface="Cormorant Garamond Medium"/>
              <a:ea typeface="Cormorant Garamond Medium"/>
              <a:cs typeface="Cormorant Garamond Medium"/>
              <a:sym typeface="Cormorant Garamon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69789" y="3895231"/>
            <a:ext cx="4953000" cy="4982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  <a:spcBef>
                <a:spcPct val="0"/>
              </a:spcBef>
            </a:pP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.. Lorem ipsum dolor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.. </a:t>
            </a:r>
          </a:p>
          <a:p>
            <a:pPr marL="0" lvl="0" indent="0" algn="ctr">
              <a:lnSpc>
                <a:spcPts val="3885"/>
              </a:lnSpc>
              <a:spcBef>
                <a:spcPct val="0"/>
              </a:spcBef>
            </a:pPr>
            <a:endParaRPr lang="en-US" sz="2899" b="1" u="none" strike="noStrike" dirty="0">
              <a:solidFill>
                <a:srgbClr val="000000"/>
              </a:solidFill>
              <a:latin typeface="Cormorant Garamond Medium"/>
              <a:ea typeface="Cormorant Garamond Medium"/>
              <a:cs typeface="Cormorant Garamond Medium"/>
              <a:sym typeface="Cormorant Garamond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96800" y="3895231"/>
            <a:ext cx="4953000" cy="4982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  <a:spcBef>
                <a:spcPct val="0"/>
              </a:spcBef>
            </a:pP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.. Lorem ipsum dolor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sit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u="none" strike="noStrike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u="none" strike="noStrike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.. </a:t>
            </a:r>
          </a:p>
          <a:p>
            <a:pPr marL="0" lvl="0" indent="0" algn="ctr">
              <a:lnSpc>
                <a:spcPts val="3885"/>
              </a:lnSpc>
              <a:spcBef>
                <a:spcPct val="0"/>
              </a:spcBef>
            </a:pPr>
            <a:endParaRPr lang="en-US" sz="2899" b="1" u="none" strike="noStrike" dirty="0">
              <a:solidFill>
                <a:srgbClr val="000000"/>
              </a:solidFill>
              <a:latin typeface="Cormorant Garamond Medium"/>
              <a:ea typeface="Cormorant Garamond Medium"/>
              <a:cs typeface="Cormorant Garamond Medium"/>
              <a:sym typeface="Cormorant Garamond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135308" y="3284415"/>
            <a:ext cx="11560131" cy="148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885"/>
              </a:lnSpc>
              <a:spcBef>
                <a:spcPct val="0"/>
              </a:spcBef>
            </a:pP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Lorem ipsum dolor sit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amet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consectetur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adipiscing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elit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sed do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eiusmod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tempor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incididunt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ut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labore et dolore magna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aliqua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. Ut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enim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ad minim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veniam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, quis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nostrud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exercitation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ullamco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laboris</a:t>
            </a:r>
            <a:r>
              <a:rPr lang="en-US" sz="2899" b="1" dirty="0">
                <a:solidFill>
                  <a:srgbClr val="000000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 nisi.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4912" y="649135"/>
            <a:ext cx="13879288" cy="1099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05"/>
              </a:lnSpc>
              <a:spcBef>
                <a:spcPct val="0"/>
              </a:spcBef>
            </a:pPr>
            <a:r>
              <a:rPr lang="en-US" sz="7200" dirty="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PROCESS</a:t>
            </a:r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4ED874AB-D7DA-534D-D480-714A5A435CB5}"/>
              </a:ext>
            </a:extLst>
          </p:cNvPr>
          <p:cNvSpPr/>
          <p:nvPr/>
        </p:nvSpPr>
        <p:spPr>
          <a:xfrm rot="72282">
            <a:off x="12819329" y="3025717"/>
            <a:ext cx="4722683" cy="6810886"/>
          </a:xfrm>
          <a:custGeom>
            <a:avLst/>
            <a:gdLst/>
            <a:ahLst/>
            <a:cxnLst/>
            <a:rect l="l" t="t" r="r" b="b"/>
            <a:pathLst>
              <a:path w="2993427" h="4317015">
                <a:moveTo>
                  <a:pt x="2993427" y="12700"/>
                </a:moveTo>
                <a:lnTo>
                  <a:pt x="2935892" y="4317015"/>
                </a:lnTo>
                <a:lnTo>
                  <a:pt x="0" y="4275547"/>
                </a:lnTo>
                <a:lnTo>
                  <a:pt x="0" y="0"/>
                </a:lnTo>
                <a:lnTo>
                  <a:pt x="2993427" y="12700"/>
                </a:lnTo>
                <a:close/>
              </a:path>
            </a:pathLst>
          </a:custGeom>
          <a:blipFill>
            <a:blip r:embed="rId2"/>
            <a:stretch>
              <a:fillRect l="-16898" t="-19581" b="-2005"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638553" y="3396308"/>
            <a:ext cx="1301089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ts val="17205"/>
              </a:spcBef>
            </a:pPr>
            <a:r>
              <a:rPr lang="en-US" sz="8000" spc="688" dirty="0">
                <a:solidFill>
                  <a:srgbClr val="000000"/>
                </a:solidFill>
                <a:latin typeface="Cormorant Garamond"/>
                <a:sym typeface="Lumberjack"/>
              </a:rPr>
              <a:t>E’TIBORINGIZ UCHUN RAHMAT</a:t>
            </a:r>
            <a:r>
              <a:rPr lang="en-US" sz="8000" spc="688" dirty="0">
                <a:solidFill>
                  <a:srgbClr val="000000"/>
                </a:solidFill>
                <a:latin typeface="Cormorant Garamond"/>
                <a:sym typeface="Cormorant Garamond"/>
              </a:rPr>
              <a:t>!</a:t>
            </a:r>
            <a:endParaRPr lang="en-US" sz="8000" spc="688" dirty="0">
              <a:solidFill>
                <a:srgbClr val="000000"/>
              </a:solidFill>
              <a:latin typeface="Cormorant Garamond"/>
              <a:sym typeface="Lumberj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579</Words>
  <Application>Microsoft Office PowerPoint</Application>
  <PresentationFormat>Произвольный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Cormorant Garamond Bold</vt:lpstr>
      <vt:lpstr>Cormorant Garamond Medium</vt:lpstr>
      <vt:lpstr>Calibri</vt:lpstr>
      <vt:lpstr>Cormorant Garamond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18</cp:revision>
  <dcterms:created xsi:type="dcterms:W3CDTF">2006-08-16T00:00:00Z</dcterms:created>
  <dcterms:modified xsi:type="dcterms:W3CDTF">2026-07-25T03:39:05Z</dcterms:modified>
  <dc:identifier>DAHCIl3asbU</dc:identifier>
</cp:coreProperties>
</file>