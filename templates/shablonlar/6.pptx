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7" r:id="rId9"/>
  </p:sldIdLst>
  <p:sldSz cx="12192000" cy="6858000"/>
  <p:notesSz cx="6858000" cy="9144000"/>
  <p:embeddedFontLst>
    <p:embeddedFont>
      <p:font typeface="Calibri" pitchFamily="34" charset="0"/>
      <p:regular r:id="rId11"/>
      <p:bold r:id="rId12"/>
      <p:italic r:id="rId13"/>
      <p:boldItalic r:id="rId14"/>
    </p:embeddedFont>
    <p:embeddedFont>
      <p:font typeface="Merriweather" charset="-52"/>
      <p:regular r:id="rId15"/>
      <p:bold r:id="rId16"/>
      <p:italic r:id="rId17"/>
      <p:boldItalic r:id="rId18"/>
    </p:embeddedFont>
    <p:embeddedFont>
      <p:font typeface="DM Sans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3F384D-2D5D-4E96-A76C-E1D6481C2F23}">
  <a:tblStyle styleId="{0C3F384D-2D5D-4E96-A76C-E1D6481C2F2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629153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750456" y="2543621"/>
            <a:ext cx="8691086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PPT va PPTX Shablonlari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800921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Professional </a:t>
            </a:r>
            <a:r>
              <a:rPr lang="en-US" sz="1800" b="0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prezentatsiyalar</a:t>
            </a:r>
            <a:r>
              <a:rPr lang="en-US" sz="180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yaratish</a:t>
            </a:r>
            <a:r>
              <a:rPr lang="en-US" sz="180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800" b="0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tayyor</a:t>
            </a:r>
            <a:r>
              <a:rPr lang="en-US" sz="180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manbalardan</a:t>
            </a:r>
            <a:r>
              <a:rPr lang="en-US" sz="180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foydalanish</a:t>
            </a:r>
            <a:r>
              <a:rPr lang="en-US" sz="180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va</a:t>
            </a:r>
            <a:r>
              <a:rPr lang="en-US" sz="180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shaxsiy</a:t>
            </a:r>
            <a:r>
              <a:rPr lang="en-US" sz="180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dizayn</a:t>
            </a:r>
            <a:r>
              <a:rPr lang="en-US" sz="180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sirlari</a:t>
            </a:r>
            <a:r>
              <a:rPr lang="en-US" sz="180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3335654" y="607665"/>
            <a:ext cx="552069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Reja: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1843087" y="1929705"/>
            <a:ext cx="9520238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Eng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yaxshi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resurslar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ulardan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foydalanish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usullari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2096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209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222096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Slidesgo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Minglab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bepul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premium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dizaynlar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927199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Ommabop Platformalar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1555849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2235517" y="864840"/>
            <a:ext cx="772096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Slide Master Bilan Ishlash</a:t>
            </a:r>
            <a:endParaRPr dirty="0"/>
          </a:p>
        </p:txBody>
      </p:sp>
      <p:sp>
        <p:nvSpPr>
          <p:cNvPr id="119" name="Google Shape;119;p16"/>
          <p:cNvSpPr txBox="1"/>
          <p:nvPr/>
        </p:nvSpPr>
        <p:spPr>
          <a:xfrm>
            <a:off x="2009776" y="1958279"/>
            <a:ext cx="846772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Professional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shablonni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noldan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yaratish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texnologiyasi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714375" y="265911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PowerPoint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menyusidan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'View'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bo'limiga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o'ting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'Slide Master'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tugmasini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bosing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31" name="Google Shape;131;p17"/>
          <p:cNvSpPr txBox="1"/>
          <p:nvPr/>
        </p:nvSpPr>
        <p:spPr>
          <a:xfrm>
            <a:off x="4349799" y="265911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Eng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yuqoridagi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'Master'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slaydda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shriftlar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ranglar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logotipni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joylashtiring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33" name="Google Shape;133;p17"/>
          <p:cNvSpPr txBox="1"/>
          <p:nvPr/>
        </p:nvSpPr>
        <p:spPr>
          <a:xfrm>
            <a:off x="8270899" y="265911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Faylni '.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potx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'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formatida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saqlang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bu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kelajakda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shablon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sifatida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xizmat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qiladi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927199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Slide Master Bosqichlari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71500" y="1555849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809625" y="2563862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60%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asosiy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rang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fon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), 30%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ikkinchi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darajali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rang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10%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urg'u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beruvchi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(accent)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rangdan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foydalaning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6667502" y="2563862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Sarlavhalar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uchun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'Serif',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matnlar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uchun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'Sans-serif'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shriftlarini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tanlang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O'qishga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oson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bo'lsin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927199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Dizaynning Oltin Qoidalari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71500" y="1555849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571500" y="1647378"/>
            <a:ext cx="52006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AI Inqilobi</a:t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571500" y="2276028"/>
            <a:ext cx="4953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571500" y="28194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Sun'iy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intellekt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endi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birgina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matn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orqali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to'liq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slaydlarni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generatsiya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qila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oladi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pic>
        <p:nvPicPr>
          <p:cNvPr id="192" name="Google Shape;19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/>
          <p:cNvSpPr txBox="1"/>
          <p:nvPr/>
        </p:nvSpPr>
        <p:spPr>
          <a:xfrm>
            <a:off x="465826" y="1023440"/>
            <a:ext cx="1117983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9944"/>
              </a:lnSpc>
            </a:pPr>
            <a:r>
              <a:rPr lang="en-US" sz="6000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E'tiboringiz</a:t>
            </a:r>
            <a:r>
              <a:rPr lang="en-US" sz="6000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6000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uchun</a:t>
            </a:r>
            <a:r>
              <a:rPr lang="en-US" sz="6000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6000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rahmat</a:t>
            </a:r>
            <a:r>
              <a:rPr lang="en-US" sz="6000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!</a:t>
            </a:r>
            <a:endParaRPr lang="en-US" sz="6000" dirty="0"/>
          </a:p>
        </p:txBody>
      </p:sp>
      <p:sp>
        <p:nvSpPr>
          <p:cNvPr id="231" name="Google Shape;231;p24"/>
          <p:cNvSpPr txBox="1"/>
          <p:nvPr/>
        </p:nvSpPr>
        <p:spPr>
          <a:xfrm>
            <a:off x="4724400" y="3396555"/>
            <a:ext cx="27432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E'tiboringiz</a:t>
            </a:r>
            <a:r>
              <a:rPr lang="en-US" sz="180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uchun</a:t>
            </a:r>
            <a:r>
              <a:rPr lang="en-US" sz="180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rahmat</a:t>
            </a:r>
            <a:r>
              <a:rPr lang="en-US" sz="180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Произвольный</PresentationFormat>
  <Paragraphs>19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Merriweather</vt:lpstr>
      <vt:lpstr>DM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Админ</cp:lastModifiedBy>
  <cp:revision>2</cp:revision>
  <dcterms:modified xsi:type="dcterms:W3CDTF">2026-05-03T06:13:56Z</dcterms:modified>
</cp:coreProperties>
</file>