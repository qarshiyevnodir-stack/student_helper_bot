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3" r:id="rId7"/>
    <p:sldId id="265" r:id="rId8"/>
    <p:sldId id="270" r:id="rId9"/>
  </p:sldIdLst>
  <p:sldSz cx="18288000" cy="10287000"/>
  <p:notesSz cx="6858000" cy="9144000"/>
  <p:embeddedFontLst>
    <p:embeddedFont>
      <p:font typeface="Lato" panose="020F0502020204030203" pitchFamily="34" charset="0"/>
      <p:regular r:id="rId10"/>
    </p:embeddedFont>
    <p:embeddedFont>
      <p:font typeface="Lato Bold Italics" panose="020B0604020202020204" charset="0"/>
      <p:regular r:id="rId11"/>
    </p:embeddedFont>
    <p:embeddedFont>
      <p:font typeface="Poppins Light" panose="00000400000000000000" pitchFamily="2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43" autoAdjust="0"/>
    <p:restoredTop sz="94622" autoAdjust="0"/>
  </p:normalViewPr>
  <p:slideViewPr>
    <p:cSldViewPr>
      <p:cViewPr varScale="1">
        <p:scale>
          <a:sx n="41" d="100"/>
          <a:sy n="41" d="100"/>
        </p:scale>
        <p:origin x="28" y="1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T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838200" y="1104900"/>
            <a:ext cx="112014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6000" dirty="0">
                <a:solidFill>
                  <a:srgbClr val="19437A"/>
                </a:solidFill>
                <a:latin typeface="Poppins Light"/>
                <a:ea typeface="Poppins Light"/>
                <a:cs typeface="Poppins Light"/>
                <a:sym typeface="Poppins Light"/>
              </a:rPr>
              <a:t>Medical Treatment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7508" y="8648634"/>
            <a:ext cx="7285892" cy="7815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Lorem ipsum dolor sit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amet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consectetur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adipiscing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elit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Etiam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nec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lacinia dui, at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sollicitudin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diam. Integer gravida,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urna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ut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congue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posuere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massa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nibh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faucibus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justo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nec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malesuada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felis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sapien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ac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neque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 txBox="1"/>
          <p:nvPr/>
        </p:nvSpPr>
        <p:spPr>
          <a:xfrm>
            <a:off x="6167221" y="1778461"/>
            <a:ext cx="5953559" cy="726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99"/>
              </a:lnSpc>
            </a:pPr>
            <a:r>
              <a:rPr lang="en-US" sz="5499" dirty="0" err="1">
                <a:solidFill>
                  <a:srgbClr val="19437A"/>
                </a:solidFill>
                <a:latin typeface="Poppins Light"/>
                <a:ea typeface="Poppins Light"/>
                <a:cs typeface="Poppins Light"/>
                <a:sym typeface="Poppins Light"/>
              </a:rPr>
              <a:t>Reja</a:t>
            </a:r>
            <a:endParaRPr lang="en-US" sz="5499" dirty="0">
              <a:solidFill>
                <a:srgbClr val="19437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191000" y="3434326"/>
            <a:ext cx="10820400" cy="25853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spcBef>
                <a:spcPct val="0"/>
              </a:spcBef>
              <a:buFont typeface="+mj-lt"/>
              <a:buAutoNum type="arabicPeriod"/>
            </a:pP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Lorem ipsum dolor sit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amet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consectetur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adipiscing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elit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Etiam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nec lacinia dui, at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sollicitudin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diam. Integer gravida,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urna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ut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congue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posuere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massa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nibh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faucibus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justo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, nec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malesuada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felis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sapien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ac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neque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342900" indent="-342900">
              <a:spcBef>
                <a:spcPct val="0"/>
              </a:spcBef>
              <a:buFont typeface="+mj-lt"/>
              <a:buAutoNum type="arabicPeriod"/>
            </a:pP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Integer gravida,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urna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ut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congue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posuere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massa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nibh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faucibus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justo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nec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malesuada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felis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sapien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ac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neque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342900" indent="-342900">
              <a:spcBef>
                <a:spcPct val="0"/>
              </a:spcBef>
              <a:buFont typeface="+mj-lt"/>
              <a:buAutoNum type="arabicPeriod"/>
            </a:pP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Integer gravida,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urna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ut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congue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posuere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massa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nibh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faucibus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justo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nec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malesuada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felis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sapien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ac </a:t>
            </a:r>
            <a:r>
              <a:rPr lang="en-US" sz="24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neque</a:t>
            </a:r>
            <a:r>
              <a:rPr lang="en-US" sz="24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0940895" y="2939895"/>
            <a:ext cx="6318405" cy="631840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>
            <a:blip r:embed="rId3"/>
            <a:stretch>
              <a:fillRect l="-25342" r="-25342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5" name="TextBox 5"/>
          <p:cNvSpPr txBox="1"/>
          <p:nvPr/>
        </p:nvSpPr>
        <p:spPr>
          <a:xfrm>
            <a:off x="1238757" y="800100"/>
            <a:ext cx="14534643" cy="8462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5499" dirty="0">
                <a:solidFill>
                  <a:srgbClr val="19437A"/>
                </a:solidFill>
                <a:latin typeface="Poppins Light"/>
                <a:ea typeface="Poppins Light"/>
                <a:cs typeface="Poppins Light"/>
                <a:sym typeface="Poppins Light"/>
              </a:rPr>
              <a:t>Purpose of Treatment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9600" y="2878644"/>
            <a:ext cx="9144000" cy="512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Lorem ipsum dolor sit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amet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consectetur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adipiscing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elit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Etiam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nec lacinia dui, at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sollicitudin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diam. Integer gravida,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urna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ut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congue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posuere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massa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nibh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faucibus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justo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, nec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malesuada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felis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sapien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ac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neque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876300"/>
            <a:ext cx="16535400" cy="7085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99"/>
              </a:lnSpc>
            </a:pPr>
            <a:r>
              <a:rPr lang="en-US" sz="5000" dirty="0">
                <a:solidFill>
                  <a:srgbClr val="19437A"/>
                </a:solidFill>
                <a:latin typeface="Poppins Light"/>
                <a:ea typeface="Poppins Light"/>
                <a:cs typeface="Poppins Light"/>
                <a:sym typeface="Poppins Light"/>
              </a:rPr>
              <a:t>Pharmacological Treatment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4068977"/>
            <a:ext cx="5953559" cy="800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00"/>
              </a:lnSpc>
              <a:spcBef>
                <a:spcPct val="0"/>
              </a:spcBef>
            </a:pP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Lorem ipsum dolor sit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amet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consectetur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adipiscing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elit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Etiam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nec lacinia dui, at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sollicitudin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diam. Integer gravida,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urna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ut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congue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posuere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massa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nibh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faucibus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justo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, nec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malesuada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felis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sapien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ac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neque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. 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448800" y="2934899"/>
            <a:ext cx="8115300" cy="3052615"/>
            <a:chOff x="0" y="0"/>
            <a:chExt cx="2160809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60809" cy="812800"/>
            </a:xfrm>
            <a:custGeom>
              <a:avLst/>
              <a:gdLst/>
              <a:ahLst/>
              <a:cxnLst/>
              <a:rect l="l" t="t" r="r" b="b"/>
              <a:pathLst>
                <a:path w="2160809" h="812800">
                  <a:moveTo>
                    <a:pt x="0" y="0"/>
                  </a:moveTo>
                  <a:lnTo>
                    <a:pt x="2160809" y="0"/>
                  </a:lnTo>
                  <a:lnTo>
                    <a:pt x="2160809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t="-38213" b="-38213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2" name="TextBox 8">
            <a:extLst>
              <a:ext uri="{FF2B5EF4-FFF2-40B4-BE49-F238E27FC236}">
                <a16:creationId xmlns:a16="http://schemas.microsoft.com/office/drawing/2014/main" id="{8FE51B1C-C1C9-D0C2-A882-C40171A46651}"/>
              </a:ext>
            </a:extLst>
          </p:cNvPr>
          <p:cNvSpPr txBox="1"/>
          <p:nvPr/>
        </p:nvSpPr>
        <p:spPr>
          <a:xfrm>
            <a:off x="9906000" y="6095901"/>
            <a:ext cx="5953559" cy="800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00"/>
              </a:lnSpc>
              <a:spcBef>
                <a:spcPct val="0"/>
              </a:spcBef>
            </a:pP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Lorem ipsum dolor sit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amet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consectetur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adipiscing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elit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Etiam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nec lacinia dui, at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sollicitudin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diam. Integer gravida,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urna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ut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congue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posuere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massa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nibh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faucibus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justo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, nec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malesuada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felis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sapien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ac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neque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028700" y="2939895"/>
            <a:ext cx="6318405" cy="631840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>
            <a:blip r:embed="rId3"/>
            <a:stretch>
              <a:fillRect t="-24931" b="-24931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5" name="TextBox 5"/>
          <p:cNvSpPr txBox="1"/>
          <p:nvPr/>
        </p:nvSpPr>
        <p:spPr>
          <a:xfrm>
            <a:off x="1828800" y="631248"/>
            <a:ext cx="14706600" cy="7264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99"/>
              </a:lnSpc>
            </a:pPr>
            <a:r>
              <a:rPr lang="en-US" sz="5499" dirty="0">
                <a:solidFill>
                  <a:srgbClr val="19437A"/>
                </a:solidFill>
                <a:latin typeface="Poppins Light"/>
                <a:ea typeface="Poppins Light"/>
                <a:cs typeface="Poppins Light"/>
                <a:sym typeface="Poppins Light"/>
              </a:rPr>
              <a:t>Surgical Treatment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620000" y="2937890"/>
            <a:ext cx="7414760" cy="800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00"/>
              </a:lnSpc>
              <a:spcBef>
                <a:spcPct val="0"/>
              </a:spcBef>
            </a:pP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Lorem ipsum dolor sit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amet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consectetur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adipiscing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elit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Etiam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nec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lacinia dui, at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sollicitudin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diam. Integer gravida,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urna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ut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congue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posuere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massa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nibh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faucibus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justo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nec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malesuada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felis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sapien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ac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neque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.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72600" y="6438900"/>
            <a:ext cx="7414760" cy="800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00"/>
              </a:lnSpc>
              <a:spcBef>
                <a:spcPct val="0"/>
              </a:spcBef>
            </a:pP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Lorem ipsum dolor sit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amet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consectetur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adipiscing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elit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Etiam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nec lacinia dui, at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sollicitudin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diam. Integer gravida,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urna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ut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congue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posuere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massa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nibh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faucibus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justo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, nec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malesuada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felis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sapien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ac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neque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144000" y="0"/>
            <a:ext cx="9144000" cy="7522178"/>
            <a:chOff x="0" y="0"/>
            <a:chExt cx="1621952" cy="133427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21952" cy="1334275"/>
            </a:xfrm>
            <a:custGeom>
              <a:avLst/>
              <a:gdLst/>
              <a:ahLst/>
              <a:cxnLst/>
              <a:rect l="l" t="t" r="r" b="b"/>
              <a:pathLst>
                <a:path w="1621952" h="1334275">
                  <a:moveTo>
                    <a:pt x="0" y="0"/>
                  </a:moveTo>
                  <a:lnTo>
                    <a:pt x="1621952" y="0"/>
                  </a:lnTo>
                  <a:lnTo>
                    <a:pt x="1621952" y="1334275"/>
                  </a:lnTo>
                  <a:lnTo>
                    <a:pt x="0" y="1334275"/>
                  </a:lnTo>
                  <a:close/>
                </a:path>
              </a:pathLst>
            </a:custGeom>
            <a:blipFill>
              <a:blip r:embed="rId3"/>
              <a:stretch>
                <a:fillRect l="-23283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62000" y="952500"/>
            <a:ext cx="7696200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800" dirty="0">
                <a:solidFill>
                  <a:srgbClr val="19437A"/>
                </a:solidFill>
                <a:latin typeface="Poppins Light"/>
                <a:ea typeface="Poppins Light"/>
                <a:cs typeface="Poppins Light"/>
                <a:sym typeface="Poppins Light"/>
              </a:rPr>
              <a:t>Emergency Medical Treatment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0600" y="5600700"/>
            <a:ext cx="5958027" cy="800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00"/>
              </a:lnSpc>
              <a:spcBef>
                <a:spcPct val="0"/>
              </a:spcBef>
            </a:pP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Lorem ipsum dolor sit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amet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consectetur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adipiscing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elit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Etiam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nec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lacinia dui, at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sollicitudin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diam. Integer gravida,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urna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ut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congue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posuere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massa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nibh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faucibus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justo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nec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malesuada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felis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sapien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ac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neque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.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5400" y="8458101"/>
            <a:ext cx="8343900" cy="512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sz="1500" b="1" i="1" dirty="0">
                <a:solidFill>
                  <a:srgbClr val="19437A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Emergency care systems involve paramedics, emergency departments, and critical care units working together efficiently.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4735859"/>
            <a:ext cx="9144000" cy="5551141"/>
            <a:chOff x="0" y="0"/>
            <a:chExt cx="1621952" cy="98465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21952" cy="984655"/>
            </a:xfrm>
            <a:custGeom>
              <a:avLst/>
              <a:gdLst/>
              <a:ahLst/>
              <a:cxnLst/>
              <a:rect l="l" t="t" r="r" b="b"/>
              <a:pathLst>
                <a:path w="1621952" h="984655">
                  <a:moveTo>
                    <a:pt x="0" y="0"/>
                  </a:moveTo>
                  <a:lnTo>
                    <a:pt x="1621952" y="0"/>
                  </a:lnTo>
                  <a:lnTo>
                    <a:pt x="1621952" y="984655"/>
                  </a:lnTo>
                  <a:lnTo>
                    <a:pt x="0" y="984655"/>
                  </a:lnTo>
                  <a:close/>
                </a:path>
              </a:pathLst>
            </a:custGeom>
            <a:blipFill>
              <a:blip r:embed="rId3"/>
              <a:stretch>
                <a:fillRect t="-4736" b="-4736"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3784" y="704379"/>
            <a:ext cx="9644216" cy="705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99"/>
              </a:lnSpc>
            </a:pPr>
            <a:r>
              <a:rPr lang="en-US" sz="4800" dirty="0">
                <a:solidFill>
                  <a:srgbClr val="19437A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Preventive Treatment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865008" y="6711230"/>
            <a:ext cx="6394292" cy="800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Lorem ipsum dolor sit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amet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consectetur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adipiscing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elit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Etiam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nec lacinia dui, at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sollicitudin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diam. Integer gravida,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urna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ut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congue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posuere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massa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nibh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faucibus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justo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, nec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malesuada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felis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sapien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 ac </a:t>
            </a:r>
            <a:r>
              <a:rPr lang="en-US" sz="1500" dirty="0" err="1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neque</a:t>
            </a:r>
            <a:r>
              <a:rPr lang="en-US" sz="1500" dirty="0">
                <a:solidFill>
                  <a:srgbClr val="19437A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949255" y="1884610"/>
            <a:ext cx="5310045" cy="1066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Lorem ipsum dolor sit </a:t>
            </a:r>
            <a:r>
              <a:rPr lang="en-US" sz="1500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amet</a:t>
            </a:r>
            <a:r>
              <a:rPr lang="en-US" sz="15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consectetur</a:t>
            </a:r>
            <a:r>
              <a:rPr lang="en-US" sz="15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adipiscing</a:t>
            </a:r>
            <a:r>
              <a:rPr lang="en-US" sz="15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elit</a:t>
            </a:r>
            <a:r>
              <a:rPr lang="en-US" sz="15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500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Etiam</a:t>
            </a:r>
            <a:r>
              <a:rPr lang="en-US" sz="15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nec</a:t>
            </a:r>
            <a:r>
              <a:rPr lang="en-US" sz="15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lacinia dui, at </a:t>
            </a:r>
            <a:r>
              <a:rPr lang="en-US" sz="1500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sollicitudin</a:t>
            </a:r>
            <a:r>
              <a:rPr lang="en-US" sz="15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diam. Integer gravida, </a:t>
            </a:r>
            <a:r>
              <a:rPr lang="en-US" sz="1500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urna</a:t>
            </a:r>
            <a:r>
              <a:rPr lang="en-US" sz="15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ut</a:t>
            </a:r>
            <a:r>
              <a:rPr lang="en-US" sz="15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congue</a:t>
            </a:r>
            <a:r>
              <a:rPr lang="en-US" sz="15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posuere</a:t>
            </a:r>
            <a:r>
              <a:rPr lang="en-US" sz="15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massa</a:t>
            </a:r>
            <a:r>
              <a:rPr lang="en-US" sz="15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nibh</a:t>
            </a:r>
            <a:r>
              <a:rPr lang="en-US" sz="15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faucibus</a:t>
            </a:r>
            <a:r>
              <a:rPr lang="en-US" sz="15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justo</a:t>
            </a:r>
            <a:r>
              <a:rPr lang="en-US" sz="15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nec</a:t>
            </a:r>
            <a:r>
              <a:rPr lang="en-US" sz="15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malesuada</a:t>
            </a:r>
            <a:r>
              <a:rPr lang="en-US" sz="15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felis</a:t>
            </a:r>
            <a:r>
              <a:rPr lang="en-US" sz="15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sapien</a:t>
            </a:r>
            <a:r>
              <a:rPr lang="en-US" sz="15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ac </a:t>
            </a:r>
            <a:r>
              <a:rPr lang="en-US" sz="1500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neque</a:t>
            </a:r>
            <a:r>
              <a:rPr lang="en-US" sz="15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10739988" y="2570765"/>
            <a:ext cx="6519312" cy="6083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144"/>
              </a:lnSpc>
            </a:pPr>
            <a:r>
              <a:rPr lang="en-US" sz="8800" dirty="0" err="1">
                <a:solidFill>
                  <a:srgbClr val="19437A"/>
                </a:solidFill>
                <a:latin typeface="Poppins Light"/>
                <a:ea typeface="Poppins Light"/>
                <a:cs typeface="Poppins Light"/>
                <a:sym typeface="Poppins Light"/>
              </a:rPr>
              <a:t>E’tiboringiz</a:t>
            </a:r>
            <a:r>
              <a:rPr lang="en-US" sz="8800" dirty="0">
                <a:solidFill>
                  <a:srgbClr val="19437A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8800" dirty="0" err="1">
                <a:solidFill>
                  <a:srgbClr val="19437A"/>
                </a:solidFill>
                <a:latin typeface="Poppins Light"/>
                <a:ea typeface="Poppins Light"/>
                <a:cs typeface="Poppins Light"/>
                <a:sym typeface="Poppins Light"/>
              </a:rPr>
              <a:t>uchun</a:t>
            </a:r>
            <a:r>
              <a:rPr lang="en-US" sz="8800" dirty="0">
                <a:solidFill>
                  <a:srgbClr val="19437A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8800" dirty="0" err="1">
                <a:solidFill>
                  <a:srgbClr val="19437A"/>
                </a:solidFill>
                <a:latin typeface="Poppins Light"/>
                <a:ea typeface="Poppins Light"/>
                <a:cs typeface="Poppins Light"/>
                <a:sym typeface="Poppins Light"/>
              </a:rPr>
              <a:t>rahmat</a:t>
            </a:r>
            <a:r>
              <a:rPr lang="en-US" sz="8800" dirty="0">
                <a:solidFill>
                  <a:srgbClr val="19437A"/>
                </a:solidFill>
                <a:latin typeface="Poppins Light"/>
                <a:ea typeface="Poppins Light"/>
                <a:cs typeface="Poppins Light"/>
                <a:sym typeface="Poppins Light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466</Words>
  <Application>Microsoft Office PowerPoint</Application>
  <PresentationFormat>Произвольный</PresentationFormat>
  <Paragraphs>21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Poppins Light</vt:lpstr>
      <vt:lpstr>Lato</vt:lpstr>
      <vt:lpstr>Calibri</vt:lpstr>
      <vt:lpstr>Lato Bold Italics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Brown Abstract Doodle Wood Board Group Project Presentation</dc:title>
  <cp:lastModifiedBy>Nodir Qarshiyev</cp:lastModifiedBy>
  <cp:revision>13</cp:revision>
  <dcterms:created xsi:type="dcterms:W3CDTF">2006-08-16T00:00:00Z</dcterms:created>
  <dcterms:modified xsi:type="dcterms:W3CDTF">2026-07-25T08:14:16Z</dcterms:modified>
  <dc:identifier>DAHCIl3asbU</dc:identifier>
</cp:coreProperties>
</file>