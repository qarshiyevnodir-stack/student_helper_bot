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9" r:id="rId3"/>
    <p:sldId id="257" r:id="rId4"/>
    <p:sldId id="258" r:id="rId5"/>
    <p:sldId id="260" r:id="rId6"/>
    <p:sldId id="262" r:id="rId7"/>
    <p:sldId id="264" r:id="rId8"/>
    <p:sldId id="265" r:id="rId9"/>
  </p:sldIdLst>
  <p:sldSz cx="18288000" cy="10287000"/>
  <p:notesSz cx="6858000" cy="9144000"/>
  <p:embeddedFontLst>
    <p:embeddedFont>
      <p:font typeface="ITC Benguiat" panose="020B0604020202020204" charset="0"/>
      <p:regular r:id="rId10"/>
    </p:embeddedFont>
    <p:embeddedFont>
      <p:font typeface="ITC Benguiat Bold" panose="020B0604020202020204" charset="0"/>
      <p:regular r:id="rId11"/>
    </p:embeddedFont>
    <p:embeddedFont>
      <p:font typeface="Itim" panose="020B0604020202020204" charset="-34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>
        <p:scale>
          <a:sx n="30" d="100"/>
          <a:sy n="30" d="100"/>
        </p:scale>
        <p:origin x="756" y="51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 2"/>
          <p:cNvSpPr/>
          <p:nvPr/>
        </p:nvSpPr>
        <p:spPr>
          <a:xfrm>
            <a:off x="14088808" y="819223"/>
            <a:ext cx="3480776" cy="1644667"/>
          </a:xfrm>
          <a:custGeom>
            <a:avLst/>
            <a:gdLst/>
            <a:ahLst/>
            <a:cxnLst/>
            <a:rect l="l" t="t" r="r" b="b"/>
            <a:pathLst>
              <a:path w="3480776" h="1644667">
                <a:moveTo>
                  <a:pt x="0" y="0"/>
                </a:moveTo>
                <a:lnTo>
                  <a:pt x="3480776" y="0"/>
                </a:lnTo>
                <a:lnTo>
                  <a:pt x="3480776" y="1644666"/>
                </a:lnTo>
                <a:lnTo>
                  <a:pt x="0" y="16446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8" name="Freeform 3"/>
          <p:cNvSpPr/>
          <p:nvPr/>
        </p:nvSpPr>
        <p:spPr>
          <a:xfrm>
            <a:off x="1028700" y="5772665"/>
            <a:ext cx="1976529" cy="933910"/>
          </a:xfrm>
          <a:custGeom>
            <a:avLst/>
            <a:gdLst/>
            <a:ahLst/>
            <a:cxnLst/>
            <a:rect l="l" t="t" r="r" b="b"/>
            <a:pathLst>
              <a:path w="1976529" h="933910">
                <a:moveTo>
                  <a:pt x="0" y="0"/>
                </a:moveTo>
                <a:lnTo>
                  <a:pt x="1976529" y="0"/>
                </a:lnTo>
                <a:lnTo>
                  <a:pt x="1976529" y="933910"/>
                </a:lnTo>
                <a:lnTo>
                  <a:pt x="0" y="9339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9" name="Freeform 4"/>
          <p:cNvSpPr/>
          <p:nvPr/>
        </p:nvSpPr>
        <p:spPr>
          <a:xfrm>
            <a:off x="14088808" y="8092193"/>
            <a:ext cx="1322086" cy="624686"/>
          </a:xfrm>
          <a:custGeom>
            <a:avLst/>
            <a:gdLst/>
            <a:ahLst/>
            <a:cxnLst/>
            <a:rect l="l" t="t" r="r" b="b"/>
            <a:pathLst>
              <a:path w="1322086" h="624686">
                <a:moveTo>
                  <a:pt x="0" y="0"/>
                </a:moveTo>
                <a:lnTo>
                  <a:pt x="1322087" y="0"/>
                </a:lnTo>
                <a:lnTo>
                  <a:pt x="1322087" y="624686"/>
                </a:lnTo>
                <a:lnTo>
                  <a:pt x="0" y="6246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5" name="Freeform 5"/>
          <p:cNvSpPr/>
          <p:nvPr/>
        </p:nvSpPr>
        <p:spPr>
          <a:xfrm>
            <a:off x="-292768" y="819223"/>
            <a:ext cx="1976529" cy="933910"/>
          </a:xfrm>
          <a:custGeom>
            <a:avLst/>
            <a:gdLst/>
            <a:ahLst/>
            <a:cxnLst/>
            <a:rect l="l" t="t" r="r" b="b"/>
            <a:pathLst>
              <a:path w="1976529" h="933910">
                <a:moveTo>
                  <a:pt x="0" y="0"/>
                </a:moveTo>
                <a:lnTo>
                  <a:pt x="1976528" y="0"/>
                </a:lnTo>
                <a:lnTo>
                  <a:pt x="1976528" y="933910"/>
                </a:lnTo>
                <a:lnTo>
                  <a:pt x="0" y="9339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6" name="Freeform 6"/>
          <p:cNvSpPr/>
          <p:nvPr/>
        </p:nvSpPr>
        <p:spPr>
          <a:xfrm>
            <a:off x="3554534" y="5891358"/>
            <a:ext cx="9551866" cy="4395641"/>
          </a:xfrm>
          <a:custGeom>
            <a:avLst/>
            <a:gdLst/>
            <a:ahLst/>
            <a:cxnLst/>
            <a:rect l="l" t="t" r="r" b="b"/>
            <a:pathLst>
              <a:path w="11083636" h="8229600">
                <a:moveTo>
                  <a:pt x="0" y="0"/>
                </a:moveTo>
                <a:lnTo>
                  <a:pt x="11083636" y="0"/>
                </a:lnTo>
                <a:lnTo>
                  <a:pt x="11083636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" b="-37223"/>
            </a:stretch>
          </a:blipFill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reeform 2"/>
          <p:cNvSpPr/>
          <p:nvPr/>
        </p:nvSpPr>
        <p:spPr>
          <a:xfrm>
            <a:off x="-256100" y="9258300"/>
            <a:ext cx="18800199" cy="581097"/>
          </a:xfrm>
          <a:custGeom>
            <a:avLst/>
            <a:gdLst/>
            <a:ahLst/>
            <a:cxnLst/>
            <a:rect l="l" t="t" r="r" b="b"/>
            <a:pathLst>
              <a:path w="18800199" h="581097">
                <a:moveTo>
                  <a:pt x="0" y="0"/>
                </a:moveTo>
                <a:lnTo>
                  <a:pt x="18800200" y="0"/>
                </a:lnTo>
                <a:lnTo>
                  <a:pt x="18800200" y="581097"/>
                </a:lnTo>
                <a:lnTo>
                  <a:pt x="0" y="5810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9" name="Freeform 3"/>
          <p:cNvSpPr/>
          <p:nvPr/>
        </p:nvSpPr>
        <p:spPr>
          <a:xfrm>
            <a:off x="15132237" y="6498954"/>
            <a:ext cx="2822094" cy="3788046"/>
          </a:xfrm>
          <a:custGeom>
            <a:avLst/>
            <a:gdLst/>
            <a:ahLst/>
            <a:cxnLst/>
            <a:rect l="l" t="t" r="r" b="b"/>
            <a:pathLst>
              <a:path w="2822094" h="3788046">
                <a:moveTo>
                  <a:pt x="0" y="0"/>
                </a:moveTo>
                <a:lnTo>
                  <a:pt x="2822094" y="0"/>
                </a:lnTo>
                <a:lnTo>
                  <a:pt x="2822094" y="3788046"/>
                </a:lnTo>
                <a:lnTo>
                  <a:pt x="0" y="37880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10" name="Freeform 4"/>
          <p:cNvSpPr/>
          <p:nvPr/>
        </p:nvSpPr>
        <p:spPr>
          <a:xfrm>
            <a:off x="16271379" y="6417135"/>
            <a:ext cx="1975842" cy="1975842"/>
          </a:xfrm>
          <a:custGeom>
            <a:avLst/>
            <a:gdLst/>
            <a:ahLst/>
            <a:cxnLst/>
            <a:rect l="l" t="t" r="r" b="b"/>
            <a:pathLst>
              <a:path w="1975842" h="1975842">
                <a:moveTo>
                  <a:pt x="0" y="0"/>
                </a:moveTo>
                <a:lnTo>
                  <a:pt x="1975842" y="0"/>
                </a:lnTo>
                <a:lnTo>
                  <a:pt x="1975842" y="1975842"/>
                </a:lnTo>
                <a:lnTo>
                  <a:pt x="0" y="19758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5" name="Freeform 5"/>
          <p:cNvSpPr/>
          <p:nvPr/>
        </p:nvSpPr>
        <p:spPr>
          <a:xfrm>
            <a:off x="158474" y="7405056"/>
            <a:ext cx="3059255" cy="1445498"/>
          </a:xfrm>
          <a:custGeom>
            <a:avLst/>
            <a:gdLst/>
            <a:ahLst/>
            <a:cxnLst/>
            <a:rect l="l" t="t" r="r" b="b"/>
            <a:pathLst>
              <a:path w="3059255" h="1445498">
                <a:moveTo>
                  <a:pt x="0" y="0"/>
                </a:moveTo>
                <a:lnTo>
                  <a:pt x="3059255" y="0"/>
                </a:lnTo>
                <a:lnTo>
                  <a:pt x="3059255" y="1445498"/>
                </a:lnTo>
                <a:lnTo>
                  <a:pt x="0" y="144549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6" name="Freeform 6"/>
          <p:cNvSpPr/>
          <p:nvPr/>
        </p:nvSpPr>
        <p:spPr>
          <a:xfrm>
            <a:off x="16271379" y="2764990"/>
            <a:ext cx="1322086" cy="624686"/>
          </a:xfrm>
          <a:custGeom>
            <a:avLst/>
            <a:gdLst/>
            <a:ahLst/>
            <a:cxnLst/>
            <a:rect l="l" t="t" r="r" b="b"/>
            <a:pathLst>
              <a:path w="1322086" h="624686">
                <a:moveTo>
                  <a:pt x="0" y="0"/>
                </a:moveTo>
                <a:lnTo>
                  <a:pt x="1322086" y="0"/>
                </a:lnTo>
                <a:lnTo>
                  <a:pt x="1322086" y="624686"/>
                </a:lnTo>
                <a:lnTo>
                  <a:pt x="0" y="62468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7" name="Freeform 7"/>
          <p:cNvSpPr/>
          <p:nvPr/>
        </p:nvSpPr>
        <p:spPr>
          <a:xfrm>
            <a:off x="1028700" y="622451"/>
            <a:ext cx="1719571" cy="812497"/>
          </a:xfrm>
          <a:custGeom>
            <a:avLst/>
            <a:gdLst/>
            <a:ahLst/>
            <a:cxnLst/>
            <a:rect l="l" t="t" r="r" b="b"/>
            <a:pathLst>
              <a:path w="1719571" h="812497">
                <a:moveTo>
                  <a:pt x="0" y="0"/>
                </a:moveTo>
                <a:lnTo>
                  <a:pt x="1719571" y="0"/>
                </a:lnTo>
                <a:lnTo>
                  <a:pt x="1719571" y="812498"/>
                </a:lnTo>
                <a:lnTo>
                  <a:pt x="0" y="81249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7" name="Group 2"/>
          <p:cNvGrpSpPr/>
          <p:nvPr/>
        </p:nvGrpSpPr>
        <p:grpSpPr>
          <a:xfrm>
            <a:off x="908384" y="2108608"/>
            <a:ext cx="16471232" cy="6706734"/>
            <a:chOff x="0" y="0"/>
            <a:chExt cx="4338102" cy="1766383"/>
          </a:xfrm>
        </p:grpSpPr>
        <p:sp>
          <p:nvSpPr>
            <p:cNvPr id="8" name="Freeform 3"/>
            <p:cNvSpPr/>
            <p:nvPr/>
          </p:nvSpPr>
          <p:spPr>
            <a:xfrm>
              <a:off x="0" y="0"/>
              <a:ext cx="4338102" cy="1766383"/>
            </a:xfrm>
            <a:custGeom>
              <a:avLst/>
              <a:gdLst/>
              <a:ahLst/>
              <a:cxnLst/>
              <a:rect l="l" t="t" r="r" b="b"/>
              <a:pathLst>
                <a:path w="4338102" h="1766383">
                  <a:moveTo>
                    <a:pt x="23971" y="0"/>
                  </a:moveTo>
                  <a:lnTo>
                    <a:pt x="4314131" y="0"/>
                  </a:lnTo>
                  <a:cubicBezTo>
                    <a:pt x="4327370" y="0"/>
                    <a:pt x="4338102" y="10732"/>
                    <a:pt x="4338102" y="23971"/>
                  </a:cubicBezTo>
                  <a:lnTo>
                    <a:pt x="4338102" y="1742411"/>
                  </a:lnTo>
                  <a:cubicBezTo>
                    <a:pt x="4338102" y="1748769"/>
                    <a:pt x="4335577" y="1754866"/>
                    <a:pt x="4331081" y="1759362"/>
                  </a:cubicBezTo>
                  <a:cubicBezTo>
                    <a:pt x="4326586" y="1763857"/>
                    <a:pt x="4320489" y="1766383"/>
                    <a:pt x="4314131" y="1766383"/>
                  </a:cubicBezTo>
                  <a:lnTo>
                    <a:pt x="23971" y="1766383"/>
                  </a:lnTo>
                  <a:cubicBezTo>
                    <a:pt x="17614" y="1766383"/>
                    <a:pt x="11517" y="1763857"/>
                    <a:pt x="7021" y="1759362"/>
                  </a:cubicBezTo>
                  <a:cubicBezTo>
                    <a:pt x="2526" y="1754866"/>
                    <a:pt x="0" y="1748769"/>
                    <a:pt x="0" y="1742411"/>
                  </a:cubicBezTo>
                  <a:lnTo>
                    <a:pt x="0" y="23971"/>
                  </a:lnTo>
                  <a:cubicBezTo>
                    <a:pt x="0" y="17614"/>
                    <a:pt x="2526" y="11517"/>
                    <a:pt x="7021" y="7021"/>
                  </a:cubicBezTo>
                  <a:cubicBezTo>
                    <a:pt x="11517" y="2526"/>
                    <a:pt x="17614" y="0"/>
                    <a:pt x="23971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lgDash"/>
              <a:rou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" name="TextBox 4"/>
            <p:cNvSpPr txBox="1"/>
            <p:nvPr/>
          </p:nvSpPr>
          <p:spPr>
            <a:xfrm>
              <a:off x="0" y="-38100"/>
              <a:ext cx="4338102" cy="18044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-256100" y="9258300"/>
            <a:ext cx="18800199" cy="581097"/>
          </a:xfrm>
          <a:custGeom>
            <a:avLst/>
            <a:gdLst/>
            <a:ahLst/>
            <a:cxnLst/>
            <a:rect l="l" t="t" r="r" b="b"/>
            <a:pathLst>
              <a:path w="18800199" h="581097">
                <a:moveTo>
                  <a:pt x="0" y="0"/>
                </a:moveTo>
                <a:lnTo>
                  <a:pt x="18800200" y="0"/>
                </a:lnTo>
                <a:lnTo>
                  <a:pt x="18800200" y="581097"/>
                </a:lnTo>
                <a:lnTo>
                  <a:pt x="0" y="5810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6" name="Freeform 6"/>
          <p:cNvSpPr/>
          <p:nvPr/>
        </p:nvSpPr>
        <p:spPr>
          <a:xfrm>
            <a:off x="-256100" y="1608692"/>
            <a:ext cx="9776331" cy="7940156"/>
          </a:xfrm>
          <a:custGeom>
            <a:avLst/>
            <a:gdLst/>
            <a:ahLst/>
            <a:cxnLst/>
            <a:rect l="l" t="t" r="r" b="b"/>
            <a:pathLst>
              <a:path w="9776331" h="7940156">
                <a:moveTo>
                  <a:pt x="0" y="0"/>
                </a:moveTo>
                <a:lnTo>
                  <a:pt x="9776332" y="0"/>
                </a:lnTo>
                <a:lnTo>
                  <a:pt x="9776332" y="7940157"/>
                </a:lnTo>
                <a:lnTo>
                  <a:pt x="0" y="794015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734"/>
            </a:stretch>
          </a:blipFill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5" name="Group 2"/>
          <p:cNvGrpSpPr/>
          <p:nvPr/>
        </p:nvGrpSpPr>
        <p:grpSpPr>
          <a:xfrm>
            <a:off x="1028700" y="1028700"/>
            <a:ext cx="16471232" cy="7101550"/>
            <a:chOff x="0" y="0"/>
            <a:chExt cx="4338102" cy="1870367"/>
          </a:xfrm>
        </p:grpSpPr>
        <p:sp>
          <p:nvSpPr>
            <p:cNvPr id="8" name="Freeform 3"/>
            <p:cNvSpPr/>
            <p:nvPr/>
          </p:nvSpPr>
          <p:spPr>
            <a:xfrm>
              <a:off x="0" y="0"/>
              <a:ext cx="4338102" cy="1870367"/>
            </a:xfrm>
            <a:custGeom>
              <a:avLst/>
              <a:gdLst/>
              <a:ahLst/>
              <a:cxnLst/>
              <a:rect l="l" t="t" r="r" b="b"/>
              <a:pathLst>
                <a:path w="4338102" h="1870367">
                  <a:moveTo>
                    <a:pt x="23971" y="0"/>
                  </a:moveTo>
                  <a:lnTo>
                    <a:pt x="4314131" y="0"/>
                  </a:lnTo>
                  <a:cubicBezTo>
                    <a:pt x="4327370" y="0"/>
                    <a:pt x="4338102" y="10732"/>
                    <a:pt x="4338102" y="23971"/>
                  </a:cubicBezTo>
                  <a:lnTo>
                    <a:pt x="4338102" y="1846396"/>
                  </a:lnTo>
                  <a:cubicBezTo>
                    <a:pt x="4338102" y="1852753"/>
                    <a:pt x="4335577" y="1858851"/>
                    <a:pt x="4331081" y="1863346"/>
                  </a:cubicBezTo>
                  <a:cubicBezTo>
                    <a:pt x="4326586" y="1867842"/>
                    <a:pt x="4320489" y="1870367"/>
                    <a:pt x="4314131" y="1870367"/>
                  </a:cubicBezTo>
                  <a:lnTo>
                    <a:pt x="23971" y="1870367"/>
                  </a:lnTo>
                  <a:cubicBezTo>
                    <a:pt x="17614" y="1870367"/>
                    <a:pt x="11517" y="1867842"/>
                    <a:pt x="7021" y="1863346"/>
                  </a:cubicBezTo>
                  <a:cubicBezTo>
                    <a:pt x="2526" y="1858851"/>
                    <a:pt x="0" y="1852753"/>
                    <a:pt x="0" y="1846396"/>
                  </a:cubicBezTo>
                  <a:lnTo>
                    <a:pt x="0" y="23971"/>
                  </a:lnTo>
                  <a:cubicBezTo>
                    <a:pt x="0" y="17614"/>
                    <a:pt x="2526" y="11517"/>
                    <a:pt x="7021" y="7021"/>
                  </a:cubicBezTo>
                  <a:cubicBezTo>
                    <a:pt x="11517" y="2526"/>
                    <a:pt x="17614" y="0"/>
                    <a:pt x="23971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lgDash"/>
              <a:rou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" name="TextBox 4"/>
            <p:cNvSpPr txBox="1"/>
            <p:nvPr/>
          </p:nvSpPr>
          <p:spPr>
            <a:xfrm>
              <a:off x="0" y="-38100"/>
              <a:ext cx="4338102" cy="19084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-256100" y="9258300"/>
            <a:ext cx="18800199" cy="581097"/>
          </a:xfrm>
          <a:custGeom>
            <a:avLst/>
            <a:gdLst/>
            <a:ahLst/>
            <a:cxnLst/>
            <a:rect l="l" t="t" r="r" b="b"/>
            <a:pathLst>
              <a:path w="18800199" h="581097">
                <a:moveTo>
                  <a:pt x="0" y="0"/>
                </a:moveTo>
                <a:lnTo>
                  <a:pt x="18800200" y="0"/>
                </a:lnTo>
                <a:lnTo>
                  <a:pt x="18800200" y="581097"/>
                </a:lnTo>
                <a:lnTo>
                  <a:pt x="0" y="5810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7" name="Freeform 7"/>
          <p:cNvSpPr/>
          <p:nvPr/>
        </p:nvSpPr>
        <p:spPr>
          <a:xfrm>
            <a:off x="-256100" y="-7620"/>
            <a:ext cx="3039146" cy="3447047"/>
          </a:xfrm>
          <a:custGeom>
            <a:avLst/>
            <a:gdLst/>
            <a:ahLst/>
            <a:cxnLst/>
            <a:rect l="l" t="t" r="r" b="b"/>
            <a:pathLst>
              <a:path w="3039146" h="3447047">
                <a:moveTo>
                  <a:pt x="0" y="0"/>
                </a:moveTo>
                <a:lnTo>
                  <a:pt x="3039146" y="0"/>
                </a:lnTo>
                <a:lnTo>
                  <a:pt x="3039146" y="3447046"/>
                </a:lnTo>
                <a:lnTo>
                  <a:pt x="0" y="34470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5" name="Group 2"/>
          <p:cNvGrpSpPr/>
          <p:nvPr/>
        </p:nvGrpSpPr>
        <p:grpSpPr>
          <a:xfrm>
            <a:off x="908384" y="2108608"/>
            <a:ext cx="16471232" cy="6706734"/>
            <a:chOff x="0" y="0"/>
            <a:chExt cx="4338102" cy="1766383"/>
          </a:xfrm>
        </p:grpSpPr>
        <p:sp>
          <p:nvSpPr>
            <p:cNvPr id="6" name="Freeform 3"/>
            <p:cNvSpPr/>
            <p:nvPr/>
          </p:nvSpPr>
          <p:spPr>
            <a:xfrm>
              <a:off x="0" y="0"/>
              <a:ext cx="4338102" cy="1766383"/>
            </a:xfrm>
            <a:custGeom>
              <a:avLst/>
              <a:gdLst/>
              <a:ahLst/>
              <a:cxnLst/>
              <a:rect l="l" t="t" r="r" b="b"/>
              <a:pathLst>
                <a:path w="4338102" h="1766383">
                  <a:moveTo>
                    <a:pt x="23971" y="0"/>
                  </a:moveTo>
                  <a:lnTo>
                    <a:pt x="4314131" y="0"/>
                  </a:lnTo>
                  <a:cubicBezTo>
                    <a:pt x="4327370" y="0"/>
                    <a:pt x="4338102" y="10732"/>
                    <a:pt x="4338102" y="23971"/>
                  </a:cubicBezTo>
                  <a:lnTo>
                    <a:pt x="4338102" y="1742411"/>
                  </a:lnTo>
                  <a:cubicBezTo>
                    <a:pt x="4338102" y="1748769"/>
                    <a:pt x="4335577" y="1754866"/>
                    <a:pt x="4331081" y="1759362"/>
                  </a:cubicBezTo>
                  <a:cubicBezTo>
                    <a:pt x="4326586" y="1763857"/>
                    <a:pt x="4320489" y="1766383"/>
                    <a:pt x="4314131" y="1766383"/>
                  </a:cubicBezTo>
                  <a:lnTo>
                    <a:pt x="23971" y="1766383"/>
                  </a:lnTo>
                  <a:cubicBezTo>
                    <a:pt x="17614" y="1766383"/>
                    <a:pt x="11517" y="1763857"/>
                    <a:pt x="7021" y="1759362"/>
                  </a:cubicBezTo>
                  <a:cubicBezTo>
                    <a:pt x="2526" y="1754866"/>
                    <a:pt x="0" y="1748769"/>
                    <a:pt x="0" y="1742411"/>
                  </a:cubicBezTo>
                  <a:lnTo>
                    <a:pt x="0" y="23971"/>
                  </a:lnTo>
                  <a:cubicBezTo>
                    <a:pt x="0" y="17614"/>
                    <a:pt x="2526" y="11517"/>
                    <a:pt x="7021" y="7021"/>
                  </a:cubicBezTo>
                  <a:cubicBezTo>
                    <a:pt x="11517" y="2526"/>
                    <a:pt x="17614" y="0"/>
                    <a:pt x="23971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lgDash"/>
              <a:rou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7" name="TextBox 4"/>
            <p:cNvSpPr txBox="1"/>
            <p:nvPr/>
          </p:nvSpPr>
          <p:spPr>
            <a:xfrm>
              <a:off x="0" y="-38100"/>
              <a:ext cx="4338102" cy="18044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reeform 2"/>
          <p:cNvSpPr/>
          <p:nvPr/>
        </p:nvSpPr>
        <p:spPr>
          <a:xfrm>
            <a:off x="14088808" y="819223"/>
            <a:ext cx="3480776" cy="1644667"/>
          </a:xfrm>
          <a:custGeom>
            <a:avLst/>
            <a:gdLst/>
            <a:ahLst/>
            <a:cxnLst/>
            <a:rect l="l" t="t" r="r" b="b"/>
            <a:pathLst>
              <a:path w="3480776" h="1644667">
                <a:moveTo>
                  <a:pt x="0" y="0"/>
                </a:moveTo>
                <a:lnTo>
                  <a:pt x="3480776" y="0"/>
                </a:lnTo>
                <a:lnTo>
                  <a:pt x="3480776" y="1644666"/>
                </a:lnTo>
                <a:lnTo>
                  <a:pt x="0" y="16446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7" name="Freeform 3"/>
          <p:cNvSpPr/>
          <p:nvPr/>
        </p:nvSpPr>
        <p:spPr>
          <a:xfrm>
            <a:off x="1028700" y="5772665"/>
            <a:ext cx="1976529" cy="933910"/>
          </a:xfrm>
          <a:custGeom>
            <a:avLst/>
            <a:gdLst/>
            <a:ahLst/>
            <a:cxnLst/>
            <a:rect l="l" t="t" r="r" b="b"/>
            <a:pathLst>
              <a:path w="1976529" h="933910">
                <a:moveTo>
                  <a:pt x="0" y="0"/>
                </a:moveTo>
                <a:lnTo>
                  <a:pt x="1976529" y="0"/>
                </a:lnTo>
                <a:lnTo>
                  <a:pt x="1976529" y="933910"/>
                </a:lnTo>
                <a:lnTo>
                  <a:pt x="0" y="9339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8" name="Freeform 4"/>
          <p:cNvSpPr/>
          <p:nvPr/>
        </p:nvSpPr>
        <p:spPr>
          <a:xfrm>
            <a:off x="14088808" y="8092193"/>
            <a:ext cx="1322086" cy="624686"/>
          </a:xfrm>
          <a:custGeom>
            <a:avLst/>
            <a:gdLst/>
            <a:ahLst/>
            <a:cxnLst/>
            <a:rect l="l" t="t" r="r" b="b"/>
            <a:pathLst>
              <a:path w="1322086" h="624686">
                <a:moveTo>
                  <a:pt x="0" y="0"/>
                </a:moveTo>
                <a:lnTo>
                  <a:pt x="1322087" y="0"/>
                </a:lnTo>
                <a:lnTo>
                  <a:pt x="1322087" y="624686"/>
                </a:lnTo>
                <a:lnTo>
                  <a:pt x="0" y="6246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5" name="Freeform 5"/>
          <p:cNvSpPr/>
          <p:nvPr/>
        </p:nvSpPr>
        <p:spPr>
          <a:xfrm>
            <a:off x="-292768" y="819223"/>
            <a:ext cx="1976529" cy="933910"/>
          </a:xfrm>
          <a:custGeom>
            <a:avLst/>
            <a:gdLst/>
            <a:ahLst/>
            <a:cxnLst/>
            <a:rect l="l" t="t" r="r" b="b"/>
            <a:pathLst>
              <a:path w="1976529" h="933910">
                <a:moveTo>
                  <a:pt x="0" y="0"/>
                </a:moveTo>
                <a:lnTo>
                  <a:pt x="1976528" y="0"/>
                </a:lnTo>
                <a:lnTo>
                  <a:pt x="1976528" y="933910"/>
                </a:lnTo>
                <a:lnTo>
                  <a:pt x="0" y="9339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8D8C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7"/>
          <p:cNvSpPr txBox="1"/>
          <p:nvPr/>
        </p:nvSpPr>
        <p:spPr>
          <a:xfrm>
            <a:off x="2286000" y="1159423"/>
            <a:ext cx="12725400" cy="18466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6000" b="1" spc="-310" dirty="0">
                <a:solidFill>
                  <a:srgbClr val="000000"/>
                </a:solidFill>
                <a:latin typeface="ITC Benguiat Bold"/>
                <a:ea typeface="ITC Benguiat Bold"/>
                <a:cs typeface="ITC Benguiat Bold"/>
                <a:sym typeface="ITC Benguiat Bold"/>
              </a:rPr>
              <a:t>THESIS DEFENSE</a:t>
            </a:r>
          </a:p>
          <a:p>
            <a:pPr algn="ctr"/>
            <a:endParaRPr lang="en-US" sz="6000" b="1" spc="-310" dirty="0">
              <a:solidFill>
                <a:srgbClr val="000000"/>
              </a:solidFill>
              <a:latin typeface="ITC Benguiat Bold"/>
              <a:ea typeface="ITC Benguiat Bold"/>
              <a:cs typeface="ITC Benguiat Bold"/>
              <a:sym typeface="ITC Benguiat Bold"/>
            </a:endParaRPr>
          </a:p>
        </p:txBody>
      </p:sp>
      <p:sp>
        <p:nvSpPr>
          <p:cNvPr id="10" name="TextBox 8">
            <a:extLst>
              <a:ext uri="{FF2B5EF4-FFF2-40B4-BE49-F238E27FC236}">
                <a16:creationId xmlns:a16="http://schemas.microsoft.com/office/drawing/2014/main" id="{F0E6DA00-1D03-76F2-D17E-ADF348000085}"/>
              </a:ext>
            </a:extLst>
          </p:cNvPr>
          <p:cNvSpPr txBox="1"/>
          <p:nvPr/>
        </p:nvSpPr>
        <p:spPr>
          <a:xfrm>
            <a:off x="76200" y="8404536"/>
            <a:ext cx="17678400" cy="6390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421"/>
              </a:lnSpc>
            </a:pPr>
            <a:r>
              <a:rPr lang="en-US" sz="3872" dirty="0">
                <a:ln>
                  <a:solidFill>
                    <a:schemeClr val="bg1"/>
                  </a:solidFill>
                </a:ln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Presented by ﻿Estelle Darcy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8D8C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8"/>
          <p:cNvSpPr txBox="1"/>
          <p:nvPr/>
        </p:nvSpPr>
        <p:spPr>
          <a:xfrm>
            <a:off x="7020383" y="1052075"/>
            <a:ext cx="4247235" cy="1384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 dirty="0" err="1">
                <a:solidFill>
                  <a:srgbClr val="FFFFFF"/>
                </a:solidFill>
                <a:latin typeface="ITC Benguiat"/>
                <a:ea typeface="ITC Benguiat"/>
                <a:cs typeface="ITC Benguiat"/>
                <a:sym typeface="ITC Benguiat"/>
              </a:rPr>
              <a:t>Reja</a:t>
            </a:r>
            <a:endParaRPr lang="en-US" sz="8000" dirty="0">
              <a:solidFill>
                <a:srgbClr val="FFFFFF"/>
              </a:solidFill>
              <a:latin typeface="ITC Benguiat"/>
              <a:ea typeface="ITC Benguiat"/>
              <a:cs typeface="ITC Benguiat"/>
              <a:sym typeface="ITC Benguiat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4004406" y="3397250"/>
            <a:ext cx="10279189" cy="2660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27077" lvl="1" indent="-457200" algn="just">
              <a:lnSpc>
                <a:spcPts val="3500"/>
              </a:lnSpc>
              <a:buFont typeface="+mj-lt"/>
              <a:buAutoNum type="arabicPeriod"/>
            </a:pPr>
            <a:r>
              <a:rPr lang="en-US" sz="2500" dirty="0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Lorem ipsum dolor sit </a:t>
            </a:r>
            <a:r>
              <a:rPr lang="en-US" sz="2500" dirty="0" err="1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amet</a:t>
            </a:r>
            <a:r>
              <a:rPr lang="en-US" sz="2500" dirty="0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, </a:t>
            </a:r>
            <a:r>
              <a:rPr lang="en-US" sz="2500" dirty="0" err="1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consectetur</a:t>
            </a:r>
            <a:r>
              <a:rPr lang="en-US" sz="2500" dirty="0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 </a:t>
            </a:r>
            <a:r>
              <a:rPr lang="en-US" sz="2500" dirty="0" err="1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adipiscing</a:t>
            </a:r>
            <a:r>
              <a:rPr lang="en-US" sz="2500" dirty="0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 </a:t>
            </a:r>
            <a:r>
              <a:rPr lang="en-US" sz="2500" dirty="0" err="1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elit</a:t>
            </a:r>
            <a:r>
              <a:rPr lang="en-US" sz="2500" dirty="0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. </a:t>
            </a:r>
            <a:r>
              <a:rPr lang="en-US" sz="2500" dirty="0" err="1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Vivamus</a:t>
            </a:r>
            <a:r>
              <a:rPr lang="en-US" sz="2500" dirty="0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 sed vestibulum nunc, </a:t>
            </a:r>
            <a:r>
              <a:rPr lang="en-US" sz="2500" dirty="0" err="1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eget</a:t>
            </a:r>
            <a:r>
              <a:rPr lang="en-US" sz="2500" dirty="0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 </a:t>
            </a:r>
            <a:r>
              <a:rPr lang="en-US" sz="2500" dirty="0" err="1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aliquam</a:t>
            </a:r>
            <a:r>
              <a:rPr lang="en-US" sz="2500" dirty="0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 </a:t>
            </a:r>
            <a:r>
              <a:rPr lang="en-US" sz="2500" dirty="0" err="1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felis</a:t>
            </a:r>
            <a:r>
              <a:rPr lang="en-US" sz="2500" dirty="0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. Sed nunc </a:t>
            </a:r>
            <a:r>
              <a:rPr lang="en-US" sz="2500" dirty="0" err="1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purus</a:t>
            </a:r>
            <a:r>
              <a:rPr lang="en-US" sz="2500" dirty="0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, </a:t>
            </a:r>
            <a:r>
              <a:rPr lang="en-US" sz="2500" dirty="0" err="1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accumsan</a:t>
            </a:r>
            <a:r>
              <a:rPr lang="en-US" sz="2500" dirty="0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 sit </a:t>
            </a:r>
            <a:r>
              <a:rPr lang="en-US" sz="2500" dirty="0" err="1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amet</a:t>
            </a:r>
            <a:r>
              <a:rPr lang="en-US" sz="2500" dirty="0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 dictum in, </a:t>
            </a:r>
            <a:r>
              <a:rPr lang="en-US" sz="2500" dirty="0" err="1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ornare</a:t>
            </a:r>
            <a:r>
              <a:rPr lang="en-US" sz="2500" dirty="0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 in dui. Ut </a:t>
            </a:r>
            <a:r>
              <a:rPr lang="en-US" sz="2500" dirty="0" err="1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imperdiet</a:t>
            </a:r>
            <a:r>
              <a:rPr lang="en-US" sz="2500" dirty="0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 ante eros, sed porta ex </a:t>
            </a:r>
            <a:r>
              <a:rPr lang="en-US" sz="2500" dirty="0" err="1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eleifend</a:t>
            </a:r>
            <a:r>
              <a:rPr lang="en-US" sz="2500" dirty="0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 ac.</a:t>
            </a:r>
          </a:p>
          <a:p>
            <a:pPr marL="727077" lvl="1" indent="-457200" algn="just">
              <a:lnSpc>
                <a:spcPts val="3500"/>
              </a:lnSpc>
              <a:buFont typeface="+mj-lt"/>
              <a:buAutoNum type="arabicPeriod"/>
            </a:pPr>
            <a:r>
              <a:rPr lang="en-US" sz="2500" dirty="0" err="1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Ghjnkjl</a:t>
            </a:r>
            <a:r>
              <a:rPr lang="en-US" sz="2500" dirty="0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 </a:t>
            </a:r>
          </a:p>
          <a:p>
            <a:pPr marL="727077" lvl="1" indent="-457200" algn="just">
              <a:lnSpc>
                <a:spcPts val="3500"/>
              </a:lnSpc>
              <a:buFont typeface="+mj-lt"/>
              <a:buAutoNum type="arabicPeriod"/>
            </a:pPr>
            <a:r>
              <a:rPr lang="en-US" sz="2500" dirty="0" err="1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thdgfvgbihno</a:t>
            </a:r>
            <a:endParaRPr lang="en-US" sz="2500" dirty="0">
              <a:solidFill>
                <a:srgbClr val="000000"/>
              </a:solidFill>
              <a:latin typeface="Itim"/>
              <a:ea typeface="Itim"/>
              <a:cs typeface="Itim"/>
              <a:sym typeface="Iti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8D8C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832086" y="1028700"/>
            <a:ext cx="7427214" cy="8229600"/>
          </a:xfrm>
          <a:custGeom>
            <a:avLst/>
            <a:gdLst/>
            <a:ahLst/>
            <a:cxnLst/>
            <a:rect l="l" t="t" r="r" b="b"/>
            <a:pathLst>
              <a:path w="7427214" h="8229600">
                <a:moveTo>
                  <a:pt x="0" y="0"/>
                </a:moveTo>
                <a:lnTo>
                  <a:pt x="7427214" y="0"/>
                </a:lnTo>
                <a:lnTo>
                  <a:pt x="7427214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5" name="TextBox 5"/>
          <p:cNvSpPr txBox="1"/>
          <p:nvPr/>
        </p:nvSpPr>
        <p:spPr>
          <a:xfrm>
            <a:off x="1221487" y="351591"/>
            <a:ext cx="7922513" cy="13542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4400" dirty="0">
                <a:solidFill>
                  <a:srgbClr val="000000"/>
                </a:solidFill>
                <a:latin typeface="ITC Benguiat"/>
                <a:ea typeface="ITC Benguiat"/>
                <a:cs typeface="ITC Benguiat"/>
                <a:sym typeface="ITC Benguiat"/>
              </a:rPr>
              <a:t>Abstract </a:t>
            </a:r>
            <a:r>
              <a:rPr lang="en-US" sz="4400" dirty="0" err="1">
                <a:solidFill>
                  <a:srgbClr val="000000"/>
                </a:solidFill>
                <a:latin typeface="ITC Benguiat"/>
                <a:ea typeface="ITC Benguiat"/>
                <a:cs typeface="ITC Benguiat"/>
                <a:sym typeface="ITC Benguiat"/>
              </a:rPr>
              <a:t>Abstract</a:t>
            </a:r>
            <a:endParaRPr lang="en-US" sz="4400" dirty="0">
              <a:solidFill>
                <a:srgbClr val="000000"/>
              </a:solidFill>
              <a:latin typeface="ITC Benguiat"/>
              <a:ea typeface="ITC Benguiat"/>
              <a:cs typeface="ITC Benguiat"/>
              <a:sym typeface="ITC Benguiat"/>
            </a:endParaRPr>
          </a:p>
          <a:p>
            <a:pPr algn="ctr"/>
            <a:r>
              <a:rPr lang="en-US" sz="4400" dirty="0">
                <a:solidFill>
                  <a:srgbClr val="000000"/>
                </a:solidFill>
                <a:latin typeface="ITC Benguiat"/>
                <a:ea typeface="ITC Benguiat"/>
                <a:cs typeface="ITC Benguiat"/>
                <a:sym typeface="ITC Benguiat"/>
              </a:rPr>
              <a:t> Abstract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850607" y="2635250"/>
            <a:ext cx="7728787" cy="4940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900"/>
              </a:lnSpc>
            </a:pPr>
            <a:r>
              <a:rPr lang="en-US" sz="3500" dirty="0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Lorem ipsum dolor sit </a:t>
            </a:r>
            <a:r>
              <a:rPr lang="en-US" sz="3500" dirty="0" err="1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amet</a:t>
            </a:r>
            <a:r>
              <a:rPr lang="en-US" sz="3500" dirty="0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, </a:t>
            </a:r>
            <a:r>
              <a:rPr lang="en-US" sz="3500" dirty="0" err="1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consectetur</a:t>
            </a:r>
            <a:r>
              <a:rPr lang="en-US" sz="3500" dirty="0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 </a:t>
            </a:r>
            <a:r>
              <a:rPr lang="en-US" sz="3500" dirty="0" err="1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adipiscing</a:t>
            </a:r>
            <a:r>
              <a:rPr lang="en-US" sz="3500" dirty="0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 </a:t>
            </a:r>
            <a:r>
              <a:rPr lang="en-US" sz="3500" dirty="0" err="1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elit</a:t>
            </a:r>
            <a:r>
              <a:rPr lang="en-US" sz="3500" dirty="0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. </a:t>
            </a:r>
            <a:r>
              <a:rPr lang="en-US" sz="3500" dirty="0" err="1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Vivamus</a:t>
            </a:r>
            <a:r>
              <a:rPr lang="en-US" sz="3500" dirty="0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 sed vestibulum nunc, </a:t>
            </a:r>
            <a:r>
              <a:rPr lang="en-US" sz="3500" dirty="0" err="1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eget</a:t>
            </a:r>
            <a:r>
              <a:rPr lang="en-US" sz="3500" dirty="0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 </a:t>
            </a:r>
            <a:r>
              <a:rPr lang="en-US" sz="3500" dirty="0" err="1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aliquam</a:t>
            </a:r>
            <a:r>
              <a:rPr lang="en-US" sz="3500" dirty="0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 </a:t>
            </a:r>
            <a:r>
              <a:rPr lang="en-US" sz="3500" dirty="0" err="1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felis</a:t>
            </a:r>
            <a:r>
              <a:rPr lang="en-US" sz="3500" dirty="0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. Sed nunc </a:t>
            </a:r>
            <a:r>
              <a:rPr lang="en-US" sz="3500" dirty="0" err="1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purus</a:t>
            </a:r>
            <a:r>
              <a:rPr lang="en-US" sz="3500" dirty="0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, </a:t>
            </a:r>
            <a:r>
              <a:rPr lang="en-US" sz="3500" dirty="0" err="1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accumsan</a:t>
            </a:r>
            <a:r>
              <a:rPr lang="en-US" sz="3500" dirty="0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 sit </a:t>
            </a:r>
            <a:r>
              <a:rPr lang="en-US" sz="3500" dirty="0" err="1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amet</a:t>
            </a:r>
            <a:r>
              <a:rPr lang="en-US" sz="3500" dirty="0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 dictum in, </a:t>
            </a:r>
            <a:r>
              <a:rPr lang="en-US" sz="3500" dirty="0" err="1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ornare</a:t>
            </a:r>
            <a:r>
              <a:rPr lang="en-US" sz="3500" dirty="0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 in dui. Ut </a:t>
            </a:r>
            <a:r>
              <a:rPr lang="en-US" sz="3500" dirty="0" err="1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imperdiet</a:t>
            </a:r>
            <a:r>
              <a:rPr lang="en-US" sz="3500" dirty="0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 ante eros, sed porta ex </a:t>
            </a:r>
            <a:r>
              <a:rPr lang="en-US" sz="3500" dirty="0" err="1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eleifend</a:t>
            </a:r>
            <a:r>
              <a:rPr lang="en-US" sz="3500" dirty="0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 ac. Donec non </a:t>
            </a:r>
            <a:r>
              <a:rPr lang="en-US" sz="3500" dirty="0" err="1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porttitor</a:t>
            </a:r>
            <a:r>
              <a:rPr lang="en-US" sz="3500" dirty="0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 </a:t>
            </a:r>
            <a:r>
              <a:rPr lang="en-US" sz="3500" dirty="0" err="1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leo</a:t>
            </a:r>
            <a:r>
              <a:rPr lang="en-US" sz="3500" dirty="0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. </a:t>
            </a:r>
            <a:r>
              <a:rPr lang="en-US" sz="3500" dirty="0" err="1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Nulla</a:t>
            </a:r>
            <a:r>
              <a:rPr lang="en-US" sz="3500" dirty="0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 </a:t>
            </a:r>
            <a:r>
              <a:rPr lang="en-US" sz="3500" dirty="0" err="1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luctus</a:t>
            </a:r>
            <a:r>
              <a:rPr lang="en-US" sz="3500" dirty="0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 ex </a:t>
            </a:r>
            <a:r>
              <a:rPr lang="en-US" sz="3500" dirty="0" err="1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lacus</a:t>
            </a:r>
            <a:r>
              <a:rPr lang="en-US" sz="3500" dirty="0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, </a:t>
            </a:r>
            <a:r>
              <a:rPr lang="en-US" sz="3500" dirty="0" err="1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ut</a:t>
            </a:r>
            <a:r>
              <a:rPr lang="en-US" sz="3500" dirty="0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 </a:t>
            </a:r>
            <a:r>
              <a:rPr lang="en-US" sz="3500" dirty="0" err="1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scelerisque</a:t>
            </a:r>
            <a:r>
              <a:rPr lang="en-US" sz="3500" dirty="0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 </a:t>
            </a:r>
            <a:r>
              <a:rPr lang="en-US" sz="3500" dirty="0" err="1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odio</a:t>
            </a:r>
            <a:r>
              <a:rPr lang="en-US" sz="3500" dirty="0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 semper nec.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8D8C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1028700"/>
            <a:ext cx="7934932" cy="7744728"/>
          </a:xfrm>
          <a:custGeom>
            <a:avLst/>
            <a:gdLst/>
            <a:ahLst/>
            <a:cxnLst/>
            <a:rect l="l" t="t" r="r" b="b"/>
            <a:pathLst>
              <a:path w="10123828" h="7744728">
                <a:moveTo>
                  <a:pt x="10123828" y="0"/>
                </a:moveTo>
                <a:lnTo>
                  <a:pt x="0" y="0"/>
                </a:lnTo>
                <a:lnTo>
                  <a:pt x="0" y="7744728"/>
                </a:lnTo>
                <a:lnTo>
                  <a:pt x="10123828" y="7744728"/>
                </a:lnTo>
                <a:lnTo>
                  <a:pt x="10123828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4" name="TextBox 4"/>
          <p:cNvSpPr txBox="1"/>
          <p:nvPr/>
        </p:nvSpPr>
        <p:spPr>
          <a:xfrm>
            <a:off x="8683894" y="3484378"/>
            <a:ext cx="8115300" cy="4940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900"/>
              </a:lnSpc>
            </a:pPr>
            <a:r>
              <a:rPr lang="en-US" sz="3500" dirty="0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Lorem ipsum dolor sit </a:t>
            </a:r>
            <a:r>
              <a:rPr lang="en-US" sz="3500" dirty="0" err="1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amet</a:t>
            </a:r>
            <a:r>
              <a:rPr lang="en-US" sz="3500" dirty="0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, </a:t>
            </a:r>
            <a:r>
              <a:rPr lang="en-US" sz="3500" dirty="0" err="1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consectetur</a:t>
            </a:r>
            <a:r>
              <a:rPr lang="en-US" sz="3500" dirty="0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 </a:t>
            </a:r>
            <a:r>
              <a:rPr lang="en-US" sz="3500" dirty="0" err="1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adipiscing</a:t>
            </a:r>
            <a:r>
              <a:rPr lang="en-US" sz="3500" dirty="0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 </a:t>
            </a:r>
            <a:r>
              <a:rPr lang="en-US" sz="3500" dirty="0" err="1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elit</a:t>
            </a:r>
            <a:r>
              <a:rPr lang="en-US" sz="3500" dirty="0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. </a:t>
            </a:r>
            <a:r>
              <a:rPr lang="en-US" sz="3500" dirty="0" err="1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Vivamus</a:t>
            </a:r>
            <a:r>
              <a:rPr lang="en-US" sz="3500" dirty="0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 sed vestibulum nunc, </a:t>
            </a:r>
            <a:r>
              <a:rPr lang="en-US" sz="3500" dirty="0" err="1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eget</a:t>
            </a:r>
            <a:r>
              <a:rPr lang="en-US" sz="3500" dirty="0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 </a:t>
            </a:r>
            <a:r>
              <a:rPr lang="en-US" sz="3500" dirty="0" err="1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aliquam</a:t>
            </a:r>
            <a:r>
              <a:rPr lang="en-US" sz="3500" dirty="0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 </a:t>
            </a:r>
            <a:r>
              <a:rPr lang="en-US" sz="3500" dirty="0" err="1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felis</a:t>
            </a:r>
            <a:r>
              <a:rPr lang="en-US" sz="3500" dirty="0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. Sed nunc </a:t>
            </a:r>
            <a:r>
              <a:rPr lang="en-US" sz="3500" dirty="0" err="1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purus</a:t>
            </a:r>
            <a:r>
              <a:rPr lang="en-US" sz="3500" dirty="0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, </a:t>
            </a:r>
            <a:r>
              <a:rPr lang="en-US" sz="3500" dirty="0" err="1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accumsan</a:t>
            </a:r>
            <a:r>
              <a:rPr lang="en-US" sz="3500" dirty="0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 sit </a:t>
            </a:r>
            <a:r>
              <a:rPr lang="en-US" sz="3500" dirty="0" err="1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amet</a:t>
            </a:r>
            <a:r>
              <a:rPr lang="en-US" sz="3500" dirty="0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 dictum in, </a:t>
            </a:r>
            <a:r>
              <a:rPr lang="en-US" sz="3500" dirty="0" err="1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ornare</a:t>
            </a:r>
            <a:r>
              <a:rPr lang="en-US" sz="3500" dirty="0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 in dui. Ut </a:t>
            </a:r>
            <a:r>
              <a:rPr lang="en-US" sz="3500" dirty="0" err="1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imperdiet</a:t>
            </a:r>
            <a:r>
              <a:rPr lang="en-US" sz="3500" dirty="0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 ante eros, sed porta ex </a:t>
            </a:r>
            <a:r>
              <a:rPr lang="en-US" sz="3500" dirty="0" err="1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eleifend</a:t>
            </a:r>
            <a:r>
              <a:rPr lang="en-US" sz="3500" dirty="0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 ac. Donec non </a:t>
            </a:r>
            <a:r>
              <a:rPr lang="en-US" sz="3500" dirty="0" err="1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porttitor</a:t>
            </a:r>
            <a:r>
              <a:rPr lang="en-US" sz="3500" dirty="0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 </a:t>
            </a:r>
            <a:r>
              <a:rPr lang="en-US" sz="3500" dirty="0" err="1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leo</a:t>
            </a:r>
            <a:r>
              <a:rPr lang="en-US" sz="3500" dirty="0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. </a:t>
            </a:r>
            <a:r>
              <a:rPr lang="en-US" sz="3500" dirty="0" err="1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Nulla</a:t>
            </a:r>
            <a:r>
              <a:rPr lang="en-US" sz="3500" dirty="0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 </a:t>
            </a:r>
            <a:r>
              <a:rPr lang="en-US" sz="3500" dirty="0" err="1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luctus</a:t>
            </a:r>
            <a:r>
              <a:rPr lang="en-US" sz="3500" dirty="0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 ex </a:t>
            </a:r>
            <a:r>
              <a:rPr lang="en-US" sz="3500" dirty="0" err="1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lacus</a:t>
            </a:r>
            <a:r>
              <a:rPr lang="en-US" sz="3500" dirty="0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, </a:t>
            </a:r>
            <a:r>
              <a:rPr lang="en-US" sz="3500" dirty="0" err="1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ut</a:t>
            </a:r>
            <a:r>
              <a:rPr lang="en-US" sz="3500" dirty="0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 </a:t>
            </a:r>
            <a:r>
              <a:rPr lang="en-US" sz="3500" dirty="0" err="1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scelerisque</a:t>
            </a:r>
            <a:r>
              <a:rPr lang="en-US" sz="3500" dirty="0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 </a:t>
            </a:r>
            <a:r>
              <a:rPr lang="en-US" sz="3500" dirty="0" err="1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odio</a:t>
            </a:r>
            <a:r>
              <a:rPr lang="en-US" sz="3500" dirty="0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 semper nec.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223788" y="571500"/>
            <a:ext cx="9035512" cy="1477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4800" dirty="0">
                <a:solidFill>
                  <a:srgbClr val="002341"/>
                </a:solidFill>
                <a:latin typeface="ITC Benguiat"/>
                <a:ea typeface="ITC Benguiat"/>
                <a:cs typeface="ITC Benguiat"/>
                <a:sym typeface="ITC Benguiat"/>
              </a:rPr>
              <a:t>Background </a:t>
            </a:r>
            <a:r>
              <a:rPr lang="en-US" sz="4800" dirty="0" err="1">
                <a:solidFill>
                  <a:srgbClr val="002341"/>
                </a:solidFill>
                <a:latin typeface="ITC Benguiat"/>
                <a:ea typeface="ITC Benguiat"/>
                <a:cs typeface="ITC Benguiat"/>
                <a:sym typeface="ITC Benguiat"/>
              </a:rPr>
              <a:t>Background</a:t>
            </a:r>
            <a:r>
              <a:rPr lang="en-US" sz="4800" dirty="0">
                <a:solidFill>
                  <a:srgbClr val="002341"/>
                </a:solidFill>
                <a:latin typeface="ITC Benguiat"/>
                <a:ea typeface="ITC Benguiat"/>
                <a:cs typeface="ITC Benguiat"/>
                <a:sym typeface="ITC Benguiat"/>
              </a:rPr>
              <a:t> </a:t>
            </a:r>
            <a:r>
              <a:rPr lang="en-US" sz="4800" dirty="0" err="1">
                <a:solidFill>
                  <a:srgbClr val="002341"/>
                </a:solidFill>
                <a:latin typeface="ITC Benguiat"/>
                <a:ea typeface="ITC Benguiat"/>
                <a:cs typeface="ITC Benguiat"/>
                <a:sym typeface="ITC Benguiat"/>
              </a:rPr>
              <a:t>Background</a:t>
            </a:r>
            <a:endParaRPr lang="en-US" sz="4800" dirty="0">
              <a:solidFill>
                <a:srgbClr val="002341"/>
              </a:solidFill>
              <a:latin typeface="ITC Benguiat"/>
              <a:ea typeface="ITC Benguiat"/>
              <a:cs typeface="ITC Benguiat"/>
              <a:sym typeface="ITC Benguia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8D8C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7"/>
          <p:cNvSpPr txBox="1"/>
          <p:nvPr/>
        </p:nvSpPr>
        <p:spPr>
          <a:xfrm>
            <a:off x="9350647" y="2826399"/>
            <a:ext cx="7417383" cy="42576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5" lvl="1" indent="-323852" algn="just">
              <a:lnSpc>
                <a:spcPts val="4200"/>
              </a:lnSpc>
              <a:buAutoNum type="arabicPeriod"/>
            </a:pPr>
            <a:r>
              <a:rPr lang="en-US" sz="3000" dirty="0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Lorem ipsum dolor sit </a:t>
            </a:r>
            <a:r>
              <a:rPr lang="en-US" sz="3000" dirty="0" err="1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amet</a:t>
            </a:r>
            <a:r>
              <a:rPr lang="en-US" sz="3000" dirty="0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, </a:t>
            </a:r>
            <a:r>
              <a:rPr lang="en-US" sz="3000" dirty="0" err="1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consectetur</a:t>
            </a:r>
            <a:r>
              <a:rPr lang="en-US" sz="3000" dirty="0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adipiscing</a:t>
            </a:r>
            <a:r>
              <a:rPr lang="en-US" sz="3000" dirty="0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elit</a:t>
            </a:r>
            <a:r>
              <a:rPr lang="en-US" sz="3000" dirty="0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. </a:t>
            </a:r>
            <a:r>
              <a:rPr lang="en-US" sz="3000" dirty="0" err="1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Vivamus</a:t>
            </a:r>
            <a:r>
              <a:rPr lang="en-US" sz="3000" dirty="0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 sed vestibulum nunc, </a:t>
            </a:r>
            <a:r>
              <a:rPr lang="en-US" sz="3000" dirty="0" err="1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eget</a:t>
            </a:r>
            <a:r>
              <a:rPr lang="en-US" sz="3000" dirty="0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aliquam</a:t>
            </a:r>
            <a:r>
              <a:rPr lang="en-US" sz="3000" dirty="0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felis</a:t>
            </a:r>
            <a:r>
              <a:rPr lang="en-US" sz="3000" dirty="0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. </a:t>
            </a:r>
          </a:p>
          <a:p>
            <a:pPr marL="647705" lvl="1" indent="-323852" algn="just">
              <a:lnSpc>
                <a:spcPts val="4200"/>
              </a:lnSpc>
              <a:buAutoNum type="arabicPeriod"/>
            </a:pPr>
            <a:r>
              <a:rPr lang="en-US" sz="3000" dirty="0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Sed nunc </a:t>
            </a:r>
            <a:r>
              <a:rPr lang="en-US" sz="3000" dirty="0" err="1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purus</a:t>
            </a:r>
            <a:r>
              <a:rPr lang="en-US" sz="3000" dirty="0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, </a:t>
            </a:r>
            <a:r>
              <a:rPr lang="en-US" sz="3000" dirty="0" err="1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accumsan</a:t>
            </a:r>
            <a:r>
              <a:rPr lang="en-US" sz="3000" dirty="0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 sit </a:t>
            </a:r>
            <a:r>
              <a:rPr lang="en-US" sz="3000" dirty="0" err="1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amet</a:t>
            </a:r>
            <a:r>
              <a:rPr lang="en-US" sz="3000" dirty="0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 dictum in, </a:t>
            </a:r>
            <a:r>
              <a:rPr lang="en-US" sz="3000" dirty="0" err="1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ornare</a:t>
            </a:r>
            <a:r>
              <a:rPr lang="en-US" sz="3000" dirty="0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 in dui. Ut </a:t>
            </a:r>
            <a:r>
              <a:rPr lang="en-US" sz="3000" dirty="0" err="1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imperdiet</a:t>
            </a:r>
            <a:r>
              <a:rPr lang="en-US" sz="3000" dirty="0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 ante eros, sed porta ex </a:t>
            </a:r>
            <a:r>
              <a:rPr lang="en-US" sz="3000" dirty="0" err="1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eleifend</a:t>
            </a:r>
            <a:r>
              <a:rPr lang="en-US" sz="3000" dirty="0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 ac. </a:t>
            </a:r>
          </a:p>
          <a:p>
            <a:pPr marL="647705" lvl="1" indent="-323852" algn="just">
              <a:lnSpc>
                <a:spcPts val="4200"/>
              </a:lnSpc>
              <a:buAutoNum type="arabicPeriod"/>
            </a:pPr>
            <a:r>
              <a:rPr lang="en-US" sz="3000" dirty="0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Donec non </a:t>
            </a:r>
            <a:r>
              <a:rPr lang="en-US" sz="3000" dirty="0" err="1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porttitor</a:t>
            </a:r>
            <a:r>
              <a:rPr lang="en-US" sz="3000" dirty="0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leo</a:t>
            </a:r>
            <a:r>
              <a:rPr lang="en-US" sz="3000" dirty="0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. </a:t>
            </a:r>
            <a:r>
              <a:rPr lang="en-US" sz="3000" dirty="0" err="1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Nulla</a:t>
            </a:r>
            <a:r>
              <a:rPr lang="en-US" sz="3000" dirty="0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luctus</a:t>
            </a:r>
            <a:r>
              <a:rPr lang="en-US" sz="3000" dirty="0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 ex </a:t>
            </a:r>
            <a:r>
              <a:rPr lang="en-US" sz="3000" dirty="0" err="1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lacus</a:t>
            </a:r>
            <a:r>
              <a:rPr lang="en-US" sz="3000" dirty="0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, </a:t>
            </a:r>
            <a:r>
              <a:rPr lang="en-US" sz="3000" dirty="0" err="1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ut</a:t>
            </a:r>
            <a:r>
              <a:rPr lang="en-US" sz="3000" dirty="0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scelerisque</a:t>
            </a:r>
            <a:r>
              <a:rPr lang="en-US" sz="3000" dirty="0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odio</a:t>
            </a:r>
            <a:r>
              <a:rPr lang="en-US" sz="3000" dirty="0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 semper nec.</a:t>
            </a:r>
          </a:p>
        </p:txBody>
      </p:sp>
      <p:sp>
        <p:nvSpPr>
          <p:cNvPr id="3" name="Freeform 5">
            <a:extLst>
              <a:ext uri="{FF2B5EF4-FFF2-40B4-BE49-F238E27FC236}">
                <a16:creationId xmlns:a16="http://schemas.microsoft.com/office/drawing/2014/main" id="{D04F6D49-DC31-6297-68F1-1A31BD1823DD}"/>
              </a:ext>
            </a:extLst>
          </p:cNvPr>
          <p:cNvSpPr/>
          <p:nvPr/>
        </p:nvSpPr>
        <p:spPr>
          <a:xfrm>
            <a:off x="0" y="1638300"/>
            <a:ext cx="8382000" cy="7848600"/>
          </a:xfrm>
          <a:custGeom>
            <a:avLst/>
            <a:gdLst/>
            <a:ahLst/>
            <a:cxnLst/>
            <a:rect l="l" t="t" r="r" b="b"/>
            <a:pathLst>
              <a:path w="9400100" h="7634588">
                <a:moveTo>
                  <a:pt x="0" y="0"/>
                </a:moveTo>
                <a:lnTo>
                  <a:pt x="9400099" y="0"/>
                </a:lnTo>
                <a:lnTo>
                  <a:pt x="9400099" y="7634588"/>
                </a:lnTo>
                <a:lnTo>
                  <a:pt x="0" y="76345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734"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C60AB643-401A-6FD4-46F6-4A4BACC94899}"/>
              </a:ext>
            </a:extLst>
          </p:cNvPr>
          <p:cNvSpPr txBox="1"/>
          <p:nvPr/>
        </p:nvSpPr>
        <p:spPr>
          <a:xfrm>
            <a:off x="1221487" y="351591"/>
            <a:ext cx="17066513" cy="6771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4400" dirty="0">
                <a:solidFill>
                  <a:srgbClr val="000000"/>
                </a:solidFill>
                <a:latin typeface="ITC Benguiat"/>
                <a:ea typeface="ITC Benguiat"/>
                <a:cs typeface="ITC Benguiat"/>
                <a:sym typeface="ITC Benguiat"/>
              </a:rPr>
              <a:t>Abstract </a:t>
            </a:r>
            <a:r>
              <a:rPr lang="en-US" sz="4400" dirty="0" err="1">
                <a:solidFill>
                  <a:srgbClr val="000000"/>
                </a:solidFill>
                <a:latin typeface="ITC Benguiat"/>
                <a:ea typeface="ITC Benguiat"/>
                <a:cs typeface="ITC Benguiat"/>
                <a:sym typeface="ITC Benguiat"/>
              </a:rPr>
              <a:t>Abstract</a:t>
            </a:r>
            <a:r>
              <a:rPr lang="en-US" sz="4400" dirty="0">
                <a:solidFill>
                  <a:srgbClr val="000000"/>
                </a:solidFill>
                <a:latin typeface="ITC Benguiat"/>
                <a:ea typeface="ITC Benguiat"/>
                <a:cs typeface="ITC Benguiat"/>
                <a:sym typeface="ITC Benguiat"/>
              </a:rPr>
              <a:t>  Abstract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8D8C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5503" y="1378715"/>
            <a:ext cx="8409184" cy="6401521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2438401" y="1485900"/>
            <a:ext cx="6934200" cy="6771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4400" dirty="0">
                <a:solidFill>
                  <a:srgbClr val="002341"/>
                </a:solidFill>
                <a:latin typeface="ITC Benguiat"/>
                <a:ea typeface="ITC Benguiat"/>
                <a:cs typeface="ITC Benguiat"/>
                <a:sym typeface="ITC Benguiat"/>
              </a:rPr>
              <a:t>Result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783047" y="3933825"/>
            <a:ext cx="5174296" cy="3724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sz="3000" dirty="0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Lorem ipsum dolor sit </a:t>
            </a:r>
            <a:r>
              <a:rPr lang="en-US" sz="3000" dirty="0" err="1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amet</a:t>
            </a:r>
            <a:r>
              <a:rPr lang="en-US" sz="3000" dirty="0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, </a:t>
            </a:r>
            <a:r>
              <a:rPr lang="en-US" sz="3000" dirty="0" err="1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consectetur</a:t>
            </a:r>
            <a:r>
              <a:rPr lang="en-US" sz="3000" dirty="0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adipiscing</a:t>
            </a:r>
            <a:r>
              <a:rPr lang="en-US" sz="3000" dirty="0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elit</a:t>
            </a:r>
            <a:r>
              <a:rPr lang="en-US" sz="3000" dirty="0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. </a:t>
            </a:r>
            <a:r>
              <a:rPr lang="en-US" sz="3000" dirty="0" err="1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Vivamus</a:t>
            </a:r>
            <a:r>
              <a:rPr lang="en-US" sz="3000" dirty="0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 sed vestibulum nunc, </a:t>
            </a:r>
            <a:r>
              <a:rPr lang="en-US" sz="3000" dirty="0" err="1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eget</a:t>
            </a:r>
            <a:r>
              <a:rPr lang="en-US" sz="3000" dirty="0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aliquam</a:t>
            </a:r>
            <a:r>
              <a:rPr lang="en-US" sz="3000" dirty="0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felis</a:t>
            </a:r>
            <a:r>
              <a:rPr lang="en-US" sz="3000" dirty="0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. Sed nunc </a:t>
            </a:r>
            <a:r>
              <a:rPr lang="en-US" sz="3000" dirty="0" err="1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purus</a:t>
            </a:r>
            <a:r>
              <a:rPr lang="en-US" sz="3000" dirty="0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, </a:t>
            </a:r>
            <a:r>
              <a:rPr lang="en-US" sz="3000" dirty="0" err="1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accumsan</a:t>
            </a:r>
            <a:r>
              <a:rPr lang="en-US" sz="3000" dirty="0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 sit </a:t>
            </a:r>
            <a:r>
              <a:rPr lang="en-US" sz="3000" dirty="0" err="1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amet</a:t>
            </a:r>
            <a:r>
              <a:rPr lang="en-US" sz="3000" dirty="0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 dictum in, </a:t>
            </a:r>
            <a:r>
              <a:rPr lang="en-US" sz="3000" dirty="0" err="1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ornare</a:t>
            </a:r>
            <a:r>
              <a:rPr lang="en-US" sz="3000" dirty="0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 in dui. Ut </a:t>
            </a:r>
            <a:r>
              <a:rPr lang="en-US" sz="3000" dirty="0" err="1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imperdiet</a:t>
            </a:r>
            <a:r>
              <a:rPr lang="en-US" sz="3000" dirty="0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 ante eros,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8D8C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/>
          <p:cNvSpPr/>
          <p:nvPr/>
        </p:nvSpPr>
        <p:spPr>
          <a:xfrm>
            <a:off x="0" y="1623712"/>
            <a:ext cx="8686800" cy="7634588"/>
          </a:xfrm>
          <a:custGeom>
            <a:avLst/>
            <a:gdLst/>
            <a:ahLst/>
            <a:cxnLst/>
            <a:rect l="l" t="t" r="r" b="b"/>
            <a:pathLst>
              <a:path w="9400100" h="7634588">
                <a:moveTo>
                  <a:pt x="0" y="0"/>
                </a:moveTo>
                <a:lnTo>
                  <a:pt x="9400099" y="0"/>
                </a:lnTo>
                <a:lnTo>
                  <a:pt x="9400099" y="7634588"/>
                </a:lnTo>
                <a:lnTo>
                  <a:pt x="0" y="76345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734"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8" name="TextBox 8"/>
          <p:cNvSpPr txBox="1"/>
          <p:nvPr/>
        </p:nvSpPr>
        <p:spPr>
          <a:xfrm>
            <a:off x="9840728" y="2714625"/>
            <a:ext cx="6465471" cy="47910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sz="3000" dirty="0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Lorem ipsum dolor sit </a:t>
            </a:r>
            <a:r>
              <a:rPr lang="en-US" sz="3000" dirty="0" err="1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amet</a:t>
            </a:r>
            <a:r>
              <a:rPr lang="en-US" sz="3000" dirty="0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, </a:t>
            </a:r>
            <a:r>
              <a:rPr lang="en-US" sz="3000" dirty="0" err="1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consectetur</a:t>
            </a:r>
            <a:r>
              <a:rPr lang="en-US" sz="3000" dirty="0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adipiscing</a:t>
            </a:r>
            <a:r>
              <a:rPr lang="en-US" sz="3000" dirty="0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elit</a:t>
            </a:r>
            <a:r>
              <a:rPr lang="en-US" sz="3000" dirty="0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. </a:t>
            </a:r>
            <a:r>
              <a:rPr lang="en-US" sz="3000" dirty="0" err="1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Vivamus</a:t>
            </a:r>
            <a:r>
              <a:rPr lang="en-US" sz="3000" dirty="0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 sed vestibulum nunc, </a:t>
            </a:r>
            <a:r>
              <a:rPr lang="en-US" sz="3000" dirty="0" err="1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eget</a:t>
            </a:r>
            <a:r>
              <a:rPr lang="en-US" sz="3000" dirty="0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aliquam</a:t>
            </a:r>
            <a:r>
              <a:rPr lang="en-US" sz="3000" dirty="0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felis</a:t>
            </a:r>
            <a:r>
              <a:rPr lang="en-US" sz="3000" dirty="0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. Sed nunc </a:t>
            </a:r>
            <a:r>
              <a:rPr lang="en-US" sz="3000" dirty="0" err="1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purus</a:t>
            </a:r>
            <a:r>
              <a:rPr lang="en-US" sz="3000" dirty="0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, </a:t>
            </a:r>
            <a:r>
              <a:rPr lang="en-US" sz="3000" dirty="0" err="1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accumsan</a:t>
            </a:r>
            <a:r>
              <a:rPr lang="en-US" sz="3000" dirty="0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 sit </a:t>
            </a:r>
            <a:r>
              <a:rPr lang="en-US" sz="3000" dirty="0" err="1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amet</a:t>
            </a:r>
            <a:r>
              <a:rPr lang="en-US" sz="3000" dirty="0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 dictum in, </a:t>
            </a:r>
            <a:r>
              <a:rPr lang="en-US" sz="3000" dirty="0" err="1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ornare</a:t>
            </a:r>
            <a:r>
              <a:rPr lang="en-US" sz="3000" dirty="0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 in dui. Ut </a:t>
            </a:r>
            <a:r>
              <a:rPr lang="en-US" sz="3000" dirty="0" err="1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imperdiet</a:t>
            </a:r>
            <a:r>
              <a:rPr lang="en-US" sz="3000" dirty="0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 ante eros, sed porta ex </a:t>
            </a:r>
            <a:r>
              <a:rPr lang="en-US" sz="3000" dirty="0" err="1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eleifend</a:t>
            </a:r>
            <a:r>
              <a:rPr lang="en-US" sz="3000" dirty="0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 ac. Donec non </a:t>
            </a:r>
            <a:r>
              <a:rPr lang="en-US" sz="3000" dirty="0" err="1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porttitor</a:t>
            </a:r>
            <a:r>
              <a:rPr lang="en-US" sz="3000" dirty="0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leo</a:t>
            </a:r>
            <a:r>
              <a:rPr lang="en-US" sz="3000" dirty="0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. </a:t>
            </a:r>
            <a:r>
              <a:rPr lang="en-US" sz="3000" dirty="0" err="1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Nulla</a:t>
            </a:r>
            <a:r>
              <a:rPr lang="en-US" sz="3000" dirty="0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luctus</a:t>
            </a:r>
            <a:r>
              <a:rPr lang="en-US" sz="3000" dirty="0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 ex </a:t>
            </a:r>
            <a:r>
              <a:rPr lang="en-US" sz="3000" dirty="0" err="1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lacus</a:t>
            </a:r>
            <a:r>
              <a:rPr lang="en-US" sz="3000" dirty="0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, </a:t>
            </a:r>
            <a:r>
              <a:rPr lang="en-US" sz="3000" dirty="0" err="1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ut</a:t>
            </a:r>
            <a:r>
              <a:rPr lang="en-US" sz="3000" dirty="0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scelerisque</a:t>
            </a:r>
            <a:r>
              <a:rPr lang="en-US" sz="3000" dirty="0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odio</a:t>
            </a:r>
            <a:r>
              <a:rPr lang="en-US" sz="3000" dirty="0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 semper nec.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89C64E-B719-B312-DBF3-10E415F099C3}"/>
              </a:ext>
            </a:extLst>
          </p:cNvPr>
          <p:cNvSpPr txBox="1"/>
          <p:nvPr/>
        </p:nvSpPr>
        <p:spPr>
          <a:xfrm>
            <a:off x="457200" y="366236"/>
            <a:ext cx="16802100" cy="7386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4800" dirty="0">
                <a:solidFill>
                  <a:srgbClr val="002341"/>
                </a:solidFill>
                <a:latin typeface="ITC Benguiat"/>
                <a:ea typeface="ITC Benguiat"/>
                <a:cs typeface="ITC Benguiat"/>
                <a:sym typeface="ITC Benguiat"/>
              </a:rPr>
              <a:t>Background </a:t>
            </a:r>
            <a:r>
              <a:rPr lang="en-US" sz="4800" dirty="0" err="1">
                <a:solidFill>
                  <a:srgbClr val="002341"/>
                </a:solidFill>
                <a:latin typeface="ITC Benguiat"/>
                <a:ea typeface="ITC Benguiat"/>
                <a:cs typeface="ITC Benguiat"/>
                <a:sym typeface="ITC Benguiat"/>
              </a:rPr>
              <a:t>Background</a:t>
            </a:r>
            <a:r>
              <a:rPr lang="en-US" sz="4800" dirty="0">
                <a:solidFill>
                  <a:srgbClr val="002341"/>
                </a:solidFill>
                <a:latin typeface="ITC Benguiat"/>
                <a:ea typeface="ITC Benguiat"/>
                <a:cs typeface="ITC Benguiat"/>
                <a:sym typeface="ITC Benguiat"/>
              </a:rPr>
              <a:t> </a:t>
            </a:r>
            <a:r>
              <a:rPr lang="en-US" sz="4800" dirty="0" err="1">
                <a:solidFill>
                  <a:srgbClr val="002341"/>
                </a:solidFill>
                <a:latin typeface="ITC Benguiat"/>
                <a:ea typeface="ITC Benguiat"/>
                <a:cs typeface="ITC Benguiat"/>
                <a:sym typeface="ITC Benguiat"/>
              </a:rPr>
              <a:t>Background</a:t>
            </a:r>
            <a:r>
              <a:rPr lang="en-US" sz="4800" dirty="0">
                <a:solidFill>
                  <a:srgbClr val="002341"/>
                </a:solidFill>
                <a:latin typeface="ITC Benguiat"/>
                <a:ea typeface="ITC Benguiat"/>
                <a:cs typeface="ITC Benguiat"/>
                <a:sym typeface="ITC Benguiat"/>
              </a:rPr>
              <a:t>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8D8C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 txBox="1"/>
          <p:nvPr/>
        </p:nvSpPr>
        <p:spPr>
          <a:xfrm>
            <a:off x="838200" y="2857500"/>
            <a:ext cx="15773400" cy="53644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3716"/>
              </a:lnSpc>
            </a:pPr>
            <a:r>
              <a:rPr lang="en-US" sz="13855" b="1" dirty="0">
                <a:solidFill>
                  <a:srgbClr val="000000"/>
                </a:solidFill>
                <a:latin typeface="ITC Benguiat Bold"/>
                <a:sym typeface="Lumberjack"/>
              </a:rPr>
              <a:t>E’TIBORINGIZ UCHUN </a:t>
            </a:r>
          </a:p>
          <a:p>
            <a:pPr algn="ctr">
              <a:lnSpc>
                <a:spcPts val="13716"/>
              </a:lnSpc>
            </a:pPr>
            <a:r>
              <a:rPr lang="en-US" sz="13855" b="1" dirty="0">
                <a:solidFill>
                  <a:srgbClr val="000000"/>
                </a:solidFill>
                <a:latin typeface="ITC Benguiat Bold"/>
                <a:sym typeface="Lumberjack"/>
              </a:rPr>
              <a:t>RAHMAT</a:t>
            </a:r>
            <a:r>
              <a:rPr lang="en-US" sz="13855" b="1" dirty="0">
                <a:solidFill>
                  <a:srgbClr val="000000"/>
                </a:solidFill>
                <a:latin typeface="ITC Benguiat Bold"/>
                <a:sym typeface="ITC Benguiat Bold"/>
              </a:rPr>
              <a:t>!</a:t>
            </a:r>
            <a:endParaRPr lang="en-US" sz="13855" b="1" dirty="0">
              <a:solidFill>
                <a:srgbClr val="000000"/>
              </a:solidFill>
              <a:latin typeface="ITC Benguiat Bold"/>
              <a:sym typeface="Lumberjack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349</Words>
  <Application>Microsoft Office PowerPoint</Application>
  <PresentationFormat>Произвольный</PresentationFormat>
  <Paragraphs>21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4" baseType="lpstr">
      <vt:lpstr>Arial</vt:lpstr>
      <vt:lpstr>ITC Benguiat Bold</vt:lpstr>
      <vt:lpstr>Calibri</vt:lpstr>
      <vt:lpstr>ITC Benguiat</vt:lpstr>
      <vt:lpstr>Itim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Brown Abstract Doodle Wood Board Group Project Presentation</dc:title>
  <cp:lastModifiedBy>Nodir Qarshiyev</cp:lastModifiedBy>
  <cp:revision>11</cp:revision>
  <dcterms:created xsi:type="dcterms:W3CDTF">2006-08-16T00:00:00Z</dcterms:created>
  <dcterms:modified xsi:type="dcterms:W3CDTF">2026-07-25T05:51:41Z</dcterms:modified>
  <dc:identifier>DAHCIl3asbU</dc:identifier>
</cp:coreProperties>
</file>