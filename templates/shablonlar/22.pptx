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TI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4" r:id="rId8"/>
    <p:sldId id="266" r:id="rId9"/>
  </p:sldIdLst>
  <p:sldSz cx="18288000" cy="10287000"/>
  <p:notesSz cx="6858000" cy="9144000"/>
  <p:embeddedFontLst>
    <p:embeddedFont>
      <p:font typeface="Montaser Arabic Bold" panose="020B0604020202020204" charset="-78"/>
      <p:regular r:id="rId10"/>
    </p:embeddedFont>
    <p:embeddedFont>
      <p:font typeface="Poppins" panose="00000500000000000000" pitchFamily="2" charset="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2" d="100"/>
          <a:sy n="42" d="100"/>
        </p:scale>
        <p:origin x="76" y="1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I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I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I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I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/>
          <p:cNvSpPr txBox="1"/>
          <p:nvPr/>
        </p:nvSpPr>
        <p:spPr>
          <a:xfrm>
            <a:off x="5867400" y="3009900"/>
            <a:ext cx="11027373" cy="738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4800" b="1" dirty="0">
                <a:solidFill>
                  <a:srgbClr val="C15943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INFORMATIVE PRESENTATION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867400" y="9334500"/>
            <a:ext cx="8092517" cy="466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17"/>
              </a:lnSpc>
            </a:pPr>
            <a:r>
              <a:rPr lang="en-US" sz="2400" dirty="0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Presented by Hannah Porter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3818303" y="2976253"/>
            <a:ext cx="9088895" cy="34667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4350" indent="-514350" algn="l">
              <a:lnSpc>
                <a:spcPts val="3023"/>
              </a:lnSpc>
              <a:buFont typeface="+mj-lt"/>
              <a:buAutoNum type="arabicPeriod"/>
            </a:pPr>
            <a:r>
              <a:rPr lang="en-US" sz="2799" dirty="0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Lorem ipsum dolor sit </a:t>
            </a:r>
            <a:r>
              <a:rPr lang="en-US" sz="2799" dirty="0" err="1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amet</a:t>
            </a:r>
            <a:r>
              <a:rPr lang="en-US" sz="2799" dirty="0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799" dirty="0" err="1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consectetur</a:t>
            </a:r>
            <a:r>
              <a:rPr lang="en-US" sz="2799" dirty="0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dirty="0" err="1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adipiscing</a:t>
            </a:r>
            <a:r>
              <a:rPr lang="en-US" sz="2799" dirty="0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dirty="0" err="1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elit</a:t>
            </a:r>
            <a:r>
              <a:rPr lang="en-US" sz="2799" dirty="0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</a:p>
          <a:p>
            <a:pPr marL="514350" indent="-514350" algn="l">
              <a:lnSpc>
                <a:spcPts val="3023"/>
              </a:lnSpc>
              <a:buFont typeface="+mj-lt"/>
              <a:buAutoNum type="arabicPeriod"/>
            </a:pPr>
            <a:r>
              <a:rPr lang="en-US" sz="2799" dirty="0" err="1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Quisque</a:t>
            </a:r>
            <a:r>
              <a:rPr lang="en-US" sz="2799" dirty="0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 non </a:t>
            </a:r>
            <a:r>
              <a:rPr lang="en-US" sz="2799" dirty="0" err="1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elit</a:t>
            </a:r>
            <a:r>
              <a:rPr lang="en-US" sz="2799" dirty="0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dirty="0" err="1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mauris</a:t>
            </a:r>
            <a:r>
              <a:rPr lang="en-US" sz="2799" dirty="0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</a:p>
          <a:p>
            <a:pPr marL="514350" indent="-514350" algn="l">
              <a:lnSpc>
                <a:spcPts val="3023"/>
              </a:lnSpc>
              <a:buFont typeface="+mj-lt"/>
              <a:buAutoNum type="arabicPeriod"/>
            </a:pPr>
            <a:r>
              <a:rPr lang="en-US" sz="2799" dirty="0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Cras </a:t>
            </a:r>
            <a:r>
              <a:rPr lang="en-US" sz="2799" dirty="0" err="1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euismod</a:t>
            </a:r>
            <a:r>
              <a:rPr lang="en-US" sz="2799" dirty="0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799" dirty="0" err="1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metus</a:t>
            </a:r>
            <a:r>
              <a:rPr lang="en-US" sz="2799" dirty="0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 ac </a:t>
            </a:r>
            <a:r>
              <a:rPr lang="en-US" sz="2799" dirty="0" err="1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finibus</a:t>
            </a:r>
            <a:r>
              <a:rPr lang="en-US" sz="2799" dirty="0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dirty="0" err="1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finibus</a:t>
            </a:r>
            <a:r>
              <a:rPr lang="en-US" sz="2799" dirty="0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799" dirty="0" err="1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felis</a:t>
            </a:r>
            <a:r>
              <a:rPr lang="en-US" sz="2799" dirty="0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 dui </a:t>
            </a:r>
            <a:r>
              <a:rPr lang="en-US" sz="2799" dirty="0" err="1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suscipit</a:t>
            </a:r>
            <a:r>
              <a:rPr lang="en-US" sz="2799" dirty="0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dirty="0" err="1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purus</a:t>
            </a:r>
            <a:r>
              <a:rPr lang="en-US" sz="2799" dirty="0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, a maximus </a:t>
            </a:r>
            <a:r>
              <a:rPr lang="en-US" sz="2799" dirty="0" err="1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leo</a:t>
            </a:r>
            <a:r>
              <a:rPr lang="en-US" sz="2799" dirty="0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 ligula at dolor. </a:t>
            </a:r>
          </a:p>
          <a:p>
            <a:pPr marL="514350" indent="-514350" algn="l">
              <a:lnSpc>
                <a:spcPts val="3023"/>
              </a:lnSpc>
              <a:buFont typeface="+mj-lt"/>
              <a:buAutoNum type="arabicPeriod"/>
            </a:pPr>
            <a:r>
              <a:rPr lang="en-US" sz="2799" dirty="0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Morbi et </a:t>
            </a:r>
            <a:r>
              <a:rPr lang="en-US" sz="2799" dirty="0" err="1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malesuada</a:t>
            </a:r>
            <a:r>
              <a:rPr lang="en-US" sz="2799" dirty="0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dirty="0" err="1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purus</a:t>
            </a:r>
            <a:r>
              <a:rPr lang="en-US" sz="2799" dirty="0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n-US" sz="2799" dirty="0" err="1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Phasellus</a:t>
            </a:r>
            <a:r>
              <a:rPr lang="en-US" sz="2799" dirty="0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 a </a:t>
            </a:r>
            <a:r>
              <a:rPr lang="en-US" sz="2799" dirty="0" err="1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lacus</a:t>
            </a:r>
            <a:r>
              <a:rPr lang="en-US" sz="2799" dirty="0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 sit </a:t>
            </a:r>
            <a:r>
              <a:rPr lang="en-US" sz="2799" dirty="0" err="1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amet</a:t>
            </a:r>
            <a:r>
              <a:rPr lang="en-US" sz="2799" dirty="0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dirty="0" err="1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urna</a:t>
            </a:r>
            <a:r>
              <a:rPr lang="en-US" sz="2799" dirty="0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dirty="0" err="1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tempor</a:t>
            </a:r>
            <a:r>
              <a:rPr lang="en-US" sz="2799" dirty="0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dirty="0" err="1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sollicitudin</a:t>
            </a:r>
            <a:r>
              <a:rPr lang="en-US" sz="2799" dirty="0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. Cras </a:t>
            </a:r>
            <a:r>
              <a:rPr lang="en-US" sz="2799" dirty="0" err="1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pretium</a:t>
            </a:r>
            <a:r>
              <a:rPr lang="en-US" sz="2799" dirty="0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dirty="0" err="1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tempor</a:t>
            </a:r>
            <a:r>
              <a:rPr lang="en-US" sz="2799" dirty="0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dirty="0" err="1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elit</a:t>
            </a:r>
            <a:r>
              <a:rPr lang="en-US" sz="2799" dirty="0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dirty="0" err="1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blandit</a:t>
            </a:r>
            <a:r>
              <a:rPr lang="en-US" sz="2799" dirty="0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dirty="0" err="1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egestas</a:t>
            </a:r>
            <a:r>
              <a:rPr lang="en-US" sz="2799" dirty="0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. Donec sed </a:t>
            </a:r>
            <a:r>
              <a:rPr lang="en-US" sz="2799" dirty="0" err="1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dignissim</a:t>
            </a:r>
            <a:r>
              <a:rPr lang="en-US" sz="2799" dirty="0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dirty="0" err="1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augue</a:t>
            </a:r>
            <a:r>
              <a:rPr lang="en-US" sz="2799" dirty="0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n-US" sz="2799" dirty="0" err="1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Suspendisse</a:t>
            </a:r>
            <a:r>
              <a:rPr lang="en-US" sz="2799" dirty="0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 ac </a:t>
            </a:r>
            <a:r>
              <a:rPr lang="en-US" sz="2799" dirty="0" err="1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vulputate</a:t>
            </a:r>
            <a:r>
              <a:rPr lang="en-US" sz="2799" dirty="0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dirty="0" err="1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leo</a:t>
            </a:r>
            <a:r>
              <a:rPr lang="en-US" sz="2799" dirty="0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818303" y="1690239"/>
            <a:ext cx="7839034" cy="971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05"/>
              </a:lnSpc>
            </a:pPr>
            <a:r>
              <a:rPr lang="en-US" sz="7900" b="1" dirty="0">
                <a:solidFill>
                  <a:srgbClr val="C15943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REJA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/>
          <p:cNvSpPr txBox="1"/>
          <p:nvPr/>
        </p:nvSpPr>
        <p:spPr>
          <a:xfrm>
            <a:off x="2112436" y="3274990"/>
            <a:ext cx="9537552" cy="23286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3"/>
              </a:lnSpc>
            </a:pPr>
            <a:r>
              <a:rPr lang="en-US" sz="2799" dirty="0">
                <a:solidFill>
                  <a:srgbClr val="571A0E"/>
                </a:solidFill>
                <a:latin typeface="Poppins"/>
                <a:ea typeface="Poppins"/>
                <a:cs typeface="Poppins"/>
                <a:sym typeface="Poppins"/>
              </a:rPr>
              <a:t>Lorem ipsum dolor sit </a:t>
            </a:r>
            <a:r>
              <a:rPr lang="en-US" sz="2799" dirty="0" err="1">
                <a:solidFill>
                  <a:srgbClr val="571A0E"/>
                </a:solidFill>
                <a:latin typeface="Poppins"/>
                <a:ea typeface="Poppins"/>
                <a:cs typeface="Poppins"/>
                <a:sym typeface="Poppins"/>
              </a:rPr>
              <a:t>amet</a:t>
            </a:r>
            <a:r>
              <a:rPr lang="en-US" sz="2799" dirty="0">
                <a:solidFill>
                  <a:srgbClr val="571A0E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799" dirty="0" err="1">
                <a:solidFill>
                  <a:srgbClr val="571A0E"/>
                </a:solidFill>
                <a:latin typeface="Poppins"/>
                <a:ea typeface="Poppins"/>
                <a:cs typeface="Poppins"/>
                <a:sym typeface="Poppins"/>
              </a:rPr>
              <a:t>consectetur</a:t>
            </a:r>
            <a:r>
              <a:rPr lang="en-US" sz="2799" dirty="0">
                <a:solidFill>
                  <a:srgbClr val="571A0E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dirty="0" err="1">
                <a:solidFill>
                  <a:srgbClr val="571A0E"/>
                </a:solidFill>
                <a:latin typeface="Poppins"/>
                <a:ea typeface="Poppins"/>
                <a:cs typeface="Poppins"/>
                <a:sym typeface="Poppins"/>
              </a:rPr>
              <a:t>adipiscing</a:t>
            </a:r>
            <a:r>
              <a:rPr lang="en-US" sz="2799" dirty="0">
                <a:solidFill>
                  <a:srgbClr val="571A0E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dirty="0" err="1">
                <a:solidFill>
                  <a:srgbClr val="571A0E"/>
                </a:solidFill>
                <a:latin typeface="Poppins"/>
                <a:ea typeface="Poppins"/>
                <a:cs typeface="Poppins"/>
                <a:sym typeface="Poppins"/>
              </a:rPr>
              <a:t>elit</a:t>
            </a:r>
            <a:r>
              <a:rPr lang="en-US" sz="2799" dirty="0">
                <a:solidFill>
                  <a:srgbClr val="571A0E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n-US" sz="2799" dirty="0" err="1">
                <a:solidFill>
                  <a:srgbClr val="571A0E"/>
                </a:solidFill>
                <a:latin typeface="Poppins"/>
                <a:ea typeface="Poppins"/>
                <a:cs typeface="Poppins"/>
                <a:sym typeface="Poppins"/>
              </a:rPr>
              <a:t>Quisque</a:t>
            </a:r>
            <a:r>
              <a:rPr lang="en-US" sz="2799" dirty="0">
                <a:solidFill>
                  <a:srgbClr val="571A0E"/>
                </a:solidFill>
                <a:latin typeface="Poppins"/>
                <a:ea typeface="Poppins"/>
                <a:cs typeface="Poppins"/>
                <a:sym typeface="Poppins"/>
              </a:rPr>
              <a:t> non </a:t>
            </a:r>
            <a:r>
              <a:rPr lang="en-US" sz="2799" dirty="0" err="1">
                <a:solidFill>
                  <a:srgbClr val="571A0E"/>
                </a:solidFill>
                <a:latin typeface="Poppins"/>
                <a:ea typeface="Poppins"/>
                <a:cs typeface="Poppins"/>
                <a:sym typeface="Poppins"/>
              </a:rPr>
              <a:t>elit</a:t>
            </a:r>
            <a:r>
              <a:rPr lang="en-US" sz="2799" dirty="0">
                <a:solidFill>
                  <a:srgbClr val="571A0E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dirty="0" err="1">
                <a:solidFill>
                  <a:srgbClr val="571A0E"/>
                </a:solidFill>
                <a:latin typeface="Poppins"/>
                <a:ea typeface="Poppins"/>
                <a:cs typeface="Poppins"/>
                <a:sym typeface="Poppins"/>
              </a:rPr>
              <a:t>mauris</a:t>
            </a:r>
            <a:r>
              <a:rPr lang="en-US" sz="2799" dirty="0">
                <a:solidFill>
                  <a:srgbClr val="571A0E"/>
                </a:solidFill>
                <a:latin typeface="Poppins"/>
                <a:ea typeface="Poppins"/>
                <a:cs typeface="Poppins"/>
                <a:sym typeface="Poppins"/>
              </a:rPr>
              <a:t>. Cras </a:t>
            </a:r>
            <a:r>
              <a:rPr lang="en-US" sz="2799" dirty="0" err="1">
                <a:solidFill>
                  <a:srgbClr val="571A0E"/>
                </a:solidFill>
                <a:latin typeface="Poppins"/>
                <a:ea typeface="Poppins"/>
                <a:cs typeface="Poppins"/>
                <a:sym typeface="Poppins"/>
              </a:rPr>
              <a:t>euismod</a:t>
            </a:r>
            <a:r>
              <a:rPr lang="en-US" sz="2799" dirty="0">
                <a:solidFill>
                  <a:srgbClr val="571A0E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799" dirty="0" err="1">
                <a:solidFill>
                  <a:srgbClr val="571A0E"/>
                </a:solidFill>
                <a:latin typeface="Poppins"/>
                <a:ea typeface="Poppins"/>
                <a:cs typeface="Poppins"/>
                <a:sym typeface="Poppins"/>
              </a:rPr>
              <a:t>metus</a:t>
            </a:r>
            <a:r>
              <a:rPr lang="en-US" sz="2799" dirty="0">
                <a:solidFill>
                  <a:srgbClr val="571A0E"/>
                </a:solidFill>
                <a:latin typeface="Poppins"/>
                <a:ea typeface="Poppins"/>
                <a:cs typeface="Poppins"/>
                <a:sym typeface="Poppins"/>
              </a:rPr>
              <a:t> ac </a:t>
            </a:r>
            <a:r>
              <a:rPr lang="en-US" sz="2799" dirty="0" err="1">
                <a:solidFill>
                  <a:srgbClr val="571A0E"/>
                </a:solidFill>
                <a:latin typeface="Poppins"/>
                <a:ea typeface="Poppins"/>
                <a:cs typeface="Poppins"/>
                <a:sym typeface="Poppins"/>
              </a:rPr>
              <a:t>finibus</a:t>
            </a:r>
            <a:r>
              <a:rPr lang="en-US" sz="2799" dirty="0">
                <a:solidFill>
                  <a:srgbClr val="571A0E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dirty="0" err="1">
                <a:solidFill>
                  <a:srgbClr val="571A0E"/>
                </a:solidFill>
                <a:latin typeface="Poppins"/>
                <a:ea typeface="Poppins"/>
                <a:cs typeface="Poppins"/>
                <a:sym typeface="Poppins"/>
              </a:rPr>
              <a:t>finibus</a:t>
            </a:r>
            <a:r>
              <a:rPr lang="en-US" sz="2799" dirty="0">
                <a:solidFill>
                  <a:srgbClr val="571A0E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799" dirty="0" err="1">
                <a:solidFill>
                  <a:srgbClr val="571A0E"/>
                </a:solidFill>
                <a:latin typeface="Poppins"/>
                <a:ea typeface="Poppins"/>
                <a:cs typeface="Poppins"/>
                <a:sym typeface="Poppins"/>
              </a:rPr>
              <a:t>felis</a:t>
            </a:r>
            <a:r>
              <a:rPr lang="en-US" sz="2799" dirty="0">
                <a:solidFill>
                  <a:srgbClr val="571A0E"/>
                </a:solidFill>
                <a:latin typeface="Poppins"/>
                <a:ea typeface="Poppins"/>
                <a:cs typeface="Poppins"/>
                <a:sym typeface="Poppins"/>
              </a:rPr>
              <a:t> dui </a:t>
            </a:r>
            <a:r>
              <a:rPr lang="en-US" sz="2799" dirty="0" err="1">
                <a:solidFill>
                  <a:srgbClr val="571A0E"/>
                </a:solidFill>
                <a:latin typeface="Poppins"/>
                <a:ea typeface="Poppins"/>
                <a:cs typeface="Poppins"/>
                <a:sym typeface="Poppins"/>
              </a:rPr>
              <a:t>suscipit</a:t>
            </a:r>
            <a:r>
              <a:rPr lang="en-US" sz="2799" dirty="0">
                <a:solidFill>
                  <a:srgbClr val="571A0E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dirty="0" err="1">
                <a:solidFill>
                  <a:srgbClr val="571A0E"/>
                </a:solidFill>
                <a:latin typeface="Poppins"/>
                <a:ea typeface="Poppins"/>
                <a:cs typeface="Poppins"/>
                <a:sym typeface="Poppins"/>
              </a:rPr>
              <a:t>purus</a:t>
            </a:r>
            <a:r>
              <a:rPr lang="en-US" sz="2799" dirty="0">
                <a:solidFill>
                  <a:srgbClr val="571A0E"/>
                </a:solidFill>
                <a:latin typeface="Poppins"/>
                <a:ea typeface="Poppins"/>
                <a:cs typeface="Poppins"/>
                <a:sym typeface="Poppins"/>
              </a:rPr>
              <a:t>, a maximus </a:t>
            </a:r>
            <a:r>
              <a:rPr lang="en-US" sz="2799" dirty="0" err="1">
                <a:solidFill>
                  <a:srgbClr val="571A0E"/>
                </a:solidFill>
                <a:latin typeface="Poppins"/>
                <a:ea typeface="Poppins"/>
                <a:cs typeface="Poppins"/>
                <a:sym typeface="Poppins"/>
              </a:rPr>
              <a:t>leo</a:t>
            </a:r>
            <a:r>
              <a:rPr lang="en-US" sz="2799" dirty="0">
                <a:solidFill>
                  <a:srgbClr val="571A0E"/>
                </a:solidFill>
                <a:latin typeface="Poppins"/>
                <a:ea typeface="Poppins"/>
                <a:cs typeface="Poppins"/>
                <a:sym typeface="Poppins"/>
              </a:rPr>
              <a:t> ligula at dolor. Morbi et </a:t>
            </a:r>
            <a:r>
              <a:rPr lang="en-US" sz="2799" dirty="0" err="1">
                <a:solidFill>
                  <a:srgbClr val="571A0E"/>
                </a:solidFill>
                <a:latin typeface="Poppins"/>
                <a:ea typeface="Poppins"/>
                <a:cs typeface="Poppins"/>
                <a:sym typeface="Poppins"/>
              </a:rPr>
              <a:t>malesuada</a:t>
            </a:r>
            <a:r>
              <a:rPr lang="en-US" sz="2799" dirty="0">
                <a:solidFill>
                  <a:srgbClr val="571A0E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dirty="0" err="1">
                <a:solidFill>
                  <a:srgbClr val="571A0E"/>
                </a:solidFill>
                <a:latin typeface="Poppins"/>
                <a:ea typeface="Poppins"/>
                <a:cs typeface="Poppins"/>
                <a:sym typeface="Poppins"/>
              </a:rPr>
              <a:t>purus</a:t>
            </a:r>
            <a:r>
              <a:rPr lang="en-US" sz="2799" dirty="0">
                <a:solidFill>
                  <a:srgbClr val="571A0E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n-US" sz="2799" dirty="0" err="1">
                <a:solidFill>
                  <a:srgbClr val="571A0E"/>
                </a:solidFill>
                <a:latin typeface="Poppins"/>
                <a:ea typeface="Poppins"/>
                <a:cs typeface="Poppins"/>
                <a:sym typeface="Poppins"/>
              </a:rPr>
              <a:t>Phasellus</a:t>
            </a:r>
            <a:r>
              <a:rPr lang="en-US" sz="2799" dirty="0">
                <a:solidFill>
                  <a:srgbClr val="571A0E"/>
                </a:solidFill>
                <a:latin typeface="Poppins"/>
                <a:ea typeface="Poppins"/>
                <a:cs typeface="Poppins"/>
                <a:sym typeface="Poppins"/>
              </a:rPr>
              <a:t> a </a:t>
            </a:r>
            <a:r>
              <a:rPr lang="en-US" sz="2799" dirty="0" err="1">
                <a:solidFill>
                  <a:srgbClr val="571A0E"/>
                </a:solidFill>
                <a:latin typeface="Poppins"/>
                <a:ea typeface="Poppins"/>
                <a:cs typeface="Poppins"/>
                <a:sym typeface="Poppins"/>
              </a:rPr>
              <a:t>lacus</a:t>
            </a:r>
            <a:r>
              <a:rPr lang="en-US" sz="2799" dirty="0">
                <a:solidFill>
                  <a:srgbClr val="571A0E"/>
                </a:solidFill>
                <a:latin typeface="Poppins"/>
                <a:ea typeface="Poppins"/>
                <a:cs typeface="Poppins"/>
                <a:sym typeface="Poppins"/>
              </a:rPr>
              <a:t> sit </a:t>
            </a:r>
            <a:r>
              <a:rPr lang="en-US" sz="2799" dirty="0" err="1">
                <a:solidFill>
                  <a:srgbClr val="571A0E"/>
                </a:solidFill>
                <a:latin typeface="Poppins"/>
                <a:ea typeface="Poppins"/>
                <a:cs typeface="Poppins"/>
                <a:sym typeface="Poppins"/>
              </a:rPr>
              <a:t>amet</a:t>
            </a:r>
            <a:r>
              <a:rPr lang="en-US" sz="2799" dirty="0">
                <a:solidFill>
                  <a:srgbClr val="571A0E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dirty="0" err="1">
                <a:solidFill>
                  <a:srgbClr val="571A0E"/>
                </a:solidFill>
                <a:latin typeface="Poppins"/>
                <a:ea typeface="Poppins"/>
                <a:cs typeface="Poppins"/>
                <a:sym typeface="Poppins"/>
              </a:rPr>
              <a:t>urna</a:t>
            </a:r>
            <a:r>
              <a:rPr lang="en-US" sz="2799" dirty="0">
                <a:solidFill>
                  <a:srgbClr val="571A0E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dirty="0" err="1">
                <a:solidFill>
                  <a:srgbClr val="571A0E"/>
                </a:solidFill>
                <a:latin typeface="Poppins"/>
                <a:ea typeface="Poppins"/>
                <a:cs typeface="Poppins"/>
                <a:sym typeface="Poppins"/>
              </a:rPr>
              <a:t>tempor</a:t>
            </a:r>
            <a:r>
              <a:rPr lang="en-US" sz="2799" dirty="0">
                <a:solidFill>
                  <a:srgbClr val="571A0E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dirty="0" err="1">
                <a:solidFill>
                  <a:srgbClr val="571A0E"/>
                </a:solidFill>
                <a:latin typeface="Poppins"/>
                <a:ea typeface="Poppins"/>
                <a:cs typeface="Poppins"/>
                <a:sym typeface="Poppins"/>
              </a:rPr>
              <a:t>sollicitudin</a:t>
            </a:r>
            <a:r>
              <a:rPr lang="en-US" sz="2799" dirty="0">
                <a:solidFill>
                  <a:srgbClr val="571A0E"/>
                </a:solidFill>
                <a:latin typeface="Poppins"/>
                <a:ea typeface="Poppins"/>
                <a:cs typeface="Poppins"/>
                <a:sym typeface="Poppins"/>
              </a:rPr>
              <a:t>. Cras </a:t>
            </a:r>
            <a:r>
              <a:rPr lang="en-US" sz="2799" dirty="0" err="1">
                <a:solidFill>
                  <a:srgbClr val="571A0E"/>
                </a:solidFill>
                <a:latin typeface="Poppins"/>
                <a:ea typeface="Poppins"/>
                <a:cs typeface="Poppins"/>
                <a:sym typeface="Poppins"/>
              </a:rPr>
              <a:t>pretium</a:t>
            </a:r>
            <a:r>
              <a:rPr lang="en-US" sz="2799" dirty="0">
                <a:solidFill>
                  <a:srgbClr val="571A0E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dirty="0" err="1">
                <a:solidFill>
                  <a:srgbClr val="571A0E"/>
                </a:solidFill>
                <a:latin typeface="Poppins"/>
                <a:ea typeface="Poppins"/>
                <a:cs typeface="Poppins"/>
                <a:sym typeface="Poppins"/>
              </a:rPr>
              <a:t>tempor</a:t>
            </a:r>
            <a:r>
              <a:rPr lang="en-US" sz="2799" dirty="0">
                <a:solidFill>
                  <a:srgbClr val="571A0E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dirty="0" err="1">
                <a:solidFill>
                  <a:srgbClr val="571A0E"/>
                </a:solidFill>
                <a:latin typeface="Poppins"/>
                <a:ea typeface="Poppins"/>
                <a:cs typeface="Poppins"/>
                <a:sym typeface="Poppins"/>
              </a:rPr>
              <a:t>elit</a:t>
            </a:r>
            <a:r>
              <a:rPr lang="en-US" sz="2799" dirty="0">
                <a:solidFill>
                  <a:srgbClr val="571A0E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dirty="0" err="1">
                <a:solidFill>
                  <a:srgbClr val="571A0E"/>
                </a:solidFill>
                <a:latin typeface="Poppins"/>
                <a:ea typeface="Poppins"/>
                <a:cs typeface="Poppins"/>
                <a:sym typeface="Poppins"/>
              </a:rPr>
              <a:t>blandit</a:t>
            </a:r>
            <a:r>
              <a:rPr lang="en-US" sz="2799" dirty="0">
                <a:solidFill>
                  <a:srgbClr val="571A0E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dirty="0" err="1">
                <a:solidFill>
                  <a:srgbClr val="571A0E"/>
                </a:solidFill>
                <a:latin typeface="Poppins"/>
                <a:ea typeface="Poppins"/>
                <a:cs typeface="Poppins"/>
                <a:sym typeface="Poppins"/>
              </a:rPr>
              <a:t>egestas</a:t>
            </a:r>
            <a:r>
              <a:rPr lang="en-US" sz="2799" dirty="0">
                <a:solidFill>
                  <a:srgbClr val="571A0E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00200" y="800100"/>
            <a:ext cx="11784550" cy="6771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4400" b="1" dirty="0">
                <a:solidFill>
                  <a:srgbClr val="C15943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QUICK OVERVIEW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112436" y="6321598"/>
            <a:ext cx="9537552" cy="23286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3"/>
              </a:lnSpc>
            </a:pPr>
            <a:r>
              <a:rPr lang="en-US" sz="2799">
                <a:solidFill>
                  <a:srgbClr val="571A0E"/>
                </a:solidFill>
                <a:latin typeface="Poppins"/>
                <a:ea typeface="Poppins"/>
                <a:cs typeface="Poppins"/>
                <a:sym typeface="Poppins"/>
              </a:rPr>
              <a:t>Lorem ipsum dolor sit amet, consectetur adipiscing elit. Quisque non elit mauris. Cras euismod, metus ac finibus finibus, felis dui suscipit purus, a maximus leo ligula at dolor. Morbi et malesuada purus. Phasellus a lacus sit amet urna tempor sollicitudin. Cras pretium tempor elit blandit egestas.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 txBox="1"/>
          <p:nvPr/>
        </p:nvSpPr>
        <p:spPr>
          <a:xfrm>
            <a:off x="5640947" y="4562143"/>
            <a:ext cx="4541635" cy="46116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2600" dirty="0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Lorem ipsum dolor sit </a:t>
            </a:r>
            <a:r>
              <a:rPr lang="en-US" sz="2600" dirty="0" err="1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amet</a:t>
            </a:r>
            <a:r>
              <a:rPr lang="en-US" sz="2600" dirty="0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600" dirty="0" err="1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consectetur</a:t>
            </a:r>
            <a:r>
              <a:rPr lang="en-US" sz="2600" dirty="0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dirty="0" err="1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adipiscing</a:t>
            </a:r>
            <a:r>
              <a:rPr lang="en-US" sz="2600" dirty="0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dirty="0" err="1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elit</a:t>
            </a:r>
            <a:r>
              <a:rPr lang="en-US" sz="2600" dirty="0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n-US" sz="2600" dirty="0" err="1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Quisque</a:t>
            </a:r>
            <a:r>
              <a:rPr lang="en-US" sz="2600" dirty="0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 non </a:t>
            </a:r>
            <a:r>
              <a:rPr lang="en-US" sz="2600" dirty="0" err="1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elit</a:t>
            </a:r>
            <a:r>
              <a:rPr lang="en-US" sz="2600" dirty="0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dirty="0" err="1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mauris</a:t>
            </a:r>
            <a:r>
              <a:rPr lang="en-US" sz="2600" dirty="0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. Cras </a:t>
            </a:r>
            <a:r>
              <a:rPr lang="en-US" sz="2600" dirty="0" err="1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euismod</a:t>
            </a:r>
            <a:r>
              <a:rPr lang="en-US" sz="2600" dirty="0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600" dirty="0" err="1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metus</a:t>
            </a:r>
            <a:r>
              <a:rPr lang="en-US" sz="2600" dirty="0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 ac </a:t>
            </a:r>
            <a:r>
              <a:rPr lang="en-US" sz="2600" dirty="0" err="1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finibus</a:t>
            </a:r>
            <a:r>
              <a:rPr lang="en-US" sz="2600" dirty="0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dirty="0" err="1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finibus</a:t>
            </a:r>
            <a:r>
              <a:rPr lang="en-US" sz="2600" dirty="0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600" dirty="0" err="1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felis</a:t>
            </a:r>
            <a:r>
              <a:rPr lang="en-US" sz="2600" dirty="0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 dui </a:t>
            </a:r>
            <a:r>
              <a:rPr lang="en-US" sz="2600" dirty="0" err="1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suscipit</a:t>
            </a:r>
            <a:r>
              <a:rPr lang="en-US" sz="2600" dirty="0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dirty="0" err="1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purus</a:t>
            </a:r>
            <a:r>
              <a:rPr lang="en-US" sz="2600" dirty="0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, a maximus </a:t>
            </a:r>
            <a:r>
              <a:rPr lang="en-US" sz="2600" dirty="0" err="1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leo</a:t>
            </a:r>
            <a:r>
              <a:rPr lang="en-US" sz="2600" dirty="0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 ligula at dolor. Morbi et </a:t>
            </a:r>
            <a:r>
              <a:rPr lang="en-US" sz="2600" dirty="0" err="1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malesuada</a:t>
            </a:r>
            <a:r>
              <a:rPr lang="en-US" sz="2600" dirty="0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dirty="0" err="1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purus</a:t>
            </a:r>
            <a:r>
              <a:rPr lang="en-US" sz="2600" dirty="0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n-US" sz="2600" dirty="0" err="1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Phasellus</a:t>
            </a:r>
            <a:r>
              <a:rPr lang="en-US" sz="2600" dirty="0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 a </a:t>
            </a:r>
            <a:r>
              <a:rPr lang="en-US" sz="2600" dirty="0" err="1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lacus</a:t>
            </a:r>
            <a:r>
              <a:rPr lang="en-US" sz="2600" dirty="0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 sit </a:t>
            </a:r>
            <a:r>
              <a:rPr lang="en-US" sz="2600" dirty="0" err="1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amet</a:t>
            </a:r>
            <a:r>
              <a:rPr lang="en-US" sz="2600" dirty="0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dirty="0" err="1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urna</a:t>
            </a:r>
            <a:r>
              <a:rPr lang="en-US" sz="2600" dirty="0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dirty="0" err="1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tempor</a:t>
            </a:r>
            <a:r>
              <a:rPr lang="en-US" sz="2600" dirty="0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dirty="0" err="1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sollicitudin</a:t>
            </a:r>
            <a:r>
              <a:rPr lang="en-US" sz="2600" dirty="0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. Cras </a:t>
            </a:r>
            <a:r>
              <a:rPr lang="en-US" sz="2600" dirty="0" err="1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pretium</a:t>
            </a:r>
            <a:r>
              <a:rPr lang="en-US" sz="2600" dirty="0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dirty="0" err="1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tempor</a:t>
            </a:r>
            <a:r>
              <a:rPr lang="en-US" sz="2600" dirty="0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dirty="0" err="1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elit</a:t>
            </a:r>
            <a:r>
              <a:rPr lang="en-US" sz="2600" dirty="0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dirty="0" err="1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blandit</a:t>
            </a:r>
            <a:r>
              <a:rPr lang="en-US" sz="2600" dirty="0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dirty="0" err="1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egestas</a:t>
            </a:r>
            <a:r>
              <a:rPr lang="en-US" sz="2600" dirty="0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. Donec sed </a:t>
            </a:r>
            <a:r>
              <a:rPr lang="en-US" sz="2600" dirty="0" err="1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dignissim</a:t>
            </a:r>
            <a:r>
              <a:rPr lang="en-US" sz="2600" dirty="0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dirty="0" err="1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augue</a:t>
            </a:r>
            <a:r>
              <a:rPr lang="en-US" sz="2600" dirty="0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675360" y="647700"/>
            <a:ext cx="7839034" cy="6771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4400" b="1" dirty="0">
                <a:solidFill>
                  <a:srgbClr val="C15943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KEY FACTS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449408" y="4646676"/>
            <a:ext cx="4541635" cy="46116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2600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Lorem ipsum dolor sit amet, consectetur adipiscing elit. Quisque non elit mauris. Cras euismod, metus ac finibus finibus, felis dui suscipit purus, a maximus leo ligula at dolor. Morbi et malesuada purus. Phasellus a lacus sit amet urna tempor sollicitudin. Cras pretium tempor elit blandit egestas. Donec sed dignissim augue.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 txBox="1"/>
          <p:nvPr/>
        </p:nvSpPr>
        <p:spPr>
          <a:xfrm>
            <a:off x="5913075" y="3318314"/>
            <a:ext cx="5577822" cy="27096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3"/>
              </a:lnSpc>
            </a:pPr>
            <a:r>
              <a:rPr lang="en-US" sz="2799" dirty="0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Lorem ipsum dolor sit </a:t>
            </a:r>
            <a:r>
              <a:rPr lang="en-US" sz="2799" dirty="0" err="1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amet</a:t>
            </a:r>
            <a:r>
              <a:rPr lang="en-US" sz="2799" dirty="0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799" dirty="0" err="1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consectetur</a:t>
            </a:r>
            <a:r>
              <a:rPr lang="en-US" sz="2799" dirty="0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dirty="0" err="1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adipiscing</a:t>
            </a:r>
            <a:r>
              <a:rPr lang="en-US" sz="2799" dirty="0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dirty="0" err="1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elit</a:t>
            </a:r>
            <a:r>
              <a:rPr lang="en-US" sz="2799" dirty="0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n-US" sz="2799" dirty="0" err="1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Quisque</a:t>
            </a:r>
            <a:r>
              <a:rPr lang="en-US" sz="2799" dirty="0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 non </a:t>
            </a:r>
            <a:r>
              <a:rPr lang="en-US" sz="2799" dirty="0" err="1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elit</a:t>
            </a:r>
            <a:r>
              <a:rPr lang="en-US" sz="2799" dirty="0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dirty="0" err="1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mauris</a:t>
            </a:r>
            <a:r>
              <a:rPr lang="en-US" sz="2799" dirty="0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. Cras </a:t>
            </a:r>
            <a:r>
              <a:rPr lang="en-US" sz="2799" dirty="0" err="1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euismod</a:t>
            </a:r>
            <a:r>
              <a:rPr lang="en-US" sz="2799" dirty="0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799" dirty="0" err="1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metus</a:t>
            </a:r>
            <a:r>
              <a:rPr lang="en-US" sz="2799" dirty="0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 ac </a:t>
            </a:r>
            <a:r>
              <a:rPr lang="en-US" sz="2799" dirty="0" err="1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finibus</a:t>
            </a:r>
            <a:r>
              <a:rPr lang="en-US" sz="2799" dirty="0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dirty="0" err="1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finibus</a:t>
            </a:r>
            <a:r>
              <a:rPr lang="en-US" sz="2799" dirty="0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799" dirty="0" err="1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felis</a:t>
            </a:r>
            <a:r>
              <a:rPr lang="en-US" sz="2799" dirty="0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 dui </a:t>
            </a:r>
            <a:r>
              <a:rPr lang="en-US" sz="2799" dirty="0" err="1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suscipit</a:t>
            </a:r>
            <a:r>
              <a:rPr lang="en-US" sz="2799" dirty="0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dirty="0" err="1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purus</a:t>
            </a:r>
            <a:r>
              <a:rPr lang="en-US" sz="2799" dirty="0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, a maximus </a:t>
            </a:r>
            <a:r>
              <a:rPr lang="en-US" sz="2799" dirty="0" err="1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leo</a:t>
            </a:r>
            <a:r>
              <a:rPr lang="en-US" sz="2799" dirty="0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 ligula at dolor. Morbi et </a:t>
            </a:r>
            <a:r>
              <a:rPr lang="en-US" sz="2799" dirty="0" err="1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malesuada</a:t>
            </a:r>
            <a:r>
              <a:rPr lang="en-US" sz="2799" dirty="0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dirty="0" err="1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purus</a:t>
            </a:r>
            <a:r>
              <a:rPr lang="en-US" sz="2799" dirty="0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308129" y="571667"/>
            <a:ext cx="11671742" cy="6771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4400" b="1" dirty="0">
                <a:solidFill>
                  <a:srgbClr val="C15943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IMPORTANT INSIGHTS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913075" y="6340852"/>
            <a:ext cx="5577822" cy="27096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3"/>
              </a:lnSpc>
            </a:pPr>
            <a:r>
              <a:rPr lang="en-US" sz="2799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Lorem ipsum dolor sit amet, consectetur adipiscing elit. Quisque non elit mauris. Cras euismod, metus ac finibus finibus, felis dui suscipit purus, a maximus leo ligula at dolor. Morbi et malesuada purus.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9585449" y="3418324"/>
            <a:ext cx="6698724" cy="5838617"/>
          </a:xfrm>
          <a:custGeom>
            <a:avLst/>
            <a:gdLst/>
            <a:ahLst/>
            <a:cxnLst/>
            <a:rect l="l" t="t" r="r" b="b"/>
            <a:pathLst>
              <a:path w="6261108" h="5457190">
                <a:moveTo>
                  <a:pt x="5904230" y="0"/>
                </a:moveTo>
                <a:lnTo>
                  <a:pt x="4438650" y="0"/>
                </a:lnTo>
                <a:cubicBezTo>
                  <a:pt x="4240530" y="0"/>
                  <a:pt x="4080510" y="161290"/>
                  <a:pt x="4080510" y="358140"/>
                </a:cubicBezTo>
                <a:lnTo>
                  <a:pt x="4080510" y="1823720"/>
                </a:lnTo>
                <a:cubicBezTo>
                  <a:pt x="4080510" y="2021840"/>
                  <a:pt x="4241800" y="2181860"/>
                  <a:pt x="4438650" y="2181860"/>
                </a:cubicBezTo>
                <a:lnTo>
                  <a:pt x="5100320" y="2181860"/>
                </a:lnTo>
                <a:lnTo>
                  <a:pt x="5100320" y="2644140"/>
                </a:lnTo>
                <a:lnTo>
                  <a:pt x="1163320" y="2644140"/>
                </a:lnTo>
                <a:lnTo>
                  <a:pt x="1163320" y="2181860"/>
                </a:lnTo>
                <a:lnTo>
                  <a:pt x="1824990" y="2181860"/>
                </a:lnTo>
                <a:cubicBezTo>
                  <a:pt x="2023110" y="2181860"/>
                  <a:pt x="2183130" y="2020570"/>
                  <a:pt x="2183130" y="1823720"/>
                </a:cubicBezTo>
                <a:lnTo>
                  <a:pt x="2183130" y="358140"/>
                </a:lnTo>
                <a:cubicBezTo>
                  <a:pt x="2183130" y="160020"/>
                  <a:pt x="2021840" y="0"/>
                  <a:pt x="1824990" y="0"/>
                </a:cubicBezTo>
                <a:lnTo>
                  <a:pt x="358140" y="0"/>
                </a:lnTo>
                <a:cubicBezTo>
                  <a:pt x="161290" y="0"/>
                  <a:pt x="0" y="161290"/>
                  <a:pt x="0" y="358140"/>
                </a:cubicBezTo>
                <a:lnTo>
                  <a:pt x="0" y="1823720"/>
                </a:lnTo>
                <a:cubicBezTo>
                  <a:pt x="0" y="2021840"/>
                  <a:pt x="161290" y="2181860"/>
                  <a:pt x="358140" y="2181860"/>
                </a:cubicBezTo>
                <a:lnTo>
                  <a:pt x="1019810" y="2181860"/>
                </a:lnTo>
                <a:lnTo>
                  <a:pt x="1019810" y="2717800"/>
                </a:lnTo>
                <a:cubicBezTo>
                  <a:pt x="1019810" y="2757170"/>
                  <a:pt x="1051560" y="2788920"/>
                  <a:pt x="1090930" y="2788920"/>
                </a:cubicBezTo>
                <a:lnTo>
                  <a:pt x="3059430" y="2788920"/>
                </a:lnTo>
                <a:lnTo>
                  <a:pt x="3059430" y="3275330"/>
                </a:lnTo>
                <a:lnTo>
                  <a:pt x="2397760" y="3275330"/>
                </a:lnTo>
                <a:cubicBezTo>
                  <a:pt x="2199640" y="3275330"/>
                  <a:pt x="2039620" y="3436620"/>
                  <a:pt x="2039620" y="3633470"/>
                </a:cubicBezTo>
                <a:lnTo>
                  <a:pt x="2039620" y="5099050"/>
                </a:lnTo>
                <a:cubicBezTo>
                  <a:pt x="2039620" y="5297170"/>
                  <a:pt x="2200910" y="5457190"/>
                  <a:pt x="2397760" y="5457190"/>
                </a:cubicBezTo>
                <a:lnTo>
                  <a:pt x="3863340" y="5457190"/>
                </a:lnTo>
                <a:cubicBezTo>
                  <a:pt x="4061460" y="5457190"/>
                  <a:pt x="4221480" y="5295900"/>
                  <a:pt x="4221480" y="5099050"/>
                </a:cubicBezTo>
                <a:lnTo>
                  <a:pt x="4221480" y="3633470"/>
                </a:lnTo>
                <a:cubicBezTo>
                  <a:pt x="4221480" y="3435350"/>
                  <a:pt x="4060190" y="3275330"/>
                  <a:pt x="3863340" y="3275330"/>
                </a:cubicBezTo>
                <a:lnTo>
                  <a:pt x="3201670" y="3275330"/>
                </a:lnTo>
                <a:lnTo>
                  <a:pt x="3201670" y="2788920"/>
                </a:lnTo>
                <a:lnTo>
                  <a:pt x="5170170" y="2788920"/>
                </a:lnTo>
                <a:cubicBezTo>
                  <a:pt x="5209540" y="2788920"/>
                  <a:pt x="5241290" y="2757170"/>
                  <a:pt x="5241290" y="2717800"/>
                </a:cubicBezTo>
                <a:lnTo>
                  <a:pt x="5241290" y="2183130"/>
                </a:lnTo>
                <a:lnTo>
                  <a:pt x="5902960" y="2183130"/>
                </a:lnTo>
                <a:cubicBezTo>
                  <a:pt x="6101080" y="2183130"/>
                  <a:pt x="6261100" y="2021840"/>
                  <a:pt x="6261100" y="1824990"/>
                </a:cubicBezTo>
                <a:lnTo>
                  <a:pt x="6261100" y="358140"/>
                </a:lnTo>
                <a:cubicBezTo>
                  <a:pt x="6262370" y="161290"/>
                  <a:pt x="6102350" y="0"/>
                  <a:pt x="5904230" y="0"/>
                </a:cubicBezTo>
                <a:close/>
              </a:path>
            </a:pathLst>
          </a:custGeom>
          <a:solidFill>
            <a:srgbClr val="FFB8C9"/>
          </a:solidFill>
        </p:spPr>
        <p:txBody>
          <a:bodyPr/>
          <a:lstStyle/>
          <a:p>
            <a:endParaRPr lang="ru-RU"/>
          </a:p>
        </p:txBody>
      </p:sp>
      <p:sp>
        <p:nvSpPr>
          <p:cNvPr id="12" name="TextBox 12"/>
          <p:cNvSpPr txBox="1"/>
          <p:nvPr/>
        </p:nvSpPr>
        <p:spPr>
          <a:xfrm>
            <a:off x="3818303" y="3428940"/>
            <a:ext cx="5325697" cy="53766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3"/>
              </a:lnSpc>
            </a:pPr>
            <a:r>
              <a:rPr lang="en-US" sz="2799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Lorem ipsum dolor sit amet, consectetur adipiscing elit. Quisque non elit mauris. Cras euismod, metus ac finibus finibus, felis dui suscipit purus, a maximus leo ligula at dolor. Morbi et malesuada purus. Phasellus a lacus sit amet urna tempor sollicitudin. Cras pretium tempor elit blandit egestas. Donec sed dignissim augue. Suspendisse ac vulputate leo. Cras aliquet nunc ac velit cursus viverra.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818303" y="1333500"/>
            <a:ext cx="10451606" cy="61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4000" b="1" dirty="0">
                <a:solidFill>
                  <a:srgbClr val="C15943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REAL EXAMPLES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/>
          <p:cNvSpPr txBox="1"/>
          <p:nvPr/>
        </p:nvSpPr>
        <p:spPr>
          <a:xfrm>
            <a:off x="5640947" y="5024628"/>
            <a:ext cx="5196697" cy="42336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3"/>
              </a:lnSpc>
            </a:pPr>
            <a:r>
              <a:rPr lang="en-US" sz="2799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Lorem ipsum dolor sit amet, consectetur adipiscing elit. Quisque non elit mauris. Cras euismod, metus ac finibus finibus, felis dui suscipit purus, a maximus leo ligula at dolor. Morbi et malesuada purus. Phasellus a lacus sit amet urna tempor sollicitudin. Cras pretium tempor elit blandit egestas.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419600" y="1462462"/>
            <a:ext cx="10896599" cy="6771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4400" b="1" dirty="0">
                <a:solidFill>
                  <a:srgbClr val="C15943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MAIN TAKEAWAYS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418669" y="5024628"/>
            <a:ext cx="5196697" cy="42336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3"/>
              </a:lnSpc>
            </a:pPr>
            <a:r>
              <a:rPr lang="en-US" sz="2799">
                <a:solidFill>
                  <a:srgbClr val="C15943"/>
                </a:solidFill>
                <a:latin typeface="Poppins"/>
                <a:ea typeface="Poppins"/>
                <a:cs typeface="Poppins"/>
                <a:sym typeface="Poppins"/>
              </a:rPr>
              <a:t>Lorem ipsum dolor sit amet, consectetur adipiscing elit. Quisque non elit mauris. Cras euismod, metus ac finibus finibus, felis dui suscipit purus, a maximus leo ligula at dolor. Morbi et malesuada purus. Phasellus a lacus sit amet urna tempor sollicitudin. Cras pretium tempor elit blandit egestas.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/>
          <p:cNvSpPr txBox="1"/>
          <p:nvPr/>
        </p:nvSpPr>
        <p:spPr>
          <a:xfrm>
            <a:off x="4114800" y="4419447"/>
            <a:ext cx="9054615" cy="37428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54"/>
              </a:lnSpc>
            </a:pPr>
            <a:r>
              <a:rPr lang="en-US" sz="8800" b="1" dirty="0">
                <a:solidFill>
                  <a:srgbClr val="C15943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E’TIBORINGIZ UCHUN RAHMAT!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587</Words>
  <Application>Microsoft Office PowerPoint</Application>
  <PresentationFormat>Произвольный</PresentationFormat>
  <Paragraphs>22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3" baseType="lpstr">
      <vt:lpstr>Arial</vt:lpstr>
      <vt:lpstr>Montaser Arabic Bold</vt:lpstr>
      <vt:lpstr>Calibri</vt:lpstr>
      <vt:lpstr>Poppins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Brown Abstract Doodle Wood Board Group Project Presentation</dc:title>
  <cp:lastModifiedBy>Nodir Qarshiyev</cp:lastModifiedBy>
  <cp:revision>13</cp:revision>
  <dcterms:created xsi:type="dcterms:W3CDTF">2006-08-16T00:00:00Z</dcterms:created>
  <dcterms:modified xsi:type="dcterms:W3CDTF">2026-07-26T01:59:40Z</dcterms:modified>
  <dc:identifier>DAHCIl3asbU</dc:identifier>
</cp:coreProperties>
</file>