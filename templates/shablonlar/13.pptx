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58" r:id="rId3"/>
    <p:sldId id="259" r:id="rId4"/>
    <p:sldId id="262" r:id="rId5"/>
    <p:sldId id="263" r:id="rId6"/>
    <p:sldId id="265" r:id="rId7"/>
    <p:sldId id="271" r:id="rId8"/>
    <p:sldId id="275" r:id="rId9"/>
  </p:sldIdLst>
  <p:sldSz cx="18288000" cy="10287000"/>
  <p:notesSz cx="6858000" cy="9144000"/>
  <p:embeddedFontLst>
    <p:embeddedFont>
      <p:font typeface="Clear Sans" panose="020B0604020202020204" charset="0"/>
      <p:regular r:id="rId10"/>
    </p:embeddedFont>
    <p:embeddedFont>
      <p:font typeface="Lumberjack" panose="02000503050000020004" charset="-52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6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17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7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/>
        </p:nvSpPr>
        <p:spPr>
          <a:xfrm>
            <a:off x="15893957" y="-819247"/>
            <a:ext cx="4788085" cy="5256381"/>
          </a:xfrm>
          <a:custGeom>
            <a:avLst/>
            <a:gdLst/>
            <a:ahLst/>
            <a:cxnLst/>
            <a:rect l="l" t="t" r="r" b="b"/>
            <a:pathLst>
              <a:path w="4788085" h="5256381">
                <a:moveTo>
                  <a:pt x="0" y="0"/>
                </a:moveTo>
                <a:lnTo>
                  <a:pt x="4788086" y="0"/>
                </a:lnTo>
                <a:lnTo>
                  <a:pt x="4788086" y="5256381"/>
                </a:lnTo>
                <a:lnTo>
                  <a:pt x="0" y="5256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3"/>
          <p:cNvSpPr/>
          <p:nvPr/>
        </p:nvSpPr>
        <p:spPr>
          <a:xfrm>
            <a:off x="16306800" y="7039323"/>
            <a:ext cx="2682658" cy="3688654"/>
          </a:xfrm>
          <a:custGeom>
            <a:avLst/>
            <a:gdLst/>
            <a:ahLst/>
            <a:cxnLst/>
            <a:rect l="l" t="t" r="r" b="b"/>
            <a:pathLst>
              <a:path w="2682658" h="3688654">
                <a:moveTo>
                  <a:pt x="0" y="0"/>
                </a:moveTo>
                <a:lnTo>
                  <a:pt x="2682658" y="0"/>
                </a:lnTo>
                <a:lnTo>
                  <a:pt x="2682658" y="3688655"/>
                </a:lnTo>
                <a:lnTo>
                  <a:pt x="0" y="3688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4"/>
          <p:cNvSpPr/>
          <p:nvPr/>
        </p:nvSpPr>
        <p:spPr>
          <a:xfrm flipH="1">
            <a:off x="-2221312" y="3510310"/>
            <a:ext cx="5060979" cy="7462570"/>
          </a:xfrm>
          <a:custGeom>
            <a:avLst/>
            <a:gdLst/>
            <a:ahLst/>
            <a:cxnLst/>
            <a:rect l="l" t="t" r="r" b="b"/>
            <a:pathLst>
              <a:path w="5060979" h="7462570">
                <a:moveTo>
                  <a:pt x="5060980" y="0"/>
                </a:moveTo>
                <a:lnTo>
                  <a:pt x="0" y="0"/>
                </a:lnTo>
                <a:lnTo>
                  <a:pt x="0" y="7462569"/>
                </a:lnTo>
                <a:lnTo>
                  <a:pt x="5060980" y="7462569"/>
                </a:lnTo>
                <a:lnTo>
                  <a:pt x="506098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1875056" y="508533"/>
            <a:ext cx="1929223" cy="1816977"/>
          </a:xfrm>
          <a:custGeom>
            <a:avLst/>
            <a:gdLst/>
            <a:ahLst/>
            <a:cxnLst/>
            <a:rect l="l" t="t" r="r" b="b"/>
            <a:pathLst>
              <a:path w="1929223" h="1816977">
                <a:moveTo>
                  <a:pt x="0" y="0"/>
                </a:moveTo>
                <a:lnTo>
                  <a:pt x="1929223" y="0"/>
                </a:lnTo>
                <a:lnTo>
                  <a:pt x="1929223" y="1816977"/>
                </a:lnTo>
                <a:lnTo>
                  <a:pt x="0" y="1816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721663" y="6291608"/>
            <a:ext cx="1723793" cy="1899972"/>
          </a:xfrm>
          <a:custGeom>
            <a:avLst/>
            <a:gdLst/>
            <a:ahLst/>
            <a:cxnLst/>
            <a:rect l="l" t="t" r="r" b="b"/>
            <a:pathLst>
              <a:path w="1723793" h="1899972">
                <a:moveTo>
                  <a:pt x="0" y="0"/>
                </a:moveTo>
                <a:lnTo>
                  <a:pt x="1723793" y="0"/>
                </a:lnTo>
                <a:lnTo>
                  <a:pt x="1723793" y="1899973"/>
                </a:lnTo>
                <a:lnTo>
                  <a:pt x="0" y="1899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6" name="Group 16"/>
          <p:cNvGrpSpPr/>
          <p:nvPr/>
        </p:nvGrpSpPr>
        <p:grpSpPr>
          <a:xfrm>
            <a:off x="6546547" y="970767"/>
            <a:ext cx="5194905" cy="1354743"/>
            <a:chOff x="0" y="0"/>
            <a:chExt cx="6926540" cy="1806324"/>
          </a:xfrm>
        </p:grpSpPr>
        <p:sp>
          <p:nvSpPr>
            <p:cNvPr id="17" name="Freeform 17"/>
            <p:cNvSpPr/>
            <p:nvPr/>
          </p:nvSpPr>
          <p:spPr>
            <a:xfrm>
              <a:off x="3040290" y="0"/>
              <a:ext cx="845960" cy="922949"/>
            </a:xfrm>
            <a:custGeom>
              <a:avLst/>
              <a:gdLst/>
              <a:ahLst/>
              <a:cxnLst/>
              <a:rect l="l" t="t" r="r" b="b"/>
              <a:pathLst>
                <a:path w="845960" h="922949">
                  <a:moveTo>
                    <a:pt x="0" y="0"/>
                  </a:moveTo>
                  <a:lnTo>
                    <a:pt x="845960" y="0"/>
                  </a:lnTo>
                  <a:lnTo>
                    <a:pt x="845960" y="922949"/>
                  </a:lnTo>
                  <a:lnTo>
                    <a:pt x="0" y="922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59166"/>
              <a:ext cx="6926540" cy="555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 dirty="0">
                  <a:solidFill>
                    <a:srgbClr val="323232"/>
                  </a:solidFill>
                  <a:latin typeface="Lumberjack"/>
                  <a:ea typeface="Lumberjack"/>
                  <a:cs typeface="Lumberjack"/>
                  <a:sym typeface="Lumberjack"/>
                </a:rPr>
                <a:t>НАМАСТЕ САВАСАНА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4228037" y="4180575"/>
            <a:ext cx="6956631" cy="7085457"/>
          </a:xfrm>
          <a:custGeom>
            <a:avLst/>
            <a:gdLst/>
            <a:ahLst/>
            <a:cxnLst/>
            <a:rect l="l" t="t" r="r" b="b"/>
            <a:pathLst>
              <a:path w="6956631" h="7085457">
                <a:moveTo>
                  <a:pt x="0" y="0"/>
                </a:moveTo>
                <a:lnTo>
                  <a:pt x="6956631" y="0"/>
                </a:lnTo>
                <a:lnTo>
                  <a:pt x="6956631" y="7085458"/>
                </a:lnTo>
                <a:lnTo>
                  <a:pt x="0" y="7085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Freeform 12"/>
          <p:cNvSpPr/>
          <p:nvPr/>
        </p:nvSpPr>
        <p:spPr>
          <a:xfrm>
            <a:off x="-3306255" y="-1119079"/>
            <a:ext cx="6034849" cy="6262579"/>
          </a:xfrm>
          <a:custGeom>
            <a:avLst/>
            <a:gdLst/>
            <a:ahLst/>
            <a:cxnLst/>
            <a:rect l="l" t="t" r="r" b="b"/>
            <a:pathLst>
              <a:path w="6034849" h="6262579">
                <a:moveTo>
                  <a:pt x="0" y="0"/>
                </a:moveTo>
                <a:lnTo>
                  <a:pt x="6034849" y="0"/>
                </a:lnTo>
                <a:lnTo>
                  <a:pt x="6034849" y="6262579"/>
                </a:lnTo>
                <a:lnTo>
                  <a:pt x="0" y="6262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3" name="Freeform 13"/>
          <p:cNvSpPr/>
          <p:nvPr/>
        </p:nvSpPr>
        <p:spPr>
          <a:xfrm rot="-1436842">
            <a:off x="1057374" y="2384215"/>
            <a:ext cx="2340418" cy="2392620"/>
          </a:xfrm>
          <a:custGeom>
            <a:avLst/>
            <a:gdLst/>
            <a:ahLst/>
            <a:cxnLst/>
            <a:rect l="l" t="t" r="r" b="b"/>
            <a:pathLst>
              <a:path w="2340418" h="2392620">
                <a:moveTo>
                  <a:pt x="0" y="0"/>
                </a:moveTo>
                <a:lnTo>
                  <a:pt x="2340417" y="0"/>
                </a:lnTo>
                <a:lnTo>
                  <a:pt x="2340417" y="2392620"/>
                </a:lnTo>
                <a:lnTo>
                  <a:pt x="0" y="2392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/>
          <p:cNvSpPr/>
          <p:nvPr/>
        </p:nvSpPr>
        <p:spPr>
          <a:xfrm>
            <a:off x="-288830" y="7424858"/>
            <a:ext cx="3429121" cy="3841174"/>
          </a:xfrm>
          <a:custGeom>
            <a:avLst/>
            <a:gdLst/>
            <a:ahLst/>
            <a:cxnLst/>
            <a:rect l="l" t="t" r="r" b="b"/>
            <a:pathLst>
              <a:path w="3429121" h="3841174">
                <a:moveTo>
                  <a:pt x="0" y="0"/>
                </a:moveTo>
                <a:lnTo>
                  <a:pt x="3429121" y="0"/>
                </a:lnTo>
                <a:lnTo>
                  <a:pt x="3429121" y="3841175"/>
                </a:lnTo>
                <a:lnTo>
                  <a:pt x="0" y="384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4"/>
          <p:cNvSpPr/>
          <p:nvPr/>
        </p:nvSpPr>
        <p:spPr>
          <a:xfrm>
            <a:off x="-717550" y="4881690"/>
            <a:ext cx="3401595" cy="3661208"/>
          </a:xfrm>
          <a:custGeom>
            <a:avLst/>
            <a:gdLst/>
            <a:ahLst/>
            <a:cxnLst/>
            <a:rect l="l" t="t" r="r" b="b"/>
            <a:pathLst>
              <a:path w="3401595" h="3661208">
                <a:moveTo>
                  <a:pt x="0" y="0"/>
                </a:moveTo>
                <a:lnTo>
                  <a:pt x="3401595" y="0"/>
                </a:lnTo>
                <a:lnTo>
                  <a:pt x="3401595" y="3661208"/>
                </a:lnTo>
                <a:lnTo>
                  <a:pt x="0" y="3661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flipV="1">
            <a:off x="6585253" y="1273563"/>
            <a:ext cx="2558747" cy="2186565"/>
          </a:xfrm>
          <a:custGeom>
            <a:avLst/>
            <a:gdLst/>
            <a:ahLst/>
            <a:cxnLst/>
            <a:rect l="l" t="t" r="r" b="b"/>
            <a:pathLst>
              <a:path w="2558747" h="2186565">
                <a:moveTo>
                  <a:pt x="0" y="2186566"/>
                </a:moveTo>
                <a:lnTo>
                  <a:pt x="2558747" y="2186566"/>
                </a:lnTo>
                <a:lnTo>
                  <a:pt x="2558747" y="0"/>
                </a:lnTo>
                <a:lnTo>
                  <a:pt x="0" y="0"/>
                </a:lnTo>
                <a:lnTo>
                  <a:pt x="0" y="21865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604545" y="7149264"/>
            <a:ext cx="1450302" cy="1598529"/>
          </a:xfrm>
          <a:custGeom>
            <a:avLst/>
            <a:gdLst/>
            <a:ahLst/>
            <a:cxnLst/>
            <a:rect l="l" t="t" r="r" b="b"/>
            <a:pathLst>
              <a:path w="1450302" h="1598529">
                <a:moveTo>
                  <a:pt x="0" y="0"/>
                </a:moveTo>
                <a:lnTo>
                  <a:pt x="1450302" y="0"/>
                </a:lnTo>
                <a:lnTo>
                  <a:pt x="1450302" y="1598529"/>
                </a:lnTo>
                <a:lnTo>
                  <a:pt x="0" y="1598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848327" y="5619912"/>
            <a:ext cx="2910142" cy="4001445"/>
          </a:xfrm>
          <a:custGeom>
            <a:avLst/>
            <a:gdLst/>
            <a:ahLst/>
            <a:cxnLst/>
            <a:rect l="l" t="t" r="r" b="b"/>
            <a:pathLst>
              <a:path w="2910142" h="4001445">
                <a:moveTo>
                  <a:pt x="0" y="0"/>
                </a:moveTo>
                <a:lnTo>
                  <a:pt x="2910142" y="0"/>
                </a:lnTo>
                <a:lnTo>
                  <a:pt x="2910142" y="4001445"/>
                </a:lnTo>
                <a:lnTo>
                  <a:pt x="0" y="4001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9843255" y="571933"/>
            <a:ext cx="1487142" cy="1655725"/>
          </a:xfrm>
          <a:custGeom>
            <a:avLst/>
            <a:gdLst/>
            <a:ahLst/>
            <a:cxnLst/>
            <a:rect l="l" t="t" r="r" b="b"/>
            <a:pathLst>
              <a:path w="1487142" h="1655725">
                <a:moveTo>
                  <a:pt x="0" y="0"/>
                </a:moveTo>
                <a:lnTo>
                  <a:pt x="1487142" y="0"/>
                </a:lnTo>
                <a:lnTo>
                  <a:pt x="1487142" y="1655725"/>
                </a:lnTo>
                <a:lnTo>
                  <a:pt x="0" y="1655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622690" y="5046860"/>
            <a:ext cx="5959277" cy="6069633"/>
          </a:xfrm>
          <a:custGeom>
            <a:avLst/>
            <a:gdLst/>
            <a:ahLst/>
            <a:cxnLst/>
            <a:rect l="l" t="t" r="r" b="b"/>
            <a:pathLst>
              <a:path w="5959277" h="6069633">
                <a:moveTo>
                  <a:pt x="0" y="0"/>
                </a:moveTo>
                <a:lnTo>
                  <a:pt x="5959277" y="0"/>
                </a:lnTo>
                <a:lnTo>
                  <a:pt x="5959277" y="6069633"/>
                </a:lnTo>
                <a:lnTo>
                  <a:pt x="0" y="6069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4689316" y="7272146"/>
            <a:ext cx="3733969" cy="3972308"/>
          </a:xfrm>
          <a:custGeom>
            <a:avLst/>
            <a:gdLst/>
            <a:ahLst/>
            <a:cxnLst/>
            <a:rect l="l" t="t" r="r" b="b"/>
            <a:pathLst>
              <a:path w="3733969" h="3972308">
                <a:moveTo>
                  <a:pt x="0" y="0"/>
                </a:moveTo>
                <a:lnTo>
                  <a:pt x="3733969" y="0"/>
                </a:lnTo>
                <a:lnTo>
                  <a:pt x="3733969" y="3972308"/>
                </a:lnTo>
                <a:lnTo>
                  <a:pt x="0" y="397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11946361" y="935947"/>
            <a:ext cx="2295642" cy="2162078"/>
          </a:xfrm>
          <a:custGeom>
            <a:avLst/>
            <a:gdLst/>
            <a:ahLst/>
            <a:cxnLst/>
            <a:rect l="l" t="t" r="r" b="b"/>
            <a:pathLst>
              <a:path w="2295642" h="2162078">
                <a:moveTo>
                  <a:pt x="0" y="0"/>
                </a:moveTo>
                <a:lnTo>
                  <a:pt x="2295643" y="0"/>
                </a:lnTo>
                <a:lnTo>
                  <a:pt x="2295643" y="2162078"/>
                </a:lnTo>
                <a:lnTo>
                  <a:pt x="0" y="2162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15175520" y="-214630"/>
            <a:ext cx="4167561" cy="6145197"/>
          </a:xfrm>
          <a:custGeom>
            <a:avLst/>
            <a:gdLst/>
            <a:ahLst/>
            <a:cxnLst/>
            <a:rect l="l" t="t" r="r" b="b"/>
            <a:pathLst>
              <a:path w="4167561" h="6145197">
                <a:moveTo>
                  <a:pt x="0" y="0"/>
                </a:moveTo>
                <a:lnTo>
                  <a:pt x="4167560" y="0"/>
                </a:lnTo>
                <a:lnTo>
                  <a:pt x="4167560" y="6145197"/>
                </a:lnTo>
                <a:lnTo>
                  <a:pt x="0" y="6145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11811148" y="8081677"/>
            <a:ext cx="2566068" cy="2874414"/>
          </a:xfrm>
          <a:custGeom>
            <a:avLst/>
            <a:gdLst/>
            <a:ahLst/>
            <a:cxnLst/>
            <a:rect l="l" t="t" r="r" b="b"/>
            <a:pathLst>
              <a:path w="2566068" h="2874414">
                <a:moveTo>
                  <a:pt x="0" y="0"/>
                </a:moveTo>
                <a:lnTo>
                  <a:pt x="2566068" y="0"/>
                </a:lnTo>
                <a:lnTo>
                  <a:pt x="2566068" y="2874414"/>
                </a:lnTo>
                <a:lnTo>
                  <a:pt x="0" y="2874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13520813" y="5143500"/>
            <a:ext cx="1442381" cy="1311255"/>
          </a:xfrm>
          <a:custGeom>
            <a:avLst/>
            <a:gdLst/>
            <a:ahLst/>
            <a:cxnLst/>
            <a:rect l="l" t="t" r="r" b="b"/>
            <a:pathLst>
              <a:path w="1442381" h="1311255">
                <a:moveTo>
                  <a:pt x="0" y="0"/>
                </a:moveTo>
                <a:lnTo>
                  <a:pt x="1442381" y="0"/>
                </a:lnTo>
                <a:lnTo>
                  <a:pt x="1442381" y="1311255"/>
                </a:lnTo>
                <a:lnTo>
                  <a:pt x="0" y="1311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/>
          <p:cNvSpPr/>
          <p:nvPr/>
        </p:nvSpPr>
        <p:spPr>
          <a:xfrm>
            <a:off x="13962995" y="1028700"/>
            <a:ext cx="2920120" cy="3142986"/>
          </a:xfrm>
          <a:custGeom>
            <a:avLst/>
            <a:gdLst/>
            <a:ahLst/>
            <a:cxnLst/>
            <a:rect l="l" t="t" r="r" b="b"/>
            <a:pathLst>
              <a:path w="2920120" h="3142986">
                <a:moveTo>
                  <a:pt x="0" y="0"/>
                </a:moveTo>
                <a:lnTo>
                  <a:pt x="2920120" y="0"/>
                </a:lnTo>
                <a:lnTo>
                  <a:pt x="2920120" y="3142986"/>
                </a:lnTo>
                <a:lnTo>
                  <a:pt x="0" y="3142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-2345642" y="5111797"/>
            <a:ext cx="5505317" cy="6428715"/>
          </a:xfrm>
          <a:custGeom>
            <a:avLst/>
            <a:gdLst/>
            <a:ahLst/>
            <a:cxnLst/>
            <a:rect l="l" t="t" r="r" b="b"/>
            <a:pathLst>
              <a:path w="5505317" h="6428715">
                <a:moveTo>
                  <a:pt x="0" y="0"/>
                </a:moveTo>
                <a:lnTo>
                  <a:pt x="5505318" y="0"/>
                </a:lnTo>
                <a:lnTo>
                  <a:pt x="5505318" y="6428714"/>
                </a:lnTo>
                <a:lnTo>
                  <a:pt x="0" y="6428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1770829" y="7933598"/>
            <a:ext cx="2157479" cy="1961344"/>
          </a:xfrm>
          <a:custGeom>
            <a:avLst/>
            <a:gdLst/>
            <a:ahLst/>
            <a:cxnLst/>
            <a:rect l="l" t="t" r="r" b="b"/>
            <a:pathLst>
              <a:path w="2157479" h="1961344">
                <a:moveTo>
                  <a:pt x="0" y="0"/>
                </a:moveTo>
                <a:lnTo>
                  <a:pt x="2157478" y="0"/>
                </a:lnTo>
                <a:lnTo>
                  <a:pt x="2157478" y="1961344"/>
                </a:lnTo>
                <a:lnTo>
                  <a:pt x="0" y="1961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3"/>
          <p:cNvSpPr/>
          <p:nvPr/>
        </p:nvSpPr>
        <p:spPr>
          <a:xfrm flipV="1">
            <a:off x="-2387793" y="-1614185"/>
            <a:ext cx="11055540" cy="12909866"/>
          </a:xfrm>
          <a:custGeom>
            <a:avLst/>
            <a:gdLst/>
            <a:ahLst/>
            <a:cxnLst/>
            <a:rect l="l" t="t" r="r" b="b"/>
            <a:pathLst>
              <a:path w="11055540" h="12909866">
                <a:moveTo>
                  <a:pt x="0" y="12909867"/>
                </a:moveTo>
                <a:lnTo>
                  <a:pt x="11055540" y="12909867"/>
                </a:lnTo>
                <a:lnTo>
                  <a:pt x="11055540" y="0"/>
                </a:lnTo>
                <a:lnTo>
                  <a:pt x="0" y="0"/>
                </a:lnTo>
                <a:lnTo>
                  <a:pt x="0" y="129098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09636" y="8332712"/>
            <a:ext cx="4468727" cy="4330603"/>
          </a:xfrm>
          <a:custGeom>
            <a:avLst/>
            <a:gdLst/>
            <a:ahLst/>
            <a:cxnLst/>
            <a:rect l="l" t="t" r="r" b="b"/>
            <a:pathLst>
              <a:path w="4468727" h="4330603">
                <a:moveTo>
                  <a:pt x="0" y="0"/>
                </a:moveTo>
                <a:lnTo>
                  <a:pt x="4468728" y="0"/>
                </a:lnTo>
                <a:lnTo>
                  <a:pt x="4468728" y="4330603"/>
                </a:lnTo>
                <a:lnTo>
                  <a:pt x="0" y="43306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 rot="-9761459">
            <a:off x="13306057" y="-1085348"/>
            <a:ext cx="3869682" cy="3934058"/>
          </a:xfrm>
          <a:custGeom>
            <a:avLst/>
            <a:gdLst/>
            <a:ahLst/>
            <a:cxnLst/>
            <a:rect l="l" t="t" r="r" b="b"/>
            <a:pathLst>
              <a:path w="3869682" h="3934058">
                <a:moveTo>
                  <a:pt x="0" y="0"/>
                </a:moveTo>
                <a:lnTo>
                  <a:pt x="3869682" y="0"/>
                </a:lnTo>
                <a:lnTo>
                  <a:pt x="3869682" y="3934058"/>
                </a:lnTo>
                <a:lnTo>
                  <a:pt x="0" y="3934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 rot="-5400000">
            <a:off x="791562" y="-3354260"/>
            <a:ext cx="4549596" cy="6708520"/>
          </a:xfrm>
          <a:custGeom>
            <a:avLst/>
            <a:gdLst/>
            <a:ahLst/>
            <a:cxnLst/>
            <a:rect l="l" t="t" r="r" b="b"/>
            <a:pathLst>
              <a:path w="4549596" h="6708520">
                <a:moveTo>
                  <a:pt x="0" y="0"/>
                </a:moveTo>
                <a:lnTo>
                  <a:pt x="4549596" y="0"/>
                </a:lnTo>
                <a:lnTo>
                  <a:pt x="4549596" y="6708520"/>
                </a:lnTo>
                <a:lnTo>
                  <a:pt x="0" y="6708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5621355" y="1522036"/>
            <a:ext cx="1598529" cy="1505524"/>
          </a:xfrm>
          <a:custGeom>
            <a:avLst/>
            <a:gdLst/>
            <a:ahLst/>
            <a:cxnLst/>
            <a:rect l="l" t="t" r="r" b="b"/>
            <a:pathLst>
              <a:path w="1598529" h="1505524">
                <a:moveTo>
                  <a:pt x="0" y="0"/>
                </a:moveTo>
                <a:lnTo>
                  <a:pt x="1598529" y="0"/>
                </a:lnTo>
                <a:lnTo>
                  <a:pt x="1598529" y="1505524"/>
                </a:lnTo>
                <a:lnTo>
                  <a:pt x="0" y="1505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83F63717-E358-4F8B-B7D2-9FD254F54678}"/>
              </a:ext>
            </a:extLst>
          </p:cNvPr>
          <p:cNvSpPr txBox="1"/>
          <p:nvPr/>
        </p:nvSpPr>
        <p:spPr>
          <a:xfrm>
            <a:off x="2362200" y="1638300"/>
            <a:ext cx="1387875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Развенчивая</a:t>
            </a:r>
            <a:r>
              <a:rPr lang="en-US" sz="6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6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6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6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мифы</a:t>
            </a:r>
            <a:r>
              <a:rPr lang="en-US" sz="6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о </a:t>
            </a:r>
            <a:r>
              <a:rPr lang="en-US" sz="6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6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B72CA716-8EB3-4EB1-874B-7EE2C50D4580}"/>
              </a:ext>
            </a:extLst>
          </p:cNvPr>
          <p:cNvSpPr txBox="1"/>
          <p:nvPr/>
        </p:nvSpPr>
        <p:spPr>
          <a:xfrm>
            <a:off x="2839668" y="8917781"/>
            <a:ext cx="12705132" cy="690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Автор</a:t>
            </a:r>
            <a:r>
              <a:rPr lang="en-US" sz="20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докладчик</a:t>
            </a:r>
            <a:r>
              <a:rPr lang="en-US" sz="20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0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тему</a:t>
            </a:r>
            <a:r>
              <a:rPr lang="en-US" sz="20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ментальных</a:t>
            </a:r>
            <a:r>
              <a:rPr lang="en-US" sz="20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практик</a:t>
            </a:r>
            <a:endParaRPr lang="en-US" sz="2000" dirty="0">
              <a:solidFill>
                <a:srgbClr val="323232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323232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  <p:extLst>
      <p:ext uri="{BB962C8B-B14F-4D97-AF65-F5344CB8AC3E}">
        <p14:creationId xmlns:p14="http://schemas.microsoft.com/office/powerpoint/2010/main" val="156033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21361" y="1005364"/>
            <a:ext cx="1173793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REJA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33801" y="3934353"/>
            <a:ext cx="12496136" cy="3983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16609" lvl="1" indent="-514350" algn="l">
              <a:lnSpc>
                <a:spcPts val="391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endParaRPr lang="en-US" sz="2800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  <a:p>
            <a:pPr marL="816609" lvl="1" indent="-514350">
              <a:lnSpc>
                <a:spcPts val="391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endParaRPr lang="en-US" sz="2800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  <a:p>
            <a:pPr marL="816609" lvl="1" indent="-514350">
              <a:lnSpc>
                <a:spcPts val="391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endParaRPr lang="en-US" sz="2800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  <a:p>
            <a:pPr marL="816609" lvl="1" indent="-514350">
              <a:lnSpc>
                <a:spcPts val="391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Популярные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способы</a:t>
            </a:r>
            <a:r>
              <a:rPr lang="en-US" sz="28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endParaRPr lang="en-US" sz="2800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BA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1899767" y="2000879"/>
            <a:ext cx="6440445" cy="6288055"/>
          </a:xfrm>
          <a:custGeom>
            <a:avLst/>
            <a:gdLst/>
            <a:ahLst/>
            <a:cxnLst/>
            <a:rect l="l" t="t" r="r" b="b"/>
            <a:pathLst>
              <a:path w="4830645" h="4716345">
                <a:moveTo>
                  <a:pt x="1415448" y="4653277"/>
                </a:moveTo>
                <a:cubicBezTo>
                  <a:pt x="1443388" y="4660897"/>
                  <a:pt x="1464978" y="4671057"/>
                  <a:pt x="1486568" y="4673597"/>
                </a:cubicBezTo>
                <a:cubicBezTo>
                  <a:pt x="1608488" y="4683757"/>
                  <a:pt x="1729138" y="4693917"/>
                  <a:pt x="1851058" y="4702807"/>
                </a:cubicBezTo>
                <a:cubicBezTo>
                  <a:pt x="1913288" y="4706617"/>
                  <a:pt x="1975518" y="4710427"/>
                  <a:pt x="2037748" y="4711697"/>
                </a:cubicBezTo>
                <a:cubicBezTo>
                  <a:pt x="2105058" y="4714237"/>
                  <a:pt x="2172368" y="4718047"/>
                  <a:pt x="2238408" y="4715507"/>
                </a:cubicBezTo>
                <a:cubicBezTo>
                  <a:pt x="2301908" y="4714237"/>
                  <a:pt x="2365408" y="4710427"/>
                  <a:pt x="2426368" y="4698997"/>
                </a:cubicBezTo>
                <a:cubicBezTo>
                  <a:pt x="2505108" y="4685027"/>
                  <a:pt x="2585118" y="4685027"/>
                  <a:pt x="2662588" y="4672327"/>
                </a:cubicBezTo>
                <a:cubicBezTo>
                  <a:pt x="2864518" y="4639307"/>
                  <a:pt x="3070258" y="4648197"/>
                  <a:pt x="3273458" y="4634227"/>
                </a:cubicBezTo>
                <a:cubicBezTo>
                  <a:pt x="3387758" y="4626607"/>
                  <a:pt x="3502058" y="4608827"/>
                  <a:pt x="3616358" y="4593587"/>
                </a:cubicBezTo>
                <a:cubicBezTo>
                  <a:pt x="3745898" y="4577077"/>
                  <a:pt x="3875438" y="4558027"/>
                  <a:pt x="4006248" y="4540247"/>
                </a:cubicBezTo>
                <a:cubicBezTo>
                  <a:pt x="4101498" y="4527547"/>
                  <a:pt x="4198018" y="4514847"/>
                  <a:pt x="4293268" y="4502147"/>
                </a:cubicBezTo>
                <a:cubicBezTo>
                  <a:pt x="4295808" y="4502147"/>
                  <a:pt x="4298348" y="4500877"/>
                  <a:pt x="4300888" y="4500877"/>
                </a:cubicBezTo>
                <a:cubicBezTo>
                  <a:pt x="4380898" y="4466587"/>
                  <a:pt x="4465988" y="4439917"/>
                  <a:pt x="4539648" y="4395467"/>
                </a:cubicBezTo>
                <a:cubicBezTo>
                  <a:pt x="4664108" y="4319267"/>
                  <a:pt x="4717448" y="4197347"/>
                  <a:pt x="4722528" y="4053837"/>
                </a:cubicBezTo>
                <a:cubicBezTo>
                  <a:pt x="4723798" y="4004307"/>
                  <a:pt x="4730148" y="3956047"/>
                  <a:pt x="4730148" y="3906517"/>
                </a:cubicBezTo>
                <a:cubicBezTo>
                  <a:pt x="4728878" y="3837937"/>
                  <a:pt x="4723798" y="3770627"/>
                  <a:pt x="4719988" y="3703317"/>
                </a:cubicBezTo>
                <a:cubicBezTo>
                  <a:pt x="4709828" y="3502657"/>
                  <a:pt x="4704748" y="3301997"/>
                  <a:pt x="4719988" y="3101337"/>
                </a:cubicBezTo>
                <a:cubicBezTo>
                  <a:pt x="4733958" y="2920997"/>
                  <a:pt x="4746658" y="2741927"/>
                  <a:pt x="4760628" y="2561587"/>
                </a:cubicBezTo>
                <a:cubicBezTo>
                  <a:pt x="4769518" y="2446017"/>
                  <a:pt x="4780948" y="2331717"/>
                  <a:pt x="4788568" y="2216147"/>
                </a:cubicBezTo>
                <a:cubicBezTo>
                  <a:pt x="4793648" y="2139947"/>
                  <a:pt x="4792378" y="2062477"/>
                  <a:pt x="4797458" y="1986277"/>
                </a:cubicBezTo>
                <a:cubicBezTo>
                  <a:pt x="4799998" y="1943097"/>
                  <a:pt x="4813968" y="1901187"/>
                  <a:pt x="4815238" y="1858007"/>
                </a:cubicBezTo>
                <a:cubicBezTo>
                  <a:pt x="4820318" y="1753867"/>
                  <a:pt x="4821588" y="1648457"/>
                  <a:pt x="4824128" y="1543047"/>
                </a:cubicBezTo>
                <a:cubicBezTo>
                  <a:pt x="4825398" y="1502407"/>
                  <a:pt x="4831748" y="1461767"/>
                  <a:pt x="4830478" y="1421127"/>
                </a:cubicBezTo>
                <a:cubicBezTo>
                  <a:pt x="4829208" y="1357627"/>
                  <a:pt x="4821588" y="1294127"/>
                  <a:pt x="4820318" y="1230627"/>
                </a:cubicBezTo>
                <a:cubicBezTo>
                  <a:pt x="4819048" y="1156967"/>
                  <a:pt x="4826668" y="1083307"/>
                  <a:pt x="4824128" y="1010917"/>
                </a:cubicBezTo>
                <a:cubicBezTo>
                  <a:pt x="4824128" y="941067"/>
                  <a:pt x="4815238" y="872487"/>
                  <a:pt x="4806348" y="802637"/>
                </a:cubicBezTo>
                <a:cubicBezTo>
                  <a:pt x="4803808" y="778507"/>
                  <a:pt x="4786028" y="756917"/>
                  <a:pt x="4780948" y="732787"/>
                </a:cubicBezTo>
                <a:cubicBezTo>
                  <a:pt x="4759358" y="613407"/>
                  <a:pt x="4736498" y="494027"/>
                  <a:pt x="4680618" y="383537"/>
                </a:cubicBezTo>
                <a:cubicBezTo>
                  <a:pt x="4667918" y="359407"/>
                  <a:pt x="4647598" y="337817"/>
                  <a:pt x="4628548" y="318767"/>
                </a:cubicBezTo>
                <a:cubicBezTo>
                  <a:pt x="4622198" y="312417"/>
                  <a:pt x="4606958" y="316227"/>
                  <a:pt x="4603148" y="316227"/>
                </a:cubicBezTo>
                <a:cubicBezTo>
                  <a:pt x="4594258" y="299717"/>
                  <a:pt x="4589178" y="283207"/>
                  <a:pt x="4579018" y="275587"/>
                </a:cubicBezTo>
                <a:cubicBezTo>
                  <a:pt x="4524408" y="233677"/>
                  <a:pt x="4467258" y="203197"/>
                  <a:pt x="4396138" y="195577"/>
                </a:cubicBezTo>
                <a:cubicBezTo>
                  <a:pt x="4342798" y="189227"/>
                  <a:pt x="4290728" y="166367"/>
                  <a:pt x="4237388" y="153667"/>
                </a:cubicBezTo>
                <a:cubicBezTo>
                  <a:pt x="4172618" y="138427"/>
                  <a:pt x="4107848" y="120647"/>
                  <a:pt x="4040538" y="111757"/>
                </a:cubicBezTo>
                <a:cubicBezTo>
                  <a:pt x="3979578" y="104137"/>
                  <a:pt x="3921158" y="87627"/>
                  <a:pt x="3858928" y="82547"/>
                </a:cubicBezTo>
                <a:cubicBezTo>
                  <a:pt x="3795428" y="77467"/>
                  <a:pt x="3731928" y="62227"/>
                  <a:pt x="3667158" y="57147"/>
                </a:cubicBezTo>
                <a:cubicBezTo>
                  <a:pt x="3491898" y="44447"/>
                  <a:pt x="3315368" y="35557"/>
                  <a:pt x="3140108" y="25397"/>
                </a:cubicBezTo>
                <a:cubicBezTo>
                  <a:pt x="3096928" y="22857"/>
                  <a:pt x="3053748" y="25397"/>
                  <a:pt x="3010568" y="26667"/>
                </a:cubicBezTo>
                <a:cubicBezTo>
                  <a:pt x="2988978" y="27937"/>
                  <a:pt x="2967388" y="33017"/>
                  <a:pt x="2944528" y="35557"/>
                </a:cubicBezTo>
                <a:cubicBezTo>
                  <a:pt x="2934368" y="36827"/>
                  <a:pt x="2924208" y="33017"/>
                  <a:pt x="2914048" y="33017"/>
                </a:cubicBezTo>
                <a:cubicBezTo>
                  <a:pt x="2883568" y="33017"/>
                  <a:pt x="2851818" y="33017"/>
                  <a:pt x="2821338" y="31747"/>
                </a:cubicBezTo>
                <a:cubicBezTo>
                  <a:pt x="2762918" y="29207"/>
                  <a:pt x="2703228" y="22857"/>
                  <a:pt x="2644808" y="22857"/>
                </a:cubicBezTo>
                <a:cubicBezTo>
                  <a:pt x="2587658" y="22857"/>
                  <a:pt x="2530508" y="26667"/>
                  <a:pt x="2473358" y="29207"/>
                </a:cubicBezTo>
                <a:lnTo>
                  <a:pt x="2427638" y="29207"/>
                </a:lnTo>
                <a:cubicBezTo>
                  <a:pt x="2357788" y="26667"/>
                  <a:pt x="2289208" y="26667"/>
                  <a:pt x="2219358" y="22857"/>
                </a:cubicBezTo>
                <a:cubicBezTo>
                  <a:pt x="2152048" y="19047"/>
                  <a:pt x="2086008" y="10157"/>
                  <a:pt x="2018698" y="6347"/>
                </a:cubicBezTo>
                <a:cubicBezTo>
                  <a:pt x="1986948" y="3807"/>
                  <a:pt x="1953928" y="3807"/>
                  <a:pt x="1922178" y="10157"/>
                </a:cubicBezTo>
                <a:cubicBezTo>
                  <a:pt x="1873918" y="19047"/>
                  <a:pt x="1828198" y="24127"/>
                  <a:pt x="1779938" y="10157"/>
                </a:cubicBezTo>
                <a:cubicBezTo>
                  <a:pt x="1762158" y="5077"/>
                  <a:pt x="1739298" y="13967"/>
                  <a:pt x="1718978" y="16507"/>
                </a:cubicBezTo>
                <a:cubicBezTo>
                  <a:pt x="1710088" y="17777"/>
                  <a:pt x="1699928" y="20317"/>
                  <a:pt x="1694848" y="16507"/>
                </a:cubicBezTo>
                <a:cubicBezTo>
                  <a:pt x="1660558" y="-8893"/>
                  <a:pt x="1628808" y="-2543"/>
                  <a:pt x="1595788" y="19047"/>
                </a:cubicBezTo>
                <a:cubicBezTo>
                  <a:pt x="1591978" y="21587"/>
                  <a:pt x="1581818" y="15237"/>
                  <a:pt x="1574198" y="15237"/>
                </a:cubicBezTo>
                <a:cubicBezTo>
                  <a:pt x="1543718" y="15237"/>
                  <a:pt x="1513238" y="15237"/>
                  <a:pt x="1481488" y="16507"/>
                </a:cubicBezTo>
                <a:cubicBezTo>
                  <a:pt x="1458628" y="17777"/>
                  <a:pt x="1437038" y="25397"/>
                  <a:pt x="1414178" y="27937"/>
                </a:cubicBezTo>
                <a:cubicBezTo>
                  <a:pt x="1364648" y="34287"/>
                  <a:pt x="1313848" y="44447"/>
                  <a:pt x="1263048" y="44447"/>
                </a:cubicBezTo>
                <a:cubicBezTo>
                  <a:pt x="1167798" y="45717"/>
                  <a:pt x="1072548" y="49527"/>
                  <a:pt x="978568" y="69847"/>
                </a:cubicBezTo>
                <a:cubicBezTo>
                  <a:pt x="890938" y="88897"/>
                  <a:pt x="800768" y="88897"/>
                  <a:pt x="711868" y="104137"/>
                </a:cubicBezTo>
                <a:cubicBezTo>
                  <a:pt x="658528" y="113027"/>
                  <a:pt x="603918" y="129537"/>
                  <a:pt x="558198" y="156207"/>
                </a:cubicBezTo>
                <a:cubicBezTo>
                  <a:pt x="508668" y="184147"/>
                  <a:pt x="470568" y="229867"/>
                  <a:pt x="426118" y="267967"/>
                </a:cubicBezTo>
                <a:cubicBezTo>
                  <a:pt x="409608" y="281937"/>
                  <a:pt x="385478" y="292097"/>
                  <a:pt x="374048" y="309877"/>
                </a:cubicBezTo>
                <a:cubicBezTo>
                  <a:pt x="341028" y="358137"/>
                  <a:pt x="311818" y="408937"/>
                  <a:pt x="282608" y="459737"/>
                </a:cubicBezTo>
                <a:cubicBezTo>
                  <a:pt x="261018" y="496567"/>
                  <a:pt x="239428" y="534667"/>
                  <a:pt x="222918" y="572767"/>
                </a:cubicBezTo>
                <a:cubicBezTo>
                  <a:pt x="205138" y="617217"/>
                  <a:pt x="191168" y="662937"/>
                  <a:pt x="177198" y="709927"/>
                </a:cubicBezTo>
                <a:cubicBezTo>
                  <a:pt x="155608" y="783587"/>
                  <a:pt x="130208" y="857247"/>
                  <a:pt x="116238" y="933447"/>
                </a:cubicBezTo>
                <a:cubicBezTo>
                  <a:pt x="95918" y="1040127"/>
                  <a:pt x="85758" y="1149347"/>
                  <a:pt x="70518" y="1257297"/>
                </a:cubicBezTo>
                <a:cubicBezTo>
                  <a:pt x="65438" y="1292857"/>
                  <a:pt x="59088" y="1328417"/>
                  <a:pt x="56548" y="1363977"/>
                </a:cubicBezTo>
                <a:cubicBezTo>
                  <a:pt x="48928" y="1465577"/>
                  <a:pt x="43848" y="1565907"/>
                  <a:pt x="37498" y="1667507"/>
                </a:cubicBezTo>
                <a:cubicBezTo>
                  <a:pt x="28608" y="1793237"/>
                  <a:pt x="15908" y="1917697"/>
                  <a:pt x="9558" y="2043427"/>
                </a:cubicBezTo>
                <a:cubicBezTo>
                  <a:pt x="3208" y="2164077"/>
                  <a:pt x="-1872" y="2285997"/>
                  <a:pt x="668" y="2407917"/>
                </a:cubicBezTo>
                <a:cubicBezTo>
                  <a:pt x="4478" y="2611117"/>
                  <a:pt x="14638" y="2813047"/>
                  <a:pt x="24798" y="3016247"/>
                </a:cubicBezTo>
                <a:cubicBezTo>
                  <a:pt x="31148" y="3141977"/>
                  <a:pt x="40038" y="3266437"/>
                  <a:pt x="52738" y="3390897"/>
                </a:cubicBezTo>
                <a:cubicBezTo>
                  <a:pt x="65438" y="3515357"/>
                  <a:pt x="84488" y="3638547"/>
                  <a:pt x="98458" y="3763007"/>
                </a:cubicBezTo>
                <a:cubicBezTo>
                  <a:pt x="108618" y="3849367"/>
                  <a:pt x="111158" y="3935727"/>
                  <a:pt x="122588" y="4020817"/>
                </a:cubicBezTo>
                <a:cubicBezTo>
                  <a:pt x="132748" y="4098287"/>
                  <a:pt x="170848" y="4166867"/>
                  <a:pt x="221648" y="4224017"/>
                </a:cubicBezTo>
                <a:cubicBezTo>
                  <a:pt x="263558" y="4272277"/>
                  <a:pt x="296578" y="4326887"/>
                  <a:pt x="339758" y="4373877"/>
                </a:cubicBezTo>
                <a:cubicBezTo>
                  <a:pt x="377858" y="4415787"/>
                  <a:pt x="419768" y="4457697"/>
                  <a:pt x="485808" y="4458967"/>
                </a:cubicBezTo>
                <a:cubicBezTo>
                  <a:pt x="501048" y="4458967"/>
                  <a:pt x="515018" y="4474207"/>
                  <a:pt x="530258" y="4481827"/>
                </a:cubicBezTo>
                <a:cubicBezTo>
                  <a:pt x="595028" y="4509767"/>
                  <a:pt x="662338" y="4533897"/>
                  <a:pt x="725838" y="4564377"/>
                </a:cubicBezTo>
                <a:cubicBezTo>
                  <a:pt x="842678" y="4620257"/>
                  <a:pt x="968408" y="4629147"/>
                  <a:pt x="1094138" y="4634227"/>
                </a:cubicBezTo>
                <a:cubicBezTo>
                  <a:pt x="1142398" y="4636767"/>
                  <a:pt x="1191928" y="4632957"/>
                  <a:pt x="1240188" y="4636767"/>
                </a:cubicBezTo>
                <a:cubicBezTo>
                  <a:pt x="1264318" y="4638037"/>
                  <a:pt x="1287178" y="4649467"/>
                  <a:pt x="1310038" y="4654547"/>
                </a:cubicBezTo>
                <a:cubicBezTo>
                  <a:pt x="1320198" y="4657087"/>
                  <a:pt x="1330358" y="4655817"/>
                  <a:pt x="1341788" y="4657087"/>
                </a:cubicBezTo>
                <a:cubicBezTo>
                  <a:pt x="1357028" y="4658357"/>
                  <a:pt x="1372268" y="4662167"/>
                  <a:pt x="1387508" y="4660897"/>
                </a:cubicBezTo>
                <a:cubicBezTo>
                  <a:pt x="1402748" y="4658357"/>
                  <a:pt x="1412908" y="4653277"/>
                  <a:pt x="1415448" y="4653277"/>
                </a:cubicBezTo>
                <a:close/>
              </a:path>
            </a:pathLst>
          </a:custGeom>
          <a:blipFill>
            <a:blip r:embed="rId2"/>
            <a:stretch>
              <a:fillRect t="-16969" r="-19374" b="-46053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8313173" y="571500"/>
            <a:ext cx="9414388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Привет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!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Меня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зовут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Никита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. 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05EF7B6-6F72-1540-4CCB-A1EDA01AAF57}"/>
              </a:ext>
            </a:extLst>
          </p:cNvPr>
          <p:cNvSpPr txBox="1"/>
          <p:nvPr/>
        </p:nvSpPr>
        <p:spPr>
          <a:xfrm>
            <a:off x="9180095" y="3527182"/>
            <a:ext cx="8574505" cy="6716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Я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автор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признанный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ведущий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эксперт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области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медитации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ментальных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499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техник</a:t>
            </a:r>
            <a:r>
              <a:rPr lang="en-US" sz="2499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38200" y="723900"/>
            <a:ext cx="98298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Медитация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людьми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на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протяжении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многих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0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веков</a:t>
            </a:r>
            <a:r>
              <a:rPr lang="en-US" sz="40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. 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0833520" y="1028700"/>
            <a:ext cx="5799215" cy="8229600"/>
            <a:chOff x="0" y="0"/>
            <a:chExt cx="3539490" cy="5022850"/>
          </a:xfrm>
        </p:grpSpPr>
        <p:sp>
          <p:nvSpPr>
            <p:cNvPr id="3" name="Freeform 3"/>
            <p:cNvSpPr/>
            <p:nvPr/>
          </p:nvSpPr>
          <p:spPr>
            <a:xfrm>
              <a:off x="423" y="0"/>
              <a:ext cx="3540337" cy="5024120"/>
            </a:xfrm>
            <a:custGeom>
              <a:avLst/>
              <a:gdLst/>
              <a:ahLst/>
              <a:cxnLst/>
              <a:rect l="l" t="t" r="r" b="b"/>
              <a:pathLst>
                <a:path w="3540337" h="5024120">
                  <a:moveTo>
                    <a:pt x="3535257" y="4999990"/>
                  </a:moveTo>
                  <a:lnTo>
                    <a:pt x="3460327" y="4999990"/>
                  </a:lnTo>
                  <a:lnTo>
                    <a:pt x="3401907" y="4969510"/>
                  </a:lnTo>
                  <a:lnTo>
                    <a:pt x="218017" y="4992370"/>
                  </a:lnTo>
                  <a:lnTo>
                    <a:pt x="159597" y="5022850"/>
                  </a:lnTo>
                  <a:lnTo>
                    <a:pt x="3387" y="5024120"/>
                  </a:lnTo>
                  <a:lnTo>
                    <a:pt x="3387" y="3315970"/>
                  </a:lnTo>
                  <a:cubicBezTo>
                    <a:pt x="3387" y="3315970"/>
                    <a:pt x="-4233" y="2907030"/>
                    <a:pt x="3387" y="2654300"/>
                  </a:cubicBezTo>
                  <a:cubicBezTo>
                    <a:pt x="11007" y="2401570"/>
                    <a:pt x="3387" y="2263140"/>
                    <a:pt x="3387" y="2263140"/>
                  </a:cubicBezTo>
                  <a:lnTo>
                    <a:pt x="2117" y="934720"/>
                  </a:lnTo>
                  <a:lnTo>
                    <a:pt x="847" y="0"/>
                  </a:lnTo>
                  <a:lnTo>
                    <a:pt x="436457" y="0"/>
                  </a:lnTo>
                  <a:lnTo>
                    <a:pt x="524087" y="41910"/>
                  </a:lnTo>
                  <a:cubicBezTo>
                    <a:pt x="524087" y="41910"/>
                    <a:pt x="1476587" y="19050"/>
                    <a:pt x="1700107" y="38100"/>
                  </a:cubicBezTo>
                  <a:cubicBezTo>
                    <a:pt x="1923627" y="57150"/>
                    <a:pt x="3203787" y="41910"/>
                    <a:pt x="3203787" y="41910"/>
                  </a:cubicBezTo>
                  <a:lnTo>
                    <a:pt x="3255857" y="0"/>
                  </a:lnTo>
                  <a:lnTo>
                    <a:pt x="3535257" y="0"/>
                  </a:lnTo>
                  <a:lnTo>
                    <a:pt x="3535257" y="1129030"/>
                  </a:lnTo>
                  <a:cubicBezTo>
                    <a:pt x="3535257" y="1129030"/>
                    <a:pt x="3542877" y="2181860"/>
                    <a:pt x="3535257" y="2479040"/>
                  </a:cubicBezTo>
                  <a:cubicBezTo>
                    <a:pt x="3527637" y="2776220"/>
                    <a:pt x="3535257" y="3577590"/>
                    <a:pt x="3535257" y="3577590"/>
                  </a:cubicBezTo>
                  <a:cubicBezTo>
                    <a:pt x="3535257" y="3577590"/>
                    <a:pt x="3546687" y="3818890"/>
                    <a:pt x="3535257" y="3977640"/>
                  </a:cubicBezTo>
                  <a:cubicBezTo>
                    <a:pt x="3523827" y="4138930"/>
                    <a:pt x="3535257" y="4999990"/>
                    <a:pt x="3535257" y="4999990"/>
                  </a:cubicBezTo>
                  <a:close/>
                </a:path>
              </a:pathLst>
            </a:custGeom>
            <a:blipFill>
              <a:blip r:embed="rId2"/>
              <a:stretch>
                <a:fillRect l="-80392" r="-8039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1" name="TextBox 6">
            <a:extLst>
              <a:ext uri="{FF2B5EF4-FFF2-40B4-BE49-F238E27FC236}">
                <a16:creationId xmlns:a16="http://schemas.microsoft.com/office/drawing/2014/main" id="{E75AC05F-3537-4406-C370-7BF4FBDC7A8A}"/>
              </a:ext>
            </a:extLst>
          </p:cNvPr>
          <p:cNvSpPr txBox="1"/>
          <p:nvPr/>
        </p:nvSpPr>
        <p:spPr>
          <a:xfrm>
            <a:off x="990600" y="2540743"/>
            <a:ext cx="8382000" cy="690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>
              <a:lnSpc>
                <a:spcPts val="3604"/>
              </a:lnSpc>
            </a:pP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Изначально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у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нее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были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религиозные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цели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,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но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сейчас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она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практикуется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в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светском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2574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окружении</a:t>
            </a:r>
            <a:r>
              <a:rPr lang="en-US" sz="2574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.</a:t>
            </a:r>
          </a:p>
          <a:p>
            <a:pPr algn="l">
              <a:lnSpc>
                <a:spcPts val="3604"/>
              </a:lnSpc>
            </a:pPr>
            <a:endParaRPr lang="en-US" sz="2574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33DCE85F-06AC-591D-756E-DB7F79C5F0DF}"/>
              </a:ext>
            </a:extLst>
          </p:cNvPr>
          <p:cNvSpPr txBox="1"/>
          <p:nvPr/>
        </p:nvSpPr>
        <p:spPr>
          <a:xfrm>
            <a:off x="776176" y="3543300"/>
            <a:ext cx="14997223" cy="462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Помогает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уменьшить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негативные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эмоции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тревоги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потерю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памяти</a:t>
            </a:r>
            <a:r>
              <a:rPr lang="en-US" sz="280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607587"/>
            <a:ext cx="113538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Медитация</a:t>
            </a:r>
            <a:r>
              <a:rPr lang="en-US" sz="44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снижает</a:t>
            </a:r>
            <a:r>
              <a:rPr lang="en-US" sz="44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уровень</a:t>
            </a:r>
            <a:r>
              <a:rPr lang="en-US" sz="4400" dirty="0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323232"/>
                </a:solidFill>
                <a:latin typeface="Lumberjack"/>
                <a:ea typeface="Lumberjack"/>
                <a:cs typeface="Lumberjack"/>
                <a:sym typeface="Lumberjack"/>
              </a:rPr>
              <a:t>стресса</a:t>
            </a:r>
            <a:endParaRPr lang="en-US" sz="4400" dirty="0">
              <a:solidFill>
                <a:srgbClr val="323232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19999" y="723900"/>
            <a:ext cx="963860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Медитация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улучшает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эмоциональное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и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физическое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здоровье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. </a:t>
            </a:r>
          </a:p>
        </p:txBody>
      </p:sp>
      <p:sp>
        <p:nvSpPr>
          <p:cNvPr id="8" name="Freeform 8"/>
          <p:cNvSpPr/>
          <p:nvPr/>
        </p:nvSpPr>
        <p:spPr>
          <a:xfrm>
            <a:off x="1029393" y="1028700"/>
            <a:ext cx="5800603" cy="8231681"/>
          </a:xfrm>
          <a:custGeom>
            <a:avLst/>
            <a:gdLst/>
            <a:ahLst/>
            <a:cxnLst/>
            <a:rect l="l" t="t" r="r" b="b"/>
            <a:pathLst>
              <a:path w="3540337" h="5024120">
                <a:moveTo>
                  <a:pt x="3535257" y="4999990"/>
                </a:moveTo>
                <a:lnTo>
                  <a:pt x="3460327" y="4999990"/>
                </a:lnTo>
                <a:lnTo>
                  <a:pt x="3401907" y="4969510"/>
                </a:lnTo>
                <a:lnTo>
                  <a:pt x="218017" y="4992370"/>
                </a:lnTo>
                <a:lnTo>
                  <a:pt x="159597" y="5022850"/>
                </a:lnTo>
                <a:lnTo>
                  <a:pt x="3387" y="5024120"/>
                </a:lnTo>
                <a:lnTo>
                  <a:pt x="3387" y="3315970"/>
                </a:lnTo>
                <a:cubicBezTo>
                  <a:pt x="3387" y="3315970"/>
                  <a:pt x="-4233" y="2907030"/>
                  <a:pt x="3387" y="2654300"/>
                </a:cubicBezTo>
                <a:cubicBezTo>
                  <a:pt x="11007" y="2401570"/>
                  <a:pt x="3387" y="2263140"/>
                  <a:pt x="3387" y="2263140"/>
                </a:cubicBezTo>
                <a:lnTo>
                  <a:pt x="2117" y="934720"/>
                </a:lnTo>
                <a:lnTo>
                  <a:pt x="847" y="0"/>
                </a:lnTo>
                <a:lnTo>
                  <a:pt x="436457" y="0"/>
                </a:lnTo>
                <a:lnTo>
                  <a:pt x="524087" y="41910"/>
                </a:lnTo>
                <a:cubicBezTo>
                  <a:pt x="524087" y="41910"/>
                  <a:pt x="1476587" y="19050"/>
                  <a:pt x="1700107" y="38100"/>
                </a:cubicBezTo>
                <a:cubicBezTo>
                  <a:pt x="1923627" y="57150"/>
                  <a:pt x="3203787" y="41910"/>
                  <a:pt x="3203787" y="41910"/>
                </a:cubicBezTo>
                <a:lnTo>
                  <a:pt x="3255857" y="0"/>
                </a:lnTo>
                <a:lnTo>
                  <a:pt x="3535257" y="0"/>
                </a:lnTo>
                <a:lnTo>
                  <a:pt x="3535257" y="1129030"/>
                </a:lnTo>
                <a:cubicBezTo>
                  <a:pt x="3535257" y="1129030"/>
                  <a:pt x="3542877" y="2181860"/>
                  <a:pt x="3535257" y="2479040"/>
                </a:cubicBezTo>
                <a:cubicBezTo>
                  <a:pt x="3527637" y="2776220"/>
                  <a:pt x="3535257" y="3577590"/>
                  <a:pt x="3535257" y="3577590"/>
                </a:cubicBezTo>
                <a:cubicBezTo>
                  <a:pt x="3535257" y="3577590"/>
                  <a:pt x="3546687" y="3818890"/>
                  <a:pt x="3535257" y="3977640"/>
                </a:cubicBezTo>
                <a:cubicBezTo>
                  <a:pt x="3523827" y="4138930"/>
                  <a:pt x="3535257" y="4999990"/>
                  <a:pt x="3535257" y="4999990"/>
                </a:cubicBezTo>
                <a:close/>
              </a:path>
            </a:pathLst>
          </a:custGeom>
          <a:blipFill>
            <a:blip r:embed="rId2"/>
            <a:stretch>
              <a:fillRect r="-8921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AD9AF6A-F72D-DB5A-1840-4F017C3B65F5}"/>
              </a:ext>
            </a:extLst>
          </p:cNvPr>
          <p:cNvSpPr txBox="1"/>
          <p:nvPr/>
        </p:nvSpPr>
        <p:spPr>
          <a:xfrm>
            <a:off x="8338967" y="4171686"/>
            <a:ext cx="8268156" cy="5303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Она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помогает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получить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позитивный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взгляд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жизнь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управлять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симптомами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различных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заболеваний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включая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проблемы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со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сном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головные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боли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3185"/>
              </a:lnSpc>
            </a:pP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Она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помогает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получить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позитивный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взгляд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жизнь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управлять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симптомами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различных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заболеваний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включая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проблемы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со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сном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головные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боли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3185"/>
              </a:lnSpc>
            </a:pP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Она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помогает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получить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позитивный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взгляд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жизнь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управлять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симптомами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различных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заболеваний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включая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проблемы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со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сном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головные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боли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3185"/>
              </a:lnSpc>
            </a:pP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Она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помогает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получить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позитивный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взгляд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жизнь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управлять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симптомами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различных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заболеваний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включая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проблемы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со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сном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головные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275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боли</a:t>
            </a:r>
            <a:r>
              <a:rPr lang="en-US" sz="2275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algn="l">
              <a:lnSpc>
                <a:spcPts val="3185"/>
              </a:lnSpc>
            </a:pPr>
            <a:endParaRPr lang="en-US" sz="2275" dirty="0">
              <a:solidFill>
                <a:srgbClr val="323232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332" y="3277108"/>
            <a:ext cx="8878874" cy="680342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1038225"/>
            <a:ext cx="76962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От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традиций</a:t>
            </a:r>
            <a:r>
              <a:rPr lang="en-US" sz="44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 к </a:t>
            </a:r>
            <a:r>
              <a:rPr lang="en-US" sz="4400" dirty="0" err="1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современности</a:t>
            </a:r>
            <a:endParaRPr lang="en-US" sz="4400" dirty="0">
              <a:solidFill>
                <a:srgbClr val="4F674F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582674"/>
            <a:ext cx="6743700" cy="913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На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протяжении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многих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лет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медитация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превращалась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светскую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практику</a:t>
            </a:r>
            <a:r>
              <a:rPr lang="en-US" sz="26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65596" y="1000125"/>
            <a:ext cx="7393704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Визуализируйте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сложную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плотную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информацию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с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помощью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графиков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диаграмм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Это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визуальные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помогают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добавить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дополнительный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контекст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к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обсуждаемой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50" dirty="0" err="1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теме</a:t>
            </a:r>
            <a:r>
              <a:rPr lang="en-US" sz="1850" dirty="0">
                <a:solidFill>
                  <a:srgbClr val="323232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14600" y="4472940"/>
            <a:ext cx="12966571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 dirty="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E’TIBORINGIZ </a:t>
            </a:r>
            <a:r>
              <a:rPr lang="en-US" sz="8800">
                <a:solidFill>
                  <a:srgbClr val="4F674F"/>
                </a:solidFill>
                <a:latin typeface="Lumberjack"/>
                <a:ea typeface="Lumberjack"/>
                <a:cs typeface="Lumberjack"/>
                <a:sym typeface="Lumberjack"/>
              </a:rPr>
              <a:t>UCHUN RAHMAT!</a:t>
            </a:r>
            <a:endParaRPr lang="en-US" sz="8800" dirty="0">
              <a:solidFill>
                <a:srgbClr val="4F674F"/>
              </a:solidFill>
              <a:latin typeface="Lumberjack"/>
              <a:ea typeface="Lumberjack"/>
              <a:cs typeface="Lumberjack"/>
              <a:sym typeface="Lumberj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413</Words>
  <Application>Microsoft Office PowerPoint</Application>
  <PresentationFormat>Произвольный</PresentationFormat>
  <Paragraphs>34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Lumberjack</vt:lpstr>
      <vt:lpstr>Calibri</vt:lpstr>
      <vt:lpstr>Clear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18</cp:revision>
  <dcterms:created xsi:type="dcterms:W3CDTF">2006-08-16T00:00:00Z</dcterms:created>
  <dcterms:modified xsi:type="dcterms:W3CDTF">2026-07-25T05:05:33Z</dcterms:modified>
  <dc:identifier>DAHCIl3asbU</dc:identifier>
</cp:coreProperties>
</file>