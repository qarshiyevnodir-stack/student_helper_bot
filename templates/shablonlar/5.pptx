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7" r:id="rId4"/>
    <p:sldId id="258" r:id="rId5"/>
    <p:sldId id="259" r:id="rId6"/>
    <p:sldId id="264" r:id="rId7"/>
    <p:sldId id="260" r:id="rId8"/>
    <p:sldId id="261" r:id="rId9"/>
  </p:sldIdLst>
  <p:sldSz cx="12192000" cy="6858000"/>
  <p:notesSz cx="6858000" cy="9144000"/>
  <p:defaultTextStyle>
    <a:defPPr>
      <a:defRPr lang="en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5794"/>
  </p:normalViewPr>
  <p:slideViewPr>
    <p:cSldViewPr snapToGrid="0">
      <p:cViewPr varScale="1">
        <p:scale>
          <a:sx n="68" d="100"/>
          <a:sy n="68" d="100"/>
        </p:scale>
        <p:origin x="7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9300BA5-DE7E-0CF5-7FD3-54C4E89CB2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F7908E-05B7-216A-DEAF-91E9EDD375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38600" y="1122363"/>
            <a:ext cx="66294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54D3C1-4A62-7DB6-24AE-1AEB901979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8600" y="3602038"/>
            <a:ext cx="66294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E4B291-C766-2E01-71D5-9CFE45A25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E4B9C-B2F4-7443-8BD5-5E22968DF4C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16785-8D5B-7B12-58A5-5035BD082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51EBD-F73A-EC35-20AC-B1462B32D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F6A79-371A-104B-A474-F5D49EFE0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305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5D5A4-6A35-B017-3F2A-5812FA5E6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59419-BA05-8AD0-E56C-C102498D6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5A6C63-4BE7-6C79-229E-E54C7EBB8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E4B9C-B2F4-7443-8BD5-5E22968DF4C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ABEBA-174C-D975-0471-4640C0333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1EC331-49EC-10FB-62D8-F45ACBAFE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F6A79-371A-104B-A474-F5D49EFE0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31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5381E-FCCB-FB23-3C4E-21D85491D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DEFEE4-7094-CD7C-7125-39498D4AF5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CDA4B-2AF4-EE0F-439D-06745B0C1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E4B9C-B2F4-7443-8BD5-5E22968DF4C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93515-D63C-FCDE-9E41-AA2626591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E0ED7-A76B-40D5-63BF-1495D5944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F6A79-371A-104B-A474-F5D49EFE0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92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C8B6-B2C4-DB98-9BE2-9164C32EB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22214-1151-47F8-2AA6-97D3045F6A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9A264-0506-628F-C734-8F45BE3B66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21F994-4A99-BF48-D567-187B3A8A0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E4B9C-B2F4-7443-8BD5-5E22968DF4C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27D778-6FF3-4208-8B6C-0E56CA91A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0CF434-092A-AF7E-6B1B-8C1090BC5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F6A79-371A-104B-A474-F5D49EFE0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352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95EE3-59CC-F442-AAA2-F7297C598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CF8E6-1B13-91C1-2D8A-E3D275AC1F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B1606-E7FF-0A13-2A6F-9CF75BE983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FFBCEA-1DAC-DD9C-327F-71A0D854A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E42D0A-9DF2-42C7-52DE-127E9278B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362A97-B460-8188-2CD7-F4792D908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E4B9C-B2F4-7443-8BD5-5E22968DF4C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5F1550-A397-8417-B6C0-6FE6781FF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530EE7-9841-855A-E2BB-BFD8F0A72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F6A79-371A-104B-A474-F5D49EFE0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62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CE7BA-CBC4-0AE2-4AA8-C06AB38F3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FC2BE9-916A-3C15-186A-35601E7D7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E4B9C-B2F4-7443-8BD5-5E22968DF4C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44069A-DE20-C536-9613-3DB540924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DCA1A4-ECB8-F97A-9B4F-67FF8278B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F6A79-371A-104B-A474-F5D49EFE0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959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E058DE-BBFB-B93A-D4BC-12D9EC0BD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E4B9C-B2F4-7443-8BD5-5E22968DF4C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11D1FA-C972-9884-E44D-E37DD5761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0430A-8314-6807-44E6-2F2ED17D3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F6A79-371A-104B-A474-F5D49EFE0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1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213C7-967C-62D8-7441-CB6EA382A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CBFFB-B866-AC4F-EB03-97E38184A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FD5C5D-4B3B-7654-A6EA-6C63D52A43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7236E-2C6A-326B-26F9-F921A0077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E4B9C-B2F4-7443-8BD5-5E22968DF4C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D40865-0278-2031-1916-BC2EAF391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C8508-6A53-BD5A-807D-C5DEBA96C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F6A79-371A-104B-A474-F5D49EFE0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548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D023C-58C6-F211-1ABA-915C8989D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EACFE-100E-6DC7-A99D-BF2C4E327D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25449D-0028-58A5-1797-7C6C40B11C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0BB34-37FC-7903-60F7-7B6F13F1A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E4B9C-B2F4-7443-8BD5-5E22968DF4C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AD5EA-1B80-A48C-3B4F-76A71853A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4C3926-8625-15DF-A1E0-4942F84AA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F6A79-371A-104B-A474-F5D49EFE0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715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E7C05-2DD9-1DF3-C7C0-6C6253861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4D7ED-2971-8425-0303-9FB7A07F12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214CE-DC4C-3235-223D-2EEBCEE7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E4B9C-B2F4-7443-8BD5-5E22968DF4C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FC3F6-D95D-7CCC-1A4F-6F49E5841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75CBC-337E-E1AA-C646-4E13689B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F6A79-371A-104B-A474-F5D49EFE0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052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7325D1-CC5F-B32D-FA69-AE45864C40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9C3372-6816-5272-4AFD-51DF1592A3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AA3F8B-BB6E-6091-883E-BAF18FB62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E4B9C-B2F4-7443-8BD5-5E22968DF4C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9D72DD-6499-1603-4439-1E2832728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2BFB14-DF74-2FE9-3FB5-9A15748AA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F6A79-371A-104B-A474-F5D49EFE0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945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758441-AE6B-75E6-EFAD-645CDE62F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5054" y="365125"/>
            <a:ext cx="935874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812C26-CC71-C03E-4F30-1652061C6F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5054" y="1825625"/>
            <a:ext cx="935874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F5E904-0D7C-4AFD-8961-8803F65871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5E4B9C-B2F4-7443-8BD5-5E22968DF4CA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B0B5B-FCE9-80D7-2C2D-099675BFFA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153789-BFD6-C6FF-085D-32EEE6F5D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2F6A79-371A-104B-A474-F5D49EFE086E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DBBBBF-3FE3-C4C4-6C2D-EB5187742E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l="11202" r="67954" b="27100"/>
          <a:stretch/>
        </p:blipFill>
        <p:spPr>
          <a:xfrm>
            <a:off x="0" y="0"/>
            <a:ext cx="25413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962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58A57-0498-2F67-2759-262CE32367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38600" y="1668628"/>
            <a:ext cx="6629400" cy="2387600"/>
          </a:xfrm>
        </p:spPr>
        <p:txBody>
          <a:bodyPr/>
          <a:lstStyle/>
          <a:p>
            <a:r>
              <a:rPr lang="ru-RU" dirty="0" err="1">
                <a:latin typeface="Corbel" panose="020B0503020204020204" pitchFamily="34" charset="0"/>
              </a:rPr>
              <a:t>N</a:t>
            </a:r>
            <a:r>
              <a:rPr lang="en-US" dirty="0">
                <a:latin typeface="Corbel" panose="020B0503020204020204" pitchFamily="34" charset="0"/>
              </a:rPr>
              <a:t>AME OF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F33F27-A162-646A-770A-529667EBFB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8600" y="4148303"/>
            <a:ext cx="6629400" cy="1655762"/>
          </a:xfrm>
        </p:spPr>
        <p:txBody>
          <a:bodyPr/>
          <a:lstStyle/>
          <a:p>
            <a:r>
              <a:rPr lang="en-US" dirty="0"/>
              <a:t>Subtitle here</a:t>
            </a:r>
          </a:p>
        </p:txBody>
      </p:sp>
    </p:spTree>
    <p:extLst>
      <p:ext uri="{BB962C8B-B14F-4D97-AF65-F5344CB8AC3E}">
        <p14:creationId xmlns:p14="http://schemas.microsoft.com/office/powerpoint/2010/main" val="228582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F6009-1331-413F-9D27-3A8750038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5055" y="365125"/>
            <a:ext cx="6487764" cy="1325563"/>
          </a:xfrm>
        </p:spPr>
        <p:txBody>
          <a:bodyPr/>
          <a:lstStyle/>
          <a:p>
            <a:pPr algn="ctr"/>
            <a:r>
              <a:rPr lang="en-US" dirty="0"/>
              <a:t>REJA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D2800-0787-4F35-98F9-18390C458F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716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9A28A-9291-6909-A491-2479E7F7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grpSp>
        <p:nvGrpSpPr>
          <p:cNvPr id="4" name="组合 24">
            <a:extLst>
              <a:ext uri="{FF2B5EF4-FFF2-40B4-BE49-F238E27FC236}">
                <a16:creationId xmlns:a16="http://schemas.microsoft.com/office/drawing/2014/main" id="{09A30391-61A1-7FB5-B046-228E03D87FCE}"/>
              </a:ext>
            </a:extLst>
          </p:cNvPr>
          <p:cNvGrpSpPr/>
          <p:nvPr/>
        </p:nvGrpSpPr>
        <p:grpSpPr>
          <a:xfrm>
            <a:off x="2618803" y="1515042"/>
            <a:ext cx="4315926" cy="4064268"/>
            <a:chOff x="6532416" y="1279979"/>
            <a:chExt cx="4796518" cy="4516837"/>
          </a:xfrm>
        </p:grpSpPr>
        <p:grpSp>
          <p:nvGrpSpPr>
            <p:cNvPr id="5" name="Group 34">
              <a:extLst>
                <a:ext uri="{FF2B5EF4-FFF2-40B4-BE49-F238E27FC236}">
                  <a16:creationId xmlns:a16="http://schemas.microsoft.com/office/drawing/2014/main" id="{76E268DE-FED6-8633-35FF-B6FBCA83AB8E}"/>
                </a:ext>
              </a:extLst>
            </p:cNvPr>
            <p:cNvGrpSpPr/>
            <p:nvPr/>
          </p:nvGrpSpPr>
          <p:grpSpPr>
            <a:xfrm>
              <a:off x="7588210" y="1279979"/>
              <a:ext cx="2662556" cy="2651370"/>
              <a:chOff x="7925094" y="1898711"/>
              <a:chExt cx="2662556" cy="2651370"/>
            </a:xfrm>
          </p:grpSpPr>
          <p:sp>
            <p:nvSpPr>
              <p:cNvPr id="27" name="Freeform 5">
                <a:extLst>
                  <a:ext uri="{FF2B5EF4-FFF2-40B4-BE49-F238E27FC236}">
                    <a16:creationId xmlns:a16="http://schemas.microsoft.com/office/drawing/2014/main" id="{9C6863B8-78A0-8DBA-D477-AD1B648D37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925094" y="1898711"/>
                <a:ext cx="2662556" cy="2592636"/>
              </a:xfrm>
              <a:custGeom>
                <a:avLst/>
                <a:gdLst>
                  <a:gd name="T0" fmla="*/ 405 w 948"/>
                  <a:gd name="T1" fmla="*/ 893 h 923"/>
                  <a:gd name="T2" fmla="*/ 416 w 948"/>
                  <a:gd name="T3" fmla="*/ 910 h 923"/>
                  <a:gd name="T4" fmla="*/ 399 w 948"/>
                  <a:gd name="T5" fmla="*/ 921 h 923"/>
                  <a:gd name="T6" fmla="*/ 116 w 948"/>
                  <a:gd name="T7" fmla="*/ 709 h 923"/>
                  <a:gd name="T8" fmla="*/ 285 w 948"/>
                  <a:gd name="T9" fmla="*/ 117 h 923"/>
                  <a:gd name="T10" fmla="*/ 876 w 948"/>
                  <a:gd name="T11" fmla="*/ 286 h 923"/>
                  <a:gd name="T12" fmla="*/ 905 w 948"/>
                  <a:gd name="T13" fmla="*/ 646 h 923"/>
                  <a:gd name="T14" fmla="*/ 887 w 948"/>
                  <a:gd name="T15" fmla="*/ 654 h 923"/>
                  <a:gd name="T16" fmla="*/ 878 w 948"/>
                  <a:gd name="T17" fmla="*/ 636 h 923"/>
                  <a:gd name="T18" fmla="*/ 852 w 948"/>
                  <a:gd name="T19" fmla="*/ 299 h 923"/>
                  <a:gd name="T20" fmla="*/ 299 w 948"/>
                  <a:gd name="T21" fmla="*/ 142 h 923"/>
                  <a:gd name="T22" fmla="*/ 141 w 948"/>
                  <a:gd name="T23" fmla="*/ 695 h 923"/>
                  <a:gd name="T24" fmla="*/ 405 w 948"/>
                  <a:gd name="T25" fmla="*/ 893 h 9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48" h="923">
                    <a:moveTo>
                      <a:pt x="405" y="893"/>
                    </a:moveTo>
                    <a:cubicBezTo>
                      <a:pt x="413" y="895"/>
                      <a:pt x="418" y="903"/>
                      <a:pt x="416" y="910"/>
                    </a:cubicBezTo>
                    <a:cubicBezTo>
                      <a:pt x="414" y="918"/>
                      <a:pt x="406" y="923"/>
                      <a:pt x="399" y="921"/>
                    </a:cubicBezTo>
                    <a:cubicBezTo>
                      <a:pt x="279" y="893"/>
                      <a:pt x="176" y="816"/>
                      <a:pt x="116" y="709"/>
                    </a:cubicBezTo>
                    <a:cubicBezTo>
                      <a:pt x="0" y="499"/>
                      <a:pt x="75" y="234"/>
                      <a:pt x="285" y="117"/>
                    </a:cubicBezTo>
                    <a:cubicBezTo>
                      <a:pt x="495" y="0"/>
                      <a:pt x="760" y="76"/>
                      <a:pt x="876" y="286"/>
                    </a:cubicBezTo>
                    <a:cubicBezTo>
                      <a:pt x="938" y="396"/>
                      <a:pt x="948" y="527"/>
                      <a:pt x="905" y="646"/>
                    </a:cubicBezTo>
                    <a:cubicBezTo>
                      <a:pt x="902" y="653"/>
                      <a:pt x="894" y="657"/>
                      <a:pt x="887" y="654"/>
                    </a:cubicBezTo>
                    <a:cubicBezTo>
                      <a:pt x="879" y="652"/>
                      <a:pt x="876" y="643"/>
                      <a:pt x="878" y="636"/>
                    </a:cubicBezTo>
                    <a:cubicBezTo>
                      <a:pt x="919" y="525"/>
                      <a:pt x="909" y="402"/>
                      <a:pt x="852" y="299"/>
                    </a:cubicBezTo>
                    <a:cubicBezTo>
                      <a:pt x="742" y="103"/>
                      <a:pt x="495" y="33"/>
                      <a:pt x="299" y="142"/>
                    </a:cubicBezTo>
                    <a:cubicBezTo>
                      <a:pt x="103" y="251"/>
                      <a:pt x="32" y="499"/>
                      <a:pt x="141" y="695"/>
                    </a:cubicBezTo>
                    <a:cubicBezTo>
                      <a:pt x="197" y="795"/>
                      <a:pt x="293" y="867"/>
                      <a:pt x="405" y="893"/>
                    </a:cubicBezTo>
                    <a:close/>
                  </a:path>
                </a:pathLst>
              </a:custGeom>
              <a:solidFill>
                <a:srgbClr val="6069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A80D1F2A-F08B-EDF7-C57B-8CDEC28E69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5327" y="4348711"/>
                <a:ext cx="199972" cy="201370"/>
              </a:xfrm>
              <a:custGeom>
                <a:avLst/>
                <a:gdLst>
                  <a:gd name="T0" fmla="*/ 8 w 71"/>
                  <a:gd name="T1" fmla="*/ 51 h 72"/>
                  <a:gd name="T2" fmla="*/ 20 w 71"/>
                  <a:gd name="T3" fmla="*/ 8 h 72"/>
                  <a:gd name="T4" fmla="*/ 63 w 71"/>
                  <a:gd name="T5" fmla="*/ 21 h 72"/>
                  <a:gd name="T6" fmla="*/ 51 w 71"/>
                  <a:gd name="T7" fmla="*/ 63 h 72"/>
                  <a:gd name="T8" fmla="*/ 8 w 71"/>
                  <a:gd name="T9" fmla="*/ 51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1" h="72">
                    <a:moveTo>
                      <a:pt x="8" y="51"/>
                    </a:moveTo>
                    <a:cubicBezTo>
                      <a:pt x="0" y="36"/>
                      <a:pt x="5" y="17"/>
                      <a:pt x="20" y="8"/>
                    </a:cubicBezTo>
                    <a:cubicBezTo>
                      <a:pt x="35" y="0"/>
                      <a:pt x="55" y="5"/>
                      <a:pt x="63" y="21"/>
                    </a:cubicBezTo>
                    <a:cubicBezTo>
                      <a:pt x="71" y="36"/>
                      <a:pt x="66" y="55"/>
                      <a:pt x="51" y="63"/>
                    </a:cubicBezTo>
                    <a:cubicBezTo>
                      <a:pt x="36" y="72"/>
                      <a:pt x="17" y="66"/>
                      <a:pt x="8" y="51"/>
                    </a:cubicBezTo>
                    <a:close/>
                  </a:path>
                </a:pathLst>
              </a:custGeom>
              <a:solidFill>
                <a:srgbClr val="6069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6" name="Group 35">
              <a:extLst>
                <a:ext uri="{FF2B5EF4-FFF2-40B4-BE49-F238E27FC236}">
                  <a16:creationId xmlns:a16="http://schemas.microsoft.com/office/drawing/2014/main" id="{C4EFC1C0-3DAB-47D6-E7FA-52A78D26CDB2}"/>
                </a:ext>
              </a:extLst>
            </p:cNvPr>
            <p:cNvGrpSpPr/>
            <p:nvPr/>
          </p:nvGrpSpPr>
          <p:grpSpPr>
            <a:xfrm>
              <a:off x="8911896" y="3165024"/>
              <a:ext cx="2417038" cy="2615011"/>
              <a:chOff x="9248780" y="3783756"/>
              <a:chExt cx="2417038" cy="2615011"/>
            </a:xfrm>
          </p:grpSpPr>
          <p:sp>
            <p:nvSpPr>
              <p:cNvPr id="25" name="Freeform 7">
                <a:extLst>
                  <a:ext uri="{FF2B5EF4-FFF2-40B4-BE49-F238E27FC236}">
                    <a16:creationId xmlns:a16="http://schemas.microsoft.com/office/drawing/2014/main" id="{955375FE-E53E-4568-3EC4-87C690817C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17901" y="3783756"/>
                <a:ext cx="2347917" cy="2615011"/>
              </a:xfrm>
              <a:custGeom>
                <a:avLst/>
                <a:gdLst>
                  <a:gd name="T0" fmla="*/ 35 w 836"/>
                  <a:gd name="T1" fmla="*/ 204 h 931"/>
                  <a:gd name="T2" fmla="*/ 16 w 836"/>
                  <a:gd name="T3" fmla="*/ 206 h 931"/>
                  <a:gd name="T4" fmla="*/ 13 w 836"/>
                  <a:gd name="T5" fmla="*/ 186 h 931"/>
                  <a:gd name="T6" fmla="*/ 72 w 836"/>
                  <a:gd name="T7" fmla="*/ 126 h 931"/>
                  <a:gd name="T8" fmla="*/ 471 w 836"/>
                  <a:gd name="T9" fmla="*/ 40 h 931"/>
                  <a:gd name="T10" fmla="*/ 771 w 836"/>
                  <a:gd name="T11" fmla="*/ 577 h 931"/>
                  <a:gd name="T12" fmla="*/ 262 w 836"/>
                  <a:gd name="T13" fmla="*/ 884 h 931"/>
                  <a:gd name="T14" fmla="*/ 4 w 836"/>
                  <a:gd name="T15" fmla="*/ 719 h 931"/>
                  <a:gd name="T16" fmla="*/ 7 w 836"/>
                  <a:gd name="T17" fmla="*/ 699 h 931"/>
                  <a:gd name="T18" fmla="*/ 27 w 836"/>
                  <a:gd name="T19" fmla="*/ 702 h 931"/>
                  <a:gd name="T20" fmla="*/ 268 w 836"/>
                  <a:gd name="T21" fmla="*/ 856 h 931"/>
                  <a:gd name="T22" fmla="*/ 743 w 836"/>
                  <a:gd name="T23" fmla="*/ 570 h 931"/>
                  <a:gd name="T24" fmla="*/ 464 w 836"/>
                  <a:gd name="T25" fmla="*/ 67 h 931"/>
                  <a:gd name="T26" fmla="*/ 90 w 836"/>
                  <a:gd name="T27" fmla="*/ 148 h 931"/>
                  <a:gd name="T28" fmla="*/ 35 w 836"/>
                  <a:gd name="T29" fmla="*/ 204 h 9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6" h="931">
                    <a:moveTo>
                      <a:pt x="35" y="204"/>
                    </a:moveTo>
                    <a:cubicBezTo>
                      <a:pt x="31" y="210"/>
                      <a:pt x="22" y="211"/>
                      <a:pt x="16" y="206"/>
                    </a:cubicBezTo>
                    <a:cubicBezTo>
                      <a:pt x="9" y="201"/>
                      <a:pt x="9" y="192"/>
                      <a:pt x="13" y="186"/>
                    </a:cubicBezTo>
                    <a:cubicBezTo>
                      <a:pt x="31" y="164"/>
                      <a:pt x="51" y="144"/>
                      <a:pt x="72" y="126"/>
                    </a:cubicBezTo>
                    <a:cubicBezTo>
                      <a:pt x="182" y="33"/>
                      <a:pt x="332" y="0"/>
                      <a:pt x="471" y="40"/>
                    </a:cubicBezTo>
                    <a:cubicBezTo>
                      <a:pt x="702" y="106"/>
                      <a:pt x="836" y="347"/>
                      <a:pt x="771" y="577"/>
                    </a:cubicBezTo>
                    <a:cubicBezTo>
                      <a:pt x="708" y="798"/>
                      <a:pt x="485" y="931"/>
                      <a:pt x="262" y="884"/>
                    </a:cubicBezTo>
                    <a:cubicBezTo>
                      <a:pt x="162" y="862"/>
                      <a:pt x="70" y="806"/>
                      <a:pt x="4" y="719"/>
                    </a:cubicBezTo>
                    <a:cubicBezTo>
                      <a:pt x="0" y="713"/>
                      <a:pt x="1" y="704"/>
                      <a:pt x="7" y="699"/>
                    </a:cubicBezTo>
                    <a:cubicBezTo>
                      <a:pt x="13" y="695"/>
                      <a:pt x="22" y="696"/>
                      <a:pt x="27" y="702"/>
                    </a:cubicBezTo>
                    <a:cubicBezTo>
                      <a:pt x="88" y="783"/>
                      <a:pt x="174" y="836"/>
                      <a:pt x="268" y="856"/>
                    </a:cubicBezTo>
                    <a:cubicBezTo>
                      <a:pt x="477" y="900"/>
                      <a:pt x="685" y="776"/>
                      <a:pt x="743" y="570"/>
                    </a:cubicBezTo>
                    <a:cubicBezTo>
                      <a:pt x="805" y="354"/>
                      <a:pt x="680" y="129"/>
                      <a:pt x="464" y="67"/>
                    </a:cubicBezTo>
                    <a:cubicBezTo>
                      <a:pt x="333" y="30"/>
                      <a:pt x="193" y="61"/>
                      <a:pt x="90" y="148"/>
                    </a:cubicBezTo>
                    <a:cubicBezTo>
                      <a:pt x="70" y="164"/>
                      <a:pt x="52" y="183"/>
                      <a:pt x="35" y="204"/>
                    </a:cubicBezTo>
                    <a:close/>
                  </a:path>
                </a:pathLst>
              </a:custGeom>
              <a:solidFill>
                <a:srgbClr val="0AAFFE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  <p:sp>
            <p:nvSpPr>
              <p:cNvPr id="26" name="Freeform 8">
                <a:extLst>
                  <a:ext uri="{FF2B5EF4-FFF2-40B4-BE49-F238E27FC236}">
                    <a16:creationId xmlns:a16="http://schemas.microsoft.com/office/drawing/2014/main" id="{386E7FBA-385D-FB3E-B109-8BE1E2ACA60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248780" y="4229847"/>
                <a:ext cx="199972" cy="202769"/>
              </a:xfrm>
              <a:custGeom>
                <a:avLst/>
                <a:gdLst>
                  <a:gd name="T0" fmla="*/ 8 w 71"/>
                  <a:gd name="T1" fmla="*/ 51 h 72"/>
                  <a:gd name="T2" fmla="*/ 20 w 71"/>
                  <a:gd name="T3" fmla="*/ 8 h 72"/>
                  <a:gd name="T4" fmla="*/ 63 w 71"/>
                  <a:gd name="T5" fmla="*/ 21 h 72"/>
                  <a:gd name="T6" fmla="*/ 51 w 71"/>
                  <a:gd name="T7" fmla="*/ 63 h 72"/>
                  <a:gd name="T8" fmla="*/ 8 w 71"/>
                  <a:gd name="T9" fmla="*/ 51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1" h="72">
                    <a:moveTo>
                      <a:pt x="8" y="51"/>
                    </a:moveTo>
                    <a:cubicBezTo>
                      <a:pt x="0" y="36"/>
                      <a:pt x="5" y="17"/>
                      <a:pt x="20" y="8"/>
                    </a:cubicBezTo>
                    <a:cubicBezTo>
                      <a:pt x="35" y="0"/>
                      <a:pt x="54" y="5"/>
                      <a:pt x="63" y="21"/>
                    </a:cubicBezTo>
                    <a:cubicBezTo>
                      <a:pt x="71" y="36"/>
                      <a:pt x="66" y="55"/>
                      <a:pt x="51" y="63"/>
                    </a:cubicBezTo>
                    <a:cubicBezTo>
                      <a:pt x="36" y="72"/>
                      <a:pt x="16" y="66"/>
                      <a:pt x="8" y="51"/>
                    </a:cubicBezTo>
                    <a:close/>
                  </a:path>
                </a:pathLst>
              </a:custGeom>
              <a:solidFill>
                <a:srgbClr val="0AAFFE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7" name="Group 36">
              <a:extLst>
                <a:ext uri="{FF2B5EF4-FFF2-40B4-BE49-F238E27FC236}">
                  <a16:creationId xmlns:a16="http://schemas.microsoft.com/office/drawing/2014/main" id="{F1174512-4B8E-B461-D97B-766FB742C276}"/>
                </a:ext>
              </a:extLst>
            </p:cNvPr>
            <p:cNvGrpSpPr/>
            <p:nvPr/>
          </p:nvGrpSpPr>
          <p:grpSpPr>
            <a:xfrm>
              <a:off x="6532416" y="3229351"/>
              <a:ext cx="2609417" cy="2567465"/>
              <a:chOff x="6869300" y="3848083"/>
              <a:chExt cx="2609417" cy="2567465"/>
            </a:xfrm>
          </p:grpSpPr>
          <p:sp>
            <p:nvSpPr>
              <p:cNvPr id="23" name="Freeform 9">
                <a:extLst>
                  <a:ext uri="{FF2B5EF4-FFF2-40B4-BE49-F238E27FC236}">
                    <a16:creationId xmlns:a16="http://schemas.microsoft.com/office/drawing/2014/main" id="{A458D66B-9BDE-1C69-AAAC-7AA7FF2F47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69300" y="3848083"/>
                <a:ext cx="2609417" cy="2567465"/>
              </a:xfrm>
              <a:custGeom>
                <a:avLst/>
                <a:gdLst>
                  <a:gd name="T0" fmla="*/ 865 w 929"/>
                  <a:gd name="T1" fmla="*/ 292 h 914"/>
                  <a:gd name="T2" fmla="*/ 873 w 929"/>
                  <a:gd name="T3" fmla="*/ 274 h 914"/>
                  <a:gd name="T4" fmla="*/ 892 w 929"/>
                  <a:gd name="T5" fmla="*/ 282 h 914"/>
                  <a:gd name="T6" fmla="*/ 892 w 929"/>
                  <a:gd name="T7" fmla="*/ 584 h 914"/>
                  <a:gd name="T8" fmla="*/ 365 w 929"/>
                  <a:gd name="T9" fmla="*/ 852 h 914"/>
                  <a:gd name="T10" fmla="*/ 66 w 929"/>
                  <a:gd name="T11" fmla="*/ 314 h 914"/>
                  <a:gd name="T12" fmla="*/ 354 w 929"/>
                  <a:gd name="T13" fmla="*/ 19 h 914"/>
                  <a:gd name="T14" fmla="*/ 440 w 929"/>
                  <a:gd name="T15" fmla="*/ 1 h 914"/>
                  <a:gd name="T16" fmla="*/ 456 w 929"/>
                  <a:gd name="T17" fmla="*/ 14 h 914"/>
                  <a:gd name="T18" fmla="*/ 443 w 929"/>
                  <a:gd name="T19" fmla="*/ 29 h 914"/>
                  <a:gd name="T20" fmla="*/ 362 w 929"/>
                  <a:gd name="T21" fmla="*/ 46 h 914"/>
                  <a:gd name="T22" fmla="*/ 93 w 929"/>
                  <a:gd name="T23" fmla="*/ 322 h 914"/>
                  <a:gd name="T24" fmla="*/ 373 w 929"/>
                  <a:gd name="T25" fmla="*/ 824 h 914"/>
                  <a:gd name="T26" fmla="*/ 865 w 929"/>
                  <a:gd name="T27" fmla="*/ 574 h 914"/>
                  <a:gd name="T28" fmla="*/ 865 w 929"/>
                  <a:gd name="T29" fmla="*/ 292 h 9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9" h="914">
                    <a:moveTo>
                      <a:pt x="865" y="292"/>
                    </a:moveTo>
                    <a:cubicBezTo>
                      <a:pt x="862" y="285"/>
                      <a:pt x="866" y="277"/>
                      <a:pt x="873" y="274"/>
                    </a:cubicBezTo>
                    <a:cubicBezTo>
                      <a:pt x="881" y="271"/>
                      <a:pt x="889" y="275"/>
                      <a:pt x="892" y="282"/>
                    </a:cubicBezTo>
                    <a:cubicBezTo>
                      <a:pt x="929" y="383"/>
                      <a:pt x="927" y="490"/>
                      <a:pt x="892" y="584"/>
                    </a:cubicBezTo>
                    <a:cubicBezTo>
                      <a:pt x="813" y="797"/>
                      <a:pt x="583" y="914"/>
                      <a:pt x="365" y="852"/>
                    </a:cubicBezTo>
                    <a:cubicBezTo>
                      <a:pt x="134" y="786"/>
                      <a:pt x="0" y="545"/>
                      <a:pt x="66" y="314"/>
                    </a:cubicBezTo>
                    <a:cubicBezTo>
                      <a:pt x="106" y="173"/>
                      <a:pt x="215" y="62"/>
                      <a:pt x="354" y="19"/>
                    </a:cubicBezTo>
                    <a:cubicBezTo>
                      <a:pt x="382" y="10"/>
                      <a:pt x="411" y="4"/>
                      <a:pt x="440" y="1"/>
                    </a:cubicBezTo>
                    <a:cubicBezTo>
                      <a:pt x="448" y="0"/>
                      <a:pt x="455" y="6"/>
                      <a:pt x="456" y="14"/>
                    </a:cubicBezTo>
                    <a:cubicBezTo>
                      <a:pt x="456" y="21"/>
                      <a:pt x="451" y="28"/>
                      <a:pt x="443" y="29"/>
                    </a:cubicBezTo>
                    <a:cubicBezTo>
                      <a:pt x="415" y="32"/>
                      <a:pt x="388" y="37"/>
                      <a:pt x="362" y="46"/>
                    </a:cubicBezTo>
                    <a:cubicBezTo>
                      <a:pt x="232" y="86"/>
                      <a:pt x="131" y="190"/>
                      <a:pt x="93" y="322"/>
                    </a:cubicBezTo>
                    <a:cubicBezTo>
                      <a:pt x="31" y="538"/>
                      <a:pt x="157" y="763"/>
                      <a:pt x="373" y="824"/>
                    </a:cubicBezTo>
                    <a:cubicBezTo>
                      <a:pt x="577" y="883"/>
                      <a:pt x="792" y="773"/>
                      <a:pt x="865" y="574"/>
                    </a:cubicBezTo>
                    <a:cubicBezTo>
                      <a:pt x="898" y="486"/>
                      <a:pt x="900" y="386"/>
                      <a:pt x="865" y="292"/>
                    </a:cubicBezTo>
                    <a:close/>
                  </a:path>
                </a:pathLst>
              </a:custGeom>
              <a:solidFill>
                <a:srgbClr val="0AAFFE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  <p:sp>
            <p:nvSpPr>
              <p:cNvPr id="24" name="Freeform 10">
                <a:extLst>
                  <a:ext uri="{FF2B5EF4-FFF2-40B4-BE49-F238E27FC236}">
                    <a16:creationId xmlns:a16="http://schemas.microsoft.com/office/drawing/2014/main" id="{189F8B38-E227-5925-69C3-B9B7EF4583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195641" y="4575252"/>
                <a:ext cx="202769" cy="199972"/>
              </a:xfrm>
              <a:custGeom>
                <a:avLst/>
                <a:gdLst>
                  <a:gd name="T0" fmla="*/ 8 w 72"/>
                  <a:gd name="T1" fmla="*/ 51 h 71"/>
                  <a:gd name="T2" fmla="*/ 21 w 72"/>
                  <a:gd name="T3" fmla="*/ 8 h 71"/>
                  <a:gd name="T4" fmla="*/ 63 w 72"/>
                  <a:gd name="T5" fmla="*/ 20 h 71"/>
                  <a:gd name="T6" fmla="*/ 51 w 72"/>
                  <a:gd name="T7" fmla="*/ 63 h 71"/>
                  <a:gd name="T8" fmla="*/ 8 w 72"/>
                  <a:gd name="T9" fmla="*/ 51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2" h="71">
                    <a:moveTo>
                      <a:pt x="8" y="51"/>
                    </a:moveTo>
                    <a:cubicBezTo>
                      <a:pt x="0" y="36"/>
                      <a:pt x="5" y="16"/>
                      <a:pt x="21" y="8"/>
                    </a:cubicBezTo>
                    <a:cubicBezTo>
                      <a:pt x="36" y="0"/>
                      <a:pt x="55" y="5"/>
                      <a:pt x="63" y="20"/>
                    </a:cubicBezTo>
                    <a:cubicBezTo>
                      <a:pt x="72" y="35"/>
                      <a:pt x="66" y="54"/>
                      <a:pt x="51" y="63"/>
                    </a:cubicBezTo>
                    <a:cubicBezTo>
                      <a:pt x="36" y="71"/>
                      <a:pt x="17" y="66"/>
                      <a:pt x="8" y="51"/>
                    </a:cubicBezTo>
                    <a:close/>
                  </a:path>
                </a:pathLst>
              </a:custGeom>
              <a:solidFill>
                <a:srgbClr val="0AAFFE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</p:grpSp>
        <p:sp>
          <p:nvSpPr>
            <p:cNvPr id="8" name="Freeform 11">
              <a:extLst>
                <a:ext uri="{FF2B5EF4-FFF2-40B4-BE49-F238E27FC236}">
                  <a16:creationId xmlns:a16="http://schemas.microsoft.com/office/drawing/2014/main" id="{D45C800C-6F2D-3F90-25D6-88A26BFD1AFD}"/>
                </a:ext>
              </a:extLst>
            </p:cNvPr>
            <p:cNvSpPr>
              <a:spLocks/>
            </p:cNvSpPr>
            <p:nvPr/>
          </p:nvSpPr>
          <p:spPr bwMode="auto">
            <a:xfrm>
              <a:off x="7997941" y="1689711"/>
              <a:ext cx="1963356" cy="983077"/>
            </a:xfrm>
            <a:custGeom>
              <a:avLst/>
              <a:gdLst>
                <a:gd name="T0" fmla="*/ 350 w 699"/>
                <a:gd name="T1" fmla="*/ 350 h 350"/>
                <a:gd name="T2" fmla="*/ 0 w 699"/>
                <a:gd name="T3" fmla="*/ 350 h 350"/>
                <a:gd name="T4" fmla="*/ 350 w 699"/>
                <a:gd name="T5" fmla="*/ 0 h 350"/>
                <a:gd name="T6" fmla="*/ 699 w 699"/>
                <a:gd name="T7" fmla="*/ 350 h 350"/>
                <a:gd name="T8" fmla="*/ 350 w 699"/>
                <a:gd name="T9" fmla="*/ 350 h 3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9" h="350">
                  <a:moveTo>
                    <a:pt x="350" y="350"/>
                  </a:moveTo>
                  <a:cubicBezTo>
                    <a:pt x="0" y="350"/>
                    <a:pt x="0" y="350"/>
                    <a:pt x="0" y="350"/>
                  </a:cubicBezTo>
                  <a:cubicBezTo>
                    <a:pt x="0" y="157"/>
                    <a:pt x="157" y="0"/>
                    <a:pt x="350" y="0"/>
                  </a:cubicBezTo>
                  <a:cubicBezTo>
                    <a:pt x="543" y="0"/>
                    <a:pt x="699" y="157"/>
                    <a:pt x="699" y="350"/>
                  </a:cubicBezTo>
                  <a:cubicBezTo>
                    <a:pt x="350" y="350"/>
                    <a:pt x="350" y="350"/>
                    <a:pt x="350" y="350"/>
                  </a:cubicBezTo>
                  <a:close/>
                </a:path>
              </a:pathLst>
            </a:custGeom>
            <a:solidFill>
              <a:srgbClr val="6069E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9" name="Freeform 12">
              <a:extLst>
                <a:ext uri="{FF2B5EF4-FFF2-40B4-BE49-F238E27FC236}">
                  <a16:creationId xmlns:a16="http://schemas.microsoft.com/office/drawing/2014/main" id="{B0557446-3A01-4472-B550-22ECF11731B3}"/>
                </a:ext>
              </a:extLst>
            </p:cNvPr>
            <p:cNvSpPr>
              <a:spLocks/>
            </p:cNvSpPr>
            <p:nvPr/>
          </p:nvSpPr>
          <p:spPr bwMode="auto">
            <a:xfrm>
              <a:off x="6758957" y="3605521"/>
              <a:ext cx="1612357" cy="1973145"/>
            </a:xfrm>
            <a:custGeom>
              <a:avLst/>
              <a:gdLst>
                <a:gd name="T0" fmla="*/ 399 w 574"/>
                <a:gd name="T1" fmla="*/ 303 h 702"/>
                <a:gd name="T2" fmla="*/ 574 w 574"/>
                <a:gd name="T3" fmla="*/ 605 h 702"/>
                <a:gd name="T4" fmla="*/ 97 w 574"/>
                <a:gd name="T5" fmla="*/ 477 h 702"/>
                <a:gd name="T6" fmla="*/ 225 w 574"/>
                <a:gd name="T7" fmla="*/ 0 h 702"/>
                <a:gd name="T8" fmla="*/ 399 w 574"/>
                <a:gd name="T9" fmla="*/ 303 h 7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74" h="702">
                  <a:moveTo>
                    <a:pt x="399" y="303"/>
                  </a:moveTo>
                  <a:cubicBezTo>
                    <a:pt x="574" y="605"/>
                    <a:pt x="574" y="605"/>
                    <a:pt x="574" y="605"/>
                  </a:cubicBezTo>
                  <a:cubicBezTo>
                    <a:pt x="407" y="702"/>
                    <a:pt x="193" y="645"/>
                    <a:pt x="97" y="477"/>
                  </a:cubicBezTo>
                  <a:cubicBezTo>
                    <a:pt x="0" y="310"/>
                    <a:pt x="57" y="96"/>
                    <a:pt x="225" y="0"/>
                  </a:cubicBezTo>
                  <a:cubicBezTo>
                    <a:pt x="399" y="303"/>
                    <a:pt x="399" y="303"/>
                    <a:pt x="399" y="303"/>
                  </a:cubicBezTo>
                  <a:close/>
                </a:path>
              </a:pathLst>
            </a:custGeom>
            <a:solidFill>
              <a:srgbClr val="0AAFF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10" name="Freeform 13">
              <a:extLst>
                <a:ext uri="{FF2B5EF4-FFF2-40B4-BE49-F238E27FC236}">
                  <a16:creationId xmlns:a16="http://schemas.microsoft.com/office/drawing/2014/main" id="{5C910158-67C1-3523-D339-2E6ADA5752A7}"/>
                </a:ext>
              </a:extLst>
            </p:cNvPr>
            <p:cNvSpPr>
              <a:spLocks/>
            </p:cNvSpPr>
            <p:nvPr/>
          </p:nvSpPr>
          <p:spPr bwMode="auto">
            <a:xfrm>
              <a:off x="9478848" y="3605521"/>
              <a:ext cx="1612357" cy="1973145"/>
            </a:xfrm>
            <a:custGeom>
              <a:avLst/>
              <a:gdLst>
                <a:gd name="T0" fmla="*/ 175 w 574"/>
                <a:gd name="T1" fmla="*/ 303 h 702"/>
                <a:gd name="T2" fmla="*/ 0 w 574"/>
                <a:gd name="T3" fmla="*/ 605 h 702"/>
                <a:gd name="T4" fmla="*/ 478 w 574"/>
                <a:gd name="T5" fmla="*/ 477 h 702"/>
                <a:gd name="T6" fmla="*/ 350 w 574"/>
                <a:gd name="T7" fmla="*/ 0 h 702"/>
                <a:gd name="T8" fmla="*/ 175 w 574"/>
                <a:gd name="T9" fmla="*/ 303 h 7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74" h="702">
                  <a:moveTo>
                    <a:pt x="175" y="303"/>
                  </a:moveTo>
                  <a:cubicBezTo>
                    <a:pt x="0" y="605"/>
                    <a:pt x="0" y="605"/>
                    <a:pt x="0" y="605"/>
                  </a:cubicBezTo>
                  <a:cubicBezTo>
                    <a:pt x="168" y="702"/>
                    <a:pt x="381" y="645"/>
                    <a:pt x="478" y="477"/>
                  </a:cubicBezTo>
                  <a:cubicBezTo>
                    <a:pt x="574" y="310"/>
                    <a:pt x="517" y="96"/>
                    <a:pt x="350" y="0"/>
                  </a:cubicBezTo>
                  <a:cubicBezTo>
                    <a:pt x="175" y="303"/>
                    <a:pt x="175" y="303"/>
                    <a:pt x="175" y="303"/>
                  </a:cubicBezTo>
                  <a:close/>
                </a:path>
              </a:pathLst>
            </a:custGeom>
            <a:solidFill>
              <a:srgbClr val="0AAFFE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cs typeface="+mn-ea"/>
                <a:sym typeface="+mn-lt"/>
              </a:endParaRPr>
            </a:p>
          </p:txBody>
        </p:sp>
        <p:grpSp>
          <p:nvGrpSpPr>
            <p:cNvPr id="11" name="Group 19">
              <a:extLst>
                <a:ext uri="{FF2B5EF4-FFF2-40B4-BE49-F238E27FC236}">
                  <a16:creationId xmlns:a16="http://schemas.microsoft.com/office/drawing/2014/main" id="{5312F83C-D4A1-1856-08C1-6B270790041E}"/>
                </a:ext>
              </a:extLst>
            </p:cNvPr>
            <p:cNvGrpSpPr/>
            <p:nvPr/>
          </p:nvGrpSpPr>
          <p:grpSpPr>
            <a:xfrm>
              <a:off x="8668710" y="1886325"/>
              <a:ext cx="582861" cy="666945"/>
              <a:chOff x="6326188" y="3460750"/>
              <a:chExt cx="484188" cy="554038"/>
            </a:xfrm>
            <a:solidFill>
              <a:schemeClr val="bg1"/>
            </a:solidFill>
          </p:grpSpPr>
          <p:sp>
            <p:nvSpPr>
              <p:cNvPr id="19" name="Freeform 227">
                <a:extLst>
                  <a:ext uri="{FF2B5EF4-FFF2-40B4-BE49-F238E27FC236}">
                    <a16:creationId xmlns:a16="http://schemas.microsoft.com/office/drawing/2014/main" id="{F7ACD308-7740-DA8C-F404-F60CED3111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26188" y="3460750"/>
                <a:ext cx="276225" cy="288925"/>
              </a:xfrm>
              <a:custGeom>
                <a:avLst/>
                <a:gdLst>
                  <a:gd name="T0" fmla="*/ 1475 w 1743"/>
                  <a:gd name="T1" fmla="*/ 2 h 1815"/>
                  <a:gd name="T2" fmla="*/ 1507 w 1743"/>
                  <a:gd name="T3" fmla="*/ 21 h 1815"/>
                  <a:gd name="T4" fmla="*/ 1733 w 1743"/>
                  <a:gd name="T5" fmla="*/ 252 h 1815"/>
                  <a:gd name="T6" fmla="*/ 1743 w 1743"/>
                  <a:gd name="T7" fmla="*/ 287 h 1815"/>
                  <a:gd name="T8" fmla="*/ 1733 w 1743"/>
                  <a:gd name="T9" fmla="*/ 320 h 1815"/>
                  <a:gd name="T10" fmla="*/ 1507 w 1743"/>
                  <a:gd name="T11" fmla="*/ 552 h 1815"/>
                  <a:gd name="T12" fmla="*/ 1475 w 1743"/>
                  <a:gd name="T13" fmla="*/ 570 h 1815"/>
                  <a:gd name="T14" fmla="*/ 1440 w 1743"/>
                  <a:gd name="T15" fmla="*/ 570 h 1815"/>
                  <a:gd name="T16" fmla="*/ 1408 w 1743"/>
                  <a:gd name="T17" fmla="*/ 552 h 1815"/>
                  <a:gd name="T18" fmla="*/ 1389 w 1743"/>
                  <a:gd name="T19" fmla="*/ 520 h 1815"/>
                  <a:gd name="T20" fmla="*/ 1389 w 1743"/>
                  <a:gd name="T21" fmla="*/ 484 h 1815"/>
                  <a:gd name="T22" fmla="*/ 1408 w 1743"/>
                  <a:gd name="T23" fmla="*/ 452 h 1815"/>
                  <a:gd name="T24" fmla="*/ 1410 w 1743"/>
                  <a:gd name="T25" fmla="*/ 361 h 1815"/>
                  <a:gd name="T26" fmla="*/ 1228 w 1743"/>
                  <a:gd name="T27" fmla="*/ 388 h 1815"/>
                  <a:gd name="T28" fmla="*/ 1056 w 1743"/>
                  <a:gd name="T29" fmla="*/ 438 h 1815"/>
                  <a:gd name="T30" fmla="*/ 893 w 1743"/>
                  <a:gd name="T31" fmla="*/ 510 h 1815"/>
                  <a:gd name="T32" fmla="*/ 741 w 1743"/>
                  <a:gd name="T33" fmla="*/ 602 h 1815"/>
                  <a:gd name="T34" fmla="*/ 602 w 1743"/>
                  <a:gd name="T35" fmla="*/ 710 h 1815"/>
                  <a:gd name="T36" fmla="*/ 480 w 1743"/>
                  <a:gd name="T37" fmla="*/ 835 h 1815"/>
                  <a:gd name="T38" fmla="*/ 373 w 1743"/>
                  <a:gd name="T39" fmla="*/ 975 h 1815"/>
                  <a:gd name="T40" fmla="*/ 284 w 1743"/>
                  <a:gd name="T41" fmla="*/ 1129 h 1815"/>
                  <a:gd name="T42" fmla="*/ 215 w 1743"/>
                  <a:gd name="T43" fmla="*/ 1293 h 1815"/>
                  <a:gd name="T44" fmla="*/ 167 w 1743"/>
                  <a:gd name="T45" fmla="*/ 1468 h 1815"/>
                  <a:gd name="T46" fmla="*/ 143 w 1743"/>
                  <a:gd name="T47" fmla="*/ 1650 h 1815"/>
                  <a:gd name="T48" fmla="*/ 138 w 1743"/>
                  <a:gd name="T49" fmla="*/ 1763 h 1815"/>
                  <a:gd name="T50" fmla="*/ 120 w 1743"/>
                  <a:gd name="T51" fmla="*/ 1794 h 1815"/>
                  <a:gd name="T52" fmla="*/ 89 w 1743"/>
                  <a:gd name="T53" fmla="*/ 1812 h 1815"/>
                  <a:gd name="T54" fmla="*/ 51 w 1743"/>
                  <a:gd name="T55" fmla="*/ 1812 h 1815"/>
                  <a:gd name="T56" fmla="*/ 20 w 1743"/>
                  <a:gd name="T57" fmla="*/ 1794 h 1815"/>
                  <a:gd name="T58" fmla="*/ 2 w 1743"/>
                  <a:gd name="T59" fmla="*/ 1763 h 1815"/>
                  <a:gd name="T60" fmla="*/ 3 w 1743"/>
                  <a:gd name="T61" fmla="*/ 1645 h 1815"/>
                  <a:gd name="T62" fmla="*/ 28 w 1743"/>
                  <a:gd name="T63" fmla="*/ 1451 h 1815"/>
                  <a:gd name="T64" fmla="*/ 76 w 1743"/>
                  <a:gd name="T65" fmla="*/ 1265 h 1815"/>
                  <a:gd name="T66" fmla="*/ 147 w 1743"/>
                  <a:gd name="T67" fmla="*/ 1090 h 1815"/>
                  <a:gd name="T68" fmla="*/ 237 w 1743"/>
                  <a:gd name="T69" fmla="*/ 926 h 1815"/>
                  <a:gd name="T70" fmla="*/ 346 w 1743"/>
                  <a:gd name="T71" fmla="*/ 774 h 1815"/>
                  <a:gd name="T72" fmla="*/ 473 w 1743"/>
                  <a:gd name="T73" fmla="*/ 639 h 1815"/>
                  <a:gd name="T74" fmla="*/ 615 w 1743"/>
                  <a:gd name="T75" fmla="*/ 519 h 1815"/>
                  <a:gd name="T76" fmla="*/ 772 w 1743"/>
                  <a:gd name="T77" fmla="*/ 416 h 1815"/>
                  <a:gd name="T78" fmla="*/ 940 w 1743"/>
                  <a:gd name="T79" fmla="*/ 333 h 1815"/>
                  <a:gd name="T80" fmla="*/ 1119 w 1743"/>
                  <a:gd name="T81" fmla="*/ 272 h 1815"/>
                  <a:gd name="T82" fmla="*/ 1308 w 1743"/>
                  <a:gd name="T83" fmla="*/ 232 h 1815"/>
                  <a:gd name="T84" fmla="*/ 1505 w 1743"/>
                  <a:gd name="T85" fmla="*/ 217 h 1815"/>
                  <a:gd name="T86" fmla="*/ 1397 w 1743"/>
                  <a:gd name="T87" fmla="*/ 105 h 1815"/>
                  <a:gd name="T88" fmla="*/ 1387 w 1743"/>
                  <a:gd name="T89" fmla="*/ 71 h 1815"/>
                  <a:gd name="T90" fmla="*/ 1397 w 1743"/>
                  <a:gd name="T91" fmla="*/ 36 h 1815"/>
                  <a:gd name="T92" fmla="*/ 1423 w 1743"/>
                  <a:gd name="T93" fmla="*/ 10 h 1815"/>
                  <a:gd name="T94" fmla="*/ 1457 w 1743"/>
                  <a:gd name="T95" fmla="*/ 0 h 18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1743" h="1815">
                    <a:moveTo>
                      <a:pt x="1457" y="0"/>
                    </a:moveTo>
                    <a:lnTo>
                      <a:pt x="1475" y="2"/>
                    </a:lnTo>
                    <a:lnTo>
                      <a:pt x="1492" y="10"/>
                    </a:lnTo>
                    <a:lnTo>
                      <a:pt x="1507" y="21"/>
                    </a:lnTo>
                    <a:lnTo>
                      <a:pt x="1722" y="237"/>
                    </a:lnTo>
                    <a:lnTo>
                      <a:pt x="1733" y="252"/>
                    </a:lnTo>
                    <a:lnTo>
                      <a:pt x="1741" y="269"/>
                    </a:lnTo>
                    <a:lnTo>
                      <a:pt x="1743" y="287"/>
                    </a:lnTo>
                    <a:lnTo>
                      <a:pt x="1741" y="304"/>
                    </a:lnTo>
                    <a:lnTo>
                      <a:pt x="1733" y="320"/>
                    </a:lnTo>
                    <a:lnTo>
                      <a:pt x="1722" y="335"/>
                    </a:lnTo>
                    <a:lnTo>
                      <a:pt x="1507" y="552"/>
                    </a:lnTo>
                    <a:lnTo>
                      <a:pt x="1492" y="562"/>
                    </a:lnTo>
                    <a:lnTo>
                      <a:pt x="1475" y="570"/>
                    </a:lnTo>
                    <a:lnTo>
                      <a:pt x="1458" y="572"/>
                    </a:lnTo>
                    <a:lnTo>
                      <a:pt x="1440" y="570"/>
                    </a:lnTo>
                    <a:lnTo>
                      <a:pt x="1423" y="562"/>
                    </a:lnTo>
                    <a:lnTo>
                      <a:pt x="1408" y="552"/>
                    </a:lnTo>
                    <a:lnTo>
                      <a:pt x="1397" y="536"/>
                    </a:lnTo>
                    <a:lnTo>
                      <a:pt x="1389" y="520"/>
                    </a:lnTo>
                    <a:lnTo>
                      <a:pt x="1387" y="502"/>
                    </a:lnTo>
                    <a:lnTo>
                      <a:pt x="1389" y="484"/>
                    </a:lnTo>
                    <a:lnTo>
                      <a:pt x="1397" y="467"/>
                    </a:lnTo>
                    <a:lnTo>
                      <a:pt x="1408" y="452"/>
                    </a:lnTo>
                    <a:lnTo>
                      <a:pt x="1504" y="357"/>
                    </a:lnTo>
                    <a:lnTo>
                      <a:pt x="1410" y="361"/>
                    </a:lnTo>
                    <a:lnTo>
                      <a:pt x="1318" y="371"/>
                    </a:lnTo>
                    <a:lnTo>
                      <a:pt x="1228" y="388"/>
                    </a:lnTo>
                    <a:lnTo>
                      <a:pt x="1140" y="411"/>
                    </a:lnTo>
                    <a:lnTo>
                      <a:pt x="1056" y="438"/>
                    </a:lnTo>
                    <a:lnTo>
                      <a:pt x="972" y="472"/>
                    </a:lnTo>
                    <a:lnTo>
                      <a:pt x="893" y="510"/>
                    </a:lnTo>
                    <a:lnTo>
                      <a:pt x="815" y="553"/>
                    </a:lnTo>
                    <a:lnTo>
                      <a:pt x="741" y="602"/>
                    </a:lnTo>
                    <a:lnTo>
                      <a:pt x="670" y="654"/>
                    </a:lnTo>
                    <a:lnTo>
                      <a:pt x="602" y="710"/>
                    </a:lnTo>
                    <a:lnTo>
                      <a:pt x="539" y="771"/>
                    </a:lnTo>
                    <a:lnTo>
                      <a:pt x="480" y="835"/>
                    </a:lnTo>
                    <a:lnTo>
                      <a:pt x="424" y="904"/>
                    </a:lnTo>
                    <a:lnTo>
                      <a:pt x="373" y="975"/>
                    </a:lnTo>
                    <a:lnTo>
                      <a:pt x="326" y="1050"/>
                    </a:lnTo>
                    <a:lnTo>
                      <a:pt x="284" y="1129"/>
                    </a:lnTo>
                    <a:lnTo>
                      <a:pt x="247" y="1209"/>
                    </a:lnTo>
                    <a:lnTo>
                      <a:pt x="215" y="1293"/>
                    </a:lnTo>
                    <a:lnTo>
                      <a:pt x="188" y="1379"/>
                    </a:lnTo>
                    <a:lnTo>
                      <a:pt x="167" y="1468"/>
                    </a:lnTo>
                    <a:lnTo>
                      <a:pt x="152" y="1558"/>
                    </a:lnTo>
                    <a:lnTo>
                      <a:pt x="143" y="1650"/>
                    </a:lnTo>
                    <a:lnTo>
                      <a:pt x="140" y="1744"/>
                    </a:lnTo>
                    <a:lnTo>
                      <a:pt x="138" y="1763"/>
                    </a:lnTo>
                    <a:lnTo>
                      <a:pt x="130" y="1780"/>
                    </a:lnTo>
                    <a:lnTo>
                      <a:pt x="120" y="1794"/>
                    </a:lnTo>
                    <a:lnTo>
                      <a:pt x="105" y="1805"/>
                    </a:lnTo>
                    <a:lnTo>
                      <a:pt x="89" y="1812"/>
                    </a:lnTo>
                    <a:lnTo>
                      <a:pt x="70" y="1815"/>
                    </a:lnTo>
                    <a:lnTo>
                      <a:pt x="51" y="1812"/>
                    </a:lnTo>
                    <a:lnTo>
                      <a:pt x="34" y="1805"/>
                    </a:lnTo>
                    <a:lnTo>
                      <a:pt x="20" y="1794"/>
                    </a:lnTo>
                    <a:lnTo>
                      <a:pt x="10" y="1780"/>
                    </a:lnTo>
                    <a:lnTo>
                      <a:pt x="2" y="1763"/>
                    </a:lnTo>
                    <a:lnTo>
                      <a:pt x="0" y="1744"/>
                    </a:lnTo>
                    <a:lnTo>
                      <a:pt x="3" y="1645"/>
                    </a:lnTo>
                    <a:lnTo>
                      <a:pt x="13" y="1547"/>
                    </a:lnTo>
                    <a:lnTo>
                      <a:pt x="28" y="1451"/>
                    </a:lnTo>
                    <a:lnTo>
                      <a:pt x="50" y="1357"/>
                    </a:lnTo>
                    <a:lnTo>
                      <a:pt x="76" y="1265"/>
                    </a:lnTo>
                    <a:lnTo>
                      <a:pt x="109" y="1176"/>
                    </a:lnTo>
                    <a:lnTo>
                      <a:pt x="147" y="1090"/>
                    </a:lnTo>
                    <a:lnTo>
                      <a:pt x="190" y="1007"/>
                    </a:lnTo>
                    <a:lnTo>
                      <a:pt x="237" y="926"/>
                    </a:lnTo>
                    <a:lnTo>
                      <a:pt x="290" y="849"/>
                    </a:lnTo>
                    <a:lnTo>
                      <a:pt x="346" y="774"/>
                    </a:lnTo>
                    <a:lnTo>
                      <a:pt x="408" y="704"/>
                    </a:lnTo>
                    <a:lnTo>
                      <a:pt x="473" y="639"/>
                    </a:lnTo>
                    <a:lnTo>
                      <a:pt x="542" y="576"/>
                    </a:lnTo>
                    <a:lnTo>
                      <a:pt x="615" y="519"/>
                    </a:lnTo>
                    <a:lnTo>
                      <a:pt x="691" y="465"/>
                    </a:lnTo>
                    <a:lnTo>
                      <a:pt x="772" y="416"/>
                    </a:lnTo>
                    <a:lnTo>
                      <a:pt x="854" y="372"/>
                    </a:lnTo>
                    <a:lnTo>
                      <a:pt x="940" y="333"/>
                    </a:lnTo>
                    <a:lnTo>
                      <a:pt x="1028" y="299"/>
                    </a:lnTo>
                    <a:lnTo>
                      <a:pt x="1119" y="272"/>
                    </a:lnTo>
                    <a:lnTo>
                      <a:pt x="1212" y="248"/>
                    </a:lnTo>
                    <a:lnTo>
                      <a:pt x="1308" y="232"/>
                    </a:lnTo>
                    <a:lnTo>
                      <a:pt x="1405" y="221"/>
                    </a:lnTo>
                    <a:lnTo>
                      <a:pt x="1505" y="217"/>
                    </a:lnTo>
                    <a:lnTo>
                      <a:pt x="1408" y="120"/>
                    </a:lnTo>
                    <a:lnTo>
                      <a:pt x="1397" y="105"/>
                    </a:lnTo>
                    <a:lnTo>
                      <a:pt x="1389" y="88"/>
                    </a:lnTo>
                    <a:lnTo>
                      <a:pt x="1387" y="71"/>
                    </a:lnTo>
                    <a:lnTo>
                      <a:pt x="1389" y="53"/>
                    </a:lnTo>
                    <a:lnTo>
                      <a:pt x="1397" y="36"/>
                    </a:lnTo>
                    <a:lnTo>
                      <a:pt x="1408" y="21"/>
                    </a:lnTo>
                    <a:lnTo>
                      <a:pt x="1423" y="10"/>
                    </a:lnTo>
                    <a:lnTo>
                      <a:pt x="1440" y="2"/>
                    </a:lnTo>
                    <a:lnTo>
                      <a:pt x="145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  <p:sp>
            <p:nvSpPr>
              <p:cNvPr id="20" name="Freeform 228">
                <a:extLst>
                  <a:ext uri="{FF2B5EF4-FFF2-40B4-BE49-F238E27FC236}">
                    <a16:creationId xmlns:a16="http://schemas.microsoft.com/office/drawing/2014/main" id="{D8EFCDFD-10E3-56C3-8889-A4185A7BD8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34151" y="3727450"/>
                <a:ext cx="276225" cy="287338"/>
              </a:xfrm>
              <a:custGeom>
                <a:avLst/>
                <a:gdLst>
                  <a:gd name="T0" fmla="*/ 1691 w 1743"/>
                  <a:gd name="T1" fmla="*/ 3 h 1815"/>
                  <a:gd name="T2" fmla="*/ 1722 w 1743"/>
                  <a:gd name="T3" fmla="*/ 21 h 1815"/>
                  <a:gd name="T4" fmla="*/ 1740 w 1743"/>
                  <a:gd name="T5" fmla="*/ 52 h 1815"/>
                  <a:gd name="T6" fmla="*/ 1739 w 1743"/>
                  <a:gd name="T7" fmla="*/ 170 h 1815"/>
                  <a:gd name="T8" fmla="*/ 1714 w 1743"/>
                  <a:gd name="T9" fmla="*/ 364 h 1815"/>
                  <a:gd name="T10" fmla="*/ 1666 w 1743"/>
                  <a:gd name="T11" fmla="*/ 549 h 1815"/>
                  <a:gd name="T12" fmla="*/ 1595 w 1743"/>
                  <a:gd name="T13" fmla="*/ 724 h 1815"/>
                  <a:gd name="T14" fmla="*/ 1505 w 1743"/>
                  <a:gd name="T15" fmla="*/ 889 h 1815"/>
                  <a:gd name="T16" fmla="*/ 1395 w 1743"/>
                  <a:gd name="T17" fmla="*/ 1040 h 1815"/>
                  <a:gd name="T18" fmla="*/ 1269 w 1743"/>
                  <a:gd name="T19" fmla="*/ 1176 h 1815"/>
                  <a:gd name="T20" fmla="*/ 1126 w 1743"/>
                  <a:gd name="T21" fmla="*/ 1296 h 1815"/>
                  <a:gd name="T22" fmla="*/ 971 w 1743"/>
                  <a:gd name="T23" fmla="*/ 1399 h 1815"/>
                  <a:gd name="T24" fmla="*/ 802 w 1743"/>
                  <a:gd name="T25" fmla="*/ 1481 h 1815"/>
                  <a:gd name="T26" fmla="*/ 622 w 1743"/>
                  <a:gd name="T27" fmla="*/ 1543 h 1815"/>
                  <a:gd name="T28" fmla="*/ 434 w 1743"/>
                  <a:gd name="T29" fmla="*/ 1582 h 1815"/>
                  <a:gd name="T30" fmla="*/ 238 w 1743"/>
                  <a:gd name="T31" fmla="*/ 1598 h 1815"/>
                  <a:gd name="T32" fmla="*/ 346 w 1743"/>
                  <a:gd name="T33" fmla="*/ 1710 h 1815"/>
                  <a:gd name="T34" fmla="*/ 354 w 1743"/>
                  <a:gd name="T35" fmla="*/ 1743 h 1815"/>
                  <a:gd name="T36" fmla="*/ 346 w 1743"/>
                  <a:gd name="T37" fmla="*/ 1778 h 1815"/>
                  <a:gd name="T38" fmla="*/ 320 w 1743"/>
                  <a:gd name="T39" fmla="*/ 1805 h 1815"/>
                  <a:gd name="T40" fmla="*/ 285 w 1743"/>
                  <a:gd name="T41" fmla="*/ 1815 h 1815"/>
                  <a:gd name="T42" fmla="*/ 250 w 1743"/>
                  <a:gd name="T43" fmla="*/ 1805 h 1815"/>
                  <a:gd name="T44" fmla="*/ 20 w 1743"/>
                  <a:gd name="T45" fmla="*/ 1578 h 1815"/>
                  <a:gd name="T46" fmla="*/ 2 w 1743"/>
                  <a:gd name="T47" fmla="*/ 1546 h 1815"/>
                  <a:gd name="T48" fmla="*/ 2 w 1743"/>
                  <a:gd name="T49" fmla="*/ 1510 h 1815"/>
                  <a:gd name="T50" fmla="*/ 20 w 1743"/>
                  <a:gd name="T51" fmla="*/ 1479 h 1815"/>
                  <a:gd name="T52" fmla="*/ 251 w 1743"/>
                  <a:gd name="T53" fmla="*/ 1251 h 1815"/>
                  <a:gd name="T54" fmla="*/ 285 w 1743"/>
                  <a:gd name="T55" fmla="*/ 1243 h 1815"/>
                  <a:gd name="T56" fmla="*/ 320 w 1743"/>
                  <a:gd name="T57" fmla="*/ 1251 h 1815"/>
                  <a:gd name="T58" fmla="*/ 346 w 1743"/>
                  <a:gd name="T59" fmla="*/ 1279 h 1815"/>
                  <a:gd name="T60" fmla="*/ 354 w 1743"/>
                  <a:gd name="T61" fmla="*/ 1313 h 1815"/>
                  <a:gd name="T62" fmla="*/ 346 w 1743"/>
                  <a:gd name="T63" fmla="*/ 1348 h 1815"/>
                  <a:gd name="T64" fmla="*/ 239 w 1743"/>
                  <a:gd name="T65" fmla="*/ 1458 h 1815"/>
                  <a:gd name="T66" fmla="*/ 424 w 1743"/>
                  <a:gd name="T67" fmla="*/ 1443 h 1815"/>
                  <a:gd name="T68" fmla="*/ 601 w 1743"/>
                  <a:gd name="T69" fmla="*/ 1404 h 1815"/>
                  <a:gd name="T70" fmla="*/ 770 w 1743"/>
                  <a:gd name="T71" fmla="*/ 1343 h 1815"/>
                  <a:gd name="T72" fmla="*/ 927 w 1743"/>
                  <a:gd name="T73" fmla="*/ 1262 h 1815"/>
                  <a:gd name="T74" fmla="*/ 1072 w 1743"/>
                  <a:gd name="T75" fmla="*/ 1161 h 1815"/>
                  <a:gd name="T76" fmla="*/ 1204 w 1743"/>
                  <a:gd name="T77" fmla="*/ 1043 h 1815"/>
                  <a:gd name="T78" fmla="*/ 1318 w 1743"/>
                  <a:gd name="T79" fmla="*/ 911 h 1815"/>
                  <a:gd name="T80" fmla="*/ 1416 w 1743"/>
                  <a:gd name="T81" fmla="*/ 765 h 1815"/>
                  <a:gd name="T82" fmla="*/ 1495 w 1743"/>
                  <a:gd name="T83" fmla="*/ 605 h 1815"/>
                  <a:gd name="T84" fmla="*/ 1554 w 1743"/>
                  <a:gd name="T85" fmla="*/ 436 h 1815"/>
                  <a:gd name="T86" fmla="*/ 1590 w 1743"/>
                  <a:gd name="T87" fmla="*/ 256 h 1815"/>
                  <a:gd name="T88" fmla="*/ 1603 w 1743"/>
                  <a:gd name="T89" fmla="*/ 70 h 1815"/>
                  <a:gd name="T90" fmla="*/ 1612 w 1743"/>
                  <a:gd name="T91" fmla="*/ 35 h 1815"/>
                  <a:gd name="T92" fmla="*/ 1637 w 1743"/>
                  <a:gd name="T93" fmla="*/ 9 h 1815"/>
                  <a:gd name="T94" fmla="*/ 1673 w 1743"/>
                  <a:gd name="T95" fmla="*/ 0 h 18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</a:cxnLst>
                <a:rect l="0" t="0" r="r" b="b"/>
                <a:pathLst>
                  <a:path w="1743" h="1815">
                    <a:moveTo>
                      <a:pt x="1673" y="0"/>
                    </a:moveTo>
                    <a:lnTo>
                      <a:pt x="1691" y="3"/>
                    </a:lnTo>
                    <a:lnTo>
                      <a:pt x="1708" y="9"/>
                    </a:lnTo>
                    <a:lnTo>
                      <a:pt x="1722" y="21"/>
                    </a:lnTo>
                    <a:lnTo>
                      <a:pt x="1733" y="35"/>
                    </a:lnTo>
                    <a:lnTo>
                      <a:pt x="1740" y="52"/>
                    </a:lnTo>
                    <a:lnTo>
                      <a:pt x="1743" y="70"/>
                    </a:lnTo>
                    <a:lnTo>
                      <a:pt x="1739" y="170"/>
                    </a:lnTo>
                    <a:lnTo>
                      <a:pt x="1730" y="268"/>
                    </a:lnTo>
                    <a:lnTo>
                      <a:pt x="1714" y="364"/>
                    </a:lnTo>
                    <a:lnTo>
                      <a:pt x="1693" y="458"/>
                    </a:lnTo>
                    <a:lnTo>
                      <a:pt x="1666" y="549"/>
                    </a:lnTo>
                    <a:lnTo>
                      <a:pt x="1634" y="638"/>
                    </a:lnTo>
                    <a:lnTo>
                      <a:pt x="1595" y="724"/>
                    </a:lnTo>
                    <a:lnTo>
                      <a:pt x="1553" y="808"/>
                    </a:lnTo>
                    <a:lnTo>
                      <a:pt x="1505" y="889"/>
                    </a:lnTo>
                    <a:lnTo>
                      <a:pt x="1452" y="966"/>
                    </a:lnTo>
                    <a:lnTo>
                      <a:pt x="1395" y="1040"/>
                    </a:lnTo>
                    <a:lnTo>
                      <a:pt x="1334" y="1110"/>
                    </a:lnTo>
                    <a:lnTo>
                      <a:pt x="1269" y="1176"/>
                    </a:lnTo>
                    <a:lnTo>
                      <a:pt x="1199" y="1239"/>
                    </a:lnTo>
                    <a:lnTo>
                      <a:pt x="1126" y="1296"/>
                    </a:lnTo>
                    <a:lnTo>
                      <a:pt x="1050" y="1350"/>
                    </a:lnTo>
                    <a:lnTo>
                      <a:pt x="971" y="1399"/>
                    </a:lnTo>
                    <a:lnTo>
                      <a:pt x="888" y="1442"/>
                    </a:lnTo>
                    <a:lnTo>
                      <a:pt x="802" y="1481"/>
                    </a:lnTo>
                    <a:lnTo>
                      <a:pt x="713" y="1515"/>
                    </a:lnTo>
                    <a:lnTo>
                      <a:pt x="622" y="1543"/>
                    </a:lnTo>
                    <a:lnTo>
                      <a:pt x="529" y="1566"/>
                    </a:lnTo>
                    <a:lnTo>
                      <a:pt x="434" y="1582"/>
                    </a:lnTo>
                    <a:lnTo>
                      <a:pt x="338" y="1594"/>
                    </a:lnTo>
                    <a:lnTo>
                      <a:pt x="238" y="1598"/>
                    </a:lnTo>
                    <a:lnTo>
                      <a:pt x="334" y="1695"/>
                    </a:lnTo>
                    <a:lnTo>
                      <a:pt x="346" y="1710"/>
                    </a:lnTo>
                    <a:lnTo>
                      <a:pt x="352" y="1726"/>
                    </a:lnTo>
                    <a:lnTo>
                      <a:pt x="354" y="1743"/>
                    </a:lnTo>
                    <a:lnTo>
                      <a:pt x="352" y="1761"/>
                    </a:lnTo>
                    <a:lnTo>
                      <a:pt x="346" y="1778"/>
                    </a:lnTo>
                    <a:lnTo>
                      <a:pt x="334" y="1793"/>
                    </a:lnTo>
                    <a:lnTo>
                      <a:pt x="320" y="1805"/>
                    </a:lnTo>
                    <a:lnTo>
                      <a:pt x="303" y="1811"/>
                    </a:lnTo>
                    <a:lnTo>
                      <a:pt x="285" y="1815"/>
                    </a:lnTo>
                    <a:lnTo>
                      <a:pt x="267" y="1811"/>
                    </a:lnTo>
                    <a:lnTo>
                      <a:pt x="250" y="1805"/>
                    </a:lnTo>
                    <a:lnTo>
                      <a:pt x="235" y="1793"/>
                    </a:lnTo>
                    <a:lnTo>
                      <a:pt x="20" y="1578"/>
                    </a:lnTo>
                    <a:lnTo>
                      <a:pt x="9" y="1563"/>
                    </a:lnTo>
                    <a:lnTo>
                      <a:pt x="2" y="1546"/>
                    </a:lnTo>
                    <a:lnTo>
                      <a:pt x="0" y="1528"/>
                    </a:lnTo>
                    <a:lnTo>
                      <a:pt x="2" y="1510"/>
                    </a:lnTo>
                    <a:lnTo>
                      <a:pt x="9" y="1493"/>
                    </a:lnTo>
                    <a:lnTo>
                      <a:pt x="20" y="1479"/>
                    </a:lnTo>
                    <a:lnTo>
                      <a:pt x="235" y="1263"/>
                    </a:lnTo>
                    <a:lnTo>
                      <a:pt x="251" y="1251"/>
                    </a:lnTo>
                    <a:lnTo>
                      <a:pt x="267" y="1245"/>
                    </a:lnTo>
                    <a:lnTo>
                      <a:pt x="285" y="1243"/>
                    </a:lnTo>
                    <a:lnTo>
                      <a:pt x="303" y="1245"/>
                    </a:lnTo>
                    <a:lnTo>
                      <a:pt x="320" y="1251"/>
                    </a:lnTo>
                    <a:lnTo>
                      <a:pt x="334" y="1263"/>
                    </a:lnTo>
                    <a:lnTo>
                      <a:pt x="346" y="1279"/>
                    </a:lnTo>
                    <a:lnTo>
                      <a:pt x="352" y="1295"/>
                    </a:lnTo>
                    <a:lnTo>
                      <a:pt x="354" y="1313"/>
                    </a:lnTo>
                    <a:lnTo>
                      <a:pt x="352" y="1331"/>
                    </a:lnTo>
                    <a:lnTo>
                      <a:pt x="346" y="1348"/>
                    </a:lnTo>
                    <a:lnTo>
                      <a:pt x="334" y="1363"/>
                    </a:lnTo>
                    <a:lnTo>
                      <a:pt x="239" y="1458"/>
                    </a:lnTo>
                    <a:lnTo>
                      <a:pt x="332" y="1454"/>
                    </a:lnTo>
                    <a:lnTo>
                      <a:pt x="424" y="1443"/>
                    </a:lnTo>
                    <a:lnTo>
                      <a:pt x="513" y="1426"/>
                    </a:lnTo>
                    <a:lnTo>
                      <a:pt x="601" y="1404"/>
                    </a:lnTo>
                    <a:lnTo>
                      <a:pt x="687" y="1376"/>
                    </a:lnTo>
                    <a:lnTo>
                      <a:pt x="770" y="1343"/>
                    </a:lnTo>
                    <a:lnTo>
                      <a:pt x="850" y="1304"/>
                    </a:lnTo>
                    <a:lnTo>
                      <a:pt x="927" y="1262"/>
                    </a:lnTo>
                    <a:lnTo>
                      <a:pt x="1001" y="1213"/>
                    </a:lnTo>
                    <a:lnTo>
                      <a:pt x="1072" y="1161"/>
                    </a:lnTo>
                    <a:lnTo>
                      <a:pt x="1140" y="1105"/>
                    </a:lnTo>
                    <a:lnTo>
                      <a:pt x="1204" y="1043"/>
                    </a:lnTo>
                    <a:lnTo>
                      <a:pt x="1263" y="980"/>
                    </a:lnTo>
                    <a:lnTo>
                      <a:pt x="1318" y="911"/>
                    </a:lnTo>
                    <a:lnTo>
                      <a:pt x="1370" y="840"/>
                    </a:lnTo>
                    <a:lnTo>
                      <a:pt x="1416" y="765"/>
                    </a:lnTo>
                    <a:lnTo>
                      <a:pt x="1459" y="686"/>
                    </a:lnTo>
                    <a:lnTo>
                      <a:pt x="1495" y="605"/>
                    </a:lnTo>
                    <a:lnTo>
                      <a:pt x="1528" y="522"/>
                    </a:lnTo>
                    <a:lnTo>
                      <a:pt x="1554" y="436"/>
                    </a:lnTo>
                    <a:lnTo>
                      <a:pt x="1574" y="347"/>
                    </a:lnTo>
                    <a:lnTo>
                      <a:pt x="1590" y="256"/>
                    </a:lnTo>
                    <a:lnTo>
                      <a:pt x="1600" y="164"/>
                    </a:lnTo>
                    <a:lnTo>
                      <a:pt x="1603" y="70"/>
                    </a:lnTo>
                    <a:lnTo>
                      <a:pt x="1605" y="52"/>
                    </a:lnTo>
                    <a:lnTo>
                      <a:pt x="1612" y="35"/>
                    </a:lnTo>
                    <a:lnTo>
                      <a:pt x="1623" y="21"/>
                    </a:lnTo>
                    <a:lnTo>
                      <a:pt x="1637" y="9"/>
                    </a:lnTo>
                    <a:lnTo>
                      <a:pt x="1654" y="3"/>
                    </a:lnTo>
                    <a:lnTo>
                      <a:pt x="167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  <p:sp>
            <p:nvSpPr>
              <p:cNvPr id="21" name="Freeform 229">
                <a:extLst>
                  <a:ext uri="{FF2B5EF4-FFF2-40B4-BE49-F238E27FC236}">
                    <a16:creationId xmlns:a16="http://schemas.microsoft.com/office/drawing/2014/main" id="{80B9B216-E947-F9D2-A2DC-5C048FF74ED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497638" y="3667125"/>
                <a:ext cx="142875" cy="142875"/>
              </a:xfrm>
              <a:custGeom>
                <a:avLst/>
                <a:gdLst>
                  <a:gd name="T0" fmla="*/ 410 w 901"/>
                  <a:gd name="T1" fmla="*/ 143 h 905"/>
                  <a:gd name="T2" fmla="*/ 331 w 901"/>
                  <a:gd name="T3" fmla="*/ 164 h 905"/>
                  <a:gd name="T4" fmla="*/ 260 w 901"/>
                  <a:gd name="T5" fmla="*/ 206 h 905"/>
                  <a:gd name="T6" fmla="*/ 203 w 901"/>
                  <a:gd name="T7" fmla="*/ 262 h 905"/>
                  <a:gd name="T8" fmla="*/ 163 w 901"/>
                  <a:gd name="T9" fmla="*/ 333 h 905"/>
                  <a:gd name="T10" fmla="*/ 142 w 901"/>
                  <a:gd name="T11" fmla="*/ 413 h 905"/>
                  <a:gd name="T12" fmla="*/ 142 w 901"/>
                  <a:gd name="T13" fmla="*/ 493 h 905"/>
                  <a:gd name="T14" fmla="*/ 163 w 901"/>
                  <a:gd name="T15" fmla="*/ 572 h 905"/>
                  <a:gd name="T16" fmla="*/ 204 w 901"/>
                  <a:gd name="T17" fmla="*/ 644 h 905"/>
                  <a:gd name="T18" fmla="*/ 260 w 901"/>
                  <a:gd name="T19" fmla="*/ 701 h 905"/>
                  <a:gd name="T20" fmla="*/ 330 w 901"/>
                  <a:gd name="T21" fmla="*/ 741 h 905"/>
                  <a:gd name="T22" fmla="*/ 408 w 901"/>
                  <a:gd name="T23" fmla="*/ 763 h 905"/>
                  <a:gd name="T24" fmla="*/ 491 w 901"/>
                  <a:gd name="T25" fmla="*/ 763 h 905"/>
                  <a:gd name="T26" fmla="*/ 569 w 901"/>
                  <a:gd name="T27" fmla="*/ 741 h 905"/>
                  <a:gd name="T28" fmla="*/ 640 w 901"/>
                  <a:gd name="T29" fmla="*/ 700 h 905"/>
                  <a:gd name="T30" fmla="*/ 696 w 901"/>
                  <a:gd name="T31" fmla="*/ 643 h 905"/>
                  <a:gd name="T32" fmla="*/ 738 w 901"/>
                  <a:gd name="T33" fmla="*/ 572 h 905"/>
                  <a:gd name="T34" fmla="*/ 759 w 901"/>
                  <a:gd name="T35" fmla="*/ 493 h 905"/>
                  <a:gd name="T36" fmla="*/ 759 w 901"/>
                  <a:gd name="T37" fmla="*/ 413 h 905"/>
                  <a:gd name="T38" fmla="*/ 738 w 901"/>
                  <a:gd name="T39" fmla="*/ 333 h 905"/>
                  <a:gd name="T40" fmla="*/ 696 w 901"/>
                  <a:gd name="T41" fmla="*/ 262 h 905"/>
                  <a:gd name="T42" fmla="*/ 639 w 901"/>
                  <a:gd name="T43" fmla="*/ 205 h 905"/>
                  <a:gd name="T44" fmla="*/ 569 w 901"/>
                  <a:gd name="T45" fmla="*/ 164 h 905"/>
                  <a:gd name="T46" fmla="*/ 491 w 901"/>
                  <a:gd name="T47" fmla="*/ 143 h 905"/>
                  <a:gd name="T48" fmla="*/ 450 w 901"/>
                  <a:gd name="T49" fmla="*/ 0 h 905"/>
                  <a:gd name="T50" fmla="*/ 547 w 901"/>
                  <a:gd name="T51" fmla="*/ 11 h 905"/>
                  <a:gd name="T52" fmla="*/ 638 w 901"/>
                  <a:gd name="T53" fmla="*/ 41 h 905"/>
                  <a:gd name="T54" fmla="*/ 721 w 901"/>
                  <a:gd name="T55" fmla="*/ 90 h 905"/>
                  <a:gd name="T56" fmla="*/ 791 w 901"/>
                  <a:gd name="T57" fmla="*/ 155 h 905"/>
                  <a:gd name="T58" fmla="*/ 846 w 901"/>
                  <a:gd name="T59" fmla="*/ 234 h 905"/>
                  <a:gd name="T60" fmla="*/ 884 w 901"/>
                  <a:gd name="T61" fmla="*/ 328 h 905"/>
                  <a:gd name="T62" fmla="*/ 901 w 901"/>
                  <a:gd name="T63" fmla="*/ 427 h 905"/>
                  <a:gd name="T64" fmla="*/ 896 w 901"/>
                  <a:gd name="T65" fmla="*/ 527 h 905"/>
                  <a:gd name="T66" fmla="*/ 867 w 901"/>
                  <a:gd name="T67" fmla="*/ 626 h 905"/>
                  <a:gd name="T68" fmla="*/ 818 w 901"/>
                  <a:gd name="T69" fmla="*/ 715 h 905"/>
                  <a:gd name="T70" fmla="*/ 752 w 901"/>
                  <a:gd name="T71" fmla="*/ 789 h 905"/>
                  <a:gd name="T72" fmla="*/ 669 w 901"/>
                  <a:gd name="T73" fmla="*/ 847 h 905"/>
                  <a:gd name="T74" fmla="*/ 581 w 901"/>
                  <a:gd name="T75" fmla="*/ 886 h 905"/>
                  <a:gd name="T76" fmla="*/ 494 w 901"/>
                  <a:gd name="T77" fmla="*/ 903 h 905"/>
                  <a:gd name="T78" fmla="*/ 401 w 901"/>
                  <a:gd name="T79" fmla="*/ 902 h 905"/>
                  <a:gd name="T80" fmla="*/ 306 w 901"/>
                  <a:gd name="T81" fmla="*/ 881 h 905"/>
                  <a:gd name="T82" fmla="*/ 219 w 901"/>
                  <a:gd name="T83" fmla="*/ 841 h 905"/>
                  <a:gd name="T84" fmla="*/ 143 w 901"/>
                  <a:gd name="T85" fmla="*/ 784 h 905"/>
                  <a:gd name="T86" fmla="*/ 80 w 901"/>
                  <a:gd name="T87" fmla="*/ 712 h 905"/>
                  <a:gd name="T88" fmla="*/ 34 w 901"/>
                  <a:gd name="T89" fmla="*/ 626 h 905"/>
                  <a:gd name="T90" fmla="*/ 5 w 901"/>
                  <a:gd name="T91" fmla="*/ 527 h 905"/>
                  <a:gd name="T92" fmla="*/ 0 w 901"/>
                  <a:gd name="T93" fmla="*/ 427 h 905"/>
                  <a:gd name="T94" fmla="*/ 17 w 901"/>
                  <a:gd name="T95" fmla="*/ 328 h 905"/>
                  <a:gd name="T96" fmla="*/ 56 w 901"/>
                  <a:gd name="T97" fmla="*/ 233 h 905"/>
                  <a:gd name="T98" fmla="*/ 114 w 901"/>
                  <a:gd name="T99" fmla="*/ 151 h 905"/>
                  <a:gd name="T100" fmla="*/ 188 w 901"/>
                  <a:gd name="T101" fmla="*/ 84 h 905"/>
                  <a:gd name="T102" fmla="*/ 277 w 901"/>
                  <a:gd name="T103" fmla="*/ 35 h 905"/>
                  <a:gd name="T104" fmla="*/ 362 w 901"/>
                  <a:gd name="T105" fmla="*/ 8 h 905"/>
                  <a:gd name="T106" fmla="*/ 450 w 901"/>
                  <a:gd name="T107" fmla="*/ 0 h 9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</a:cxnLst>
                <a:rect l="0" t="0" r="r" b="b"/>
                <a:pathLst>
                  <a:path w="901" h="905">
                    <a:moveTo>
                      <a:pt x="450" y="140"/>
                    </a:moveTo>
                    <a:lnTo>
                      <a:pt x="410" y="143"/>
                    </a:lnTo>
                    <a:lnTo>
                      <a:pt x="370" y="152"/>
                    </a:lnTo>
                    <a:lnTo>
                      <a:pt x="331" y="164"/>
                    </a:lnTo>
                    <a:lnTo>
                      <a:pt x="294" y="182"/>
                    </a:lnTo>
                    <a:lnTo>
                      <a:pt x="260" y="206"/>
                    </a:lnTo>
                    <a:lnTo>
                      <a:pt x="230" y="232"/>
                    </a:lnTo>
                    <a:lnTo>
                      <a:pt x="203" y="262"/>
                    </a:lnTo>
                    <a:lnTo>
                      <a:pt x="181" y="296"/>
                    </a:lnTo>
                    <a:lnTo>
                      <a:pt x="163" y="333"/>
                    </a:lnTo>
                    <a:lnTo>
                      <a:pt x="149" y="372"/>
                    </a:lnTo>
                    <a:lnTo>
                      <a:pt x="142" y="413"/>
                    </a:lnTo>
                    <a:lnTo>
                      <a:pt x="138" y="453"/>
                    </a:lnTo>
                    <a:lnTo>
                      <a:pt x="142" y="493"/>
                    </a:lnTo>
                    <a:lnTo>
                      <a:pt x="149" y="533"/>
                    </a:lnTo>
                    <a:lnTo>
                      <a:pt x="163" y="572"/>
                    </a:lnTo>
                    <a:lnTo>
                      <a:pt x="181" y="610"/>
                    </a:lnTo>
                    <a:lnTo>
                      <a:pt x="204" y="644"/>
                    </a:lnTo>
                    <a:lnTo>
                      <a:pt x="231" y="675"/>
                    </a:lnTo>
                    <a:lnTo>
                      <a:pt x="260" y="701"/>
                    </a:lnTo>
                    <a:lnTo>
                      <a:pt x="294" y="723"/>
                    </a:lnTo>
                    <a:lnTo>
                      <a:pt x="330" y="741"/>
                    </a:lnTo>
                    <a:lnTo>
                      <a:pt x="368" y="754"/>
                    </a:lnTo>
                    <a:lnTo>
                      <a:pt x="408" y="763"/>
                    </a:lnTo>
                    <a:lnTo>
                      <a:pt x="450" y="765"/>
                    </a:lnTo>
                    <a:lnTo>
                      <a:pt x="491" y="763"/>
                    </a:lnTo>
                    <a:lnTo>
                      <a:pt x="530" y="754"/>
                    </a:lnTo>
                    <a:lnTo>
                      <a:pt x="569" y="741"/>
                    </a:lnTo>
                    <a:lnTo>
                      <a:pt x="606" y="722"/>
                    </a:lnTo>
                    <a:lnTo>
                      <a:pt x="640" y="700"/>
                    </a:lnTo>
                    <a:lnTo>
                      <a:pt x="670" y="673"/>
                    </a:lnTo>
                    <a:lnTo>
                      <a:pt x="696" y="643"/>
                    </a:lnTo>
                    <a:lnTo>
                      <a:pt x="720" y="609"/>
                    </a:lnTo>
                    <a:lnTo>
                      <a:pt x="738" y="572"/>
                    </a:lnTo>
                    <a:lnTo>
                      <a:pt x="750" y="533"/>
                    </a:lnTo>
                    <a:lnTo>
                      <a:pt x="759" y="493"/>
                    </a:lnTo>
                    <a:lnTo>
                      <a:pt x="761" y="453"/>
                    </a:lnTo>
                    <a:lnTo>
                      <a:pt x="759" y="413"/>
                    </a:lnTo>
                    <a:lnTo>
                      <a:pt x="750" y="372"/>
                    </a:lnTo>
                    <a:lnTo>
                      <a:pt x="738" y="333"/>
                    </a:lnTo>
                    <a:lnTo>
                      <a:pt x="719" y="296"/>
                    </a:lnTo>
                    <a:lnTo>
                      <a:pt x="696" y="262"/>
                    </a:lnTo>
                    <a:lnTo>
                      <a:pt x="670" y="231"/>
                    </a:lnTo>
                    <a:lnTo>
                      <a:pt x="639" y="205"/>
                    </a:lnTo>
                    <a:lnTo>
                      <a:pt x="605" y="182"/>
                    </a:lnTo>
                    <a:lnTo>
                      <a:pt x="569" y="164"/>
                    </a:lnTo>
                    <a:lnTo>
                      <a:pt x="531" y="152"/>
                    </a:lnTo>
                    <a:lnTo>
                      <a:pt x="491" y="143"/>
                    </a:lnTo>
                    <a:lnTo>
                      <a:pt x="450" y="140"/>
                    </a:lnTo>
                    <a:close/>
                    <a:moveTo>
                      <a:pt x="450" y="0"/>
                    </a:moveTo>
                    <a:lnTo>
                      <a:pt x="500" y="3"/>
                    </a:lnTo>
                    <a:lnTo>
                      <a:pt x="547" y="11"/>
                    </a:lnTo>
                    <a:lnTo>
                      <a:pt x="594" y="23"/>
                    </a:lnTo>
                    <a:lnTo>
                      <a:pt x="638" y="41"/>
                    </a:lnTo>
                    <a:lnTo>
                      <a:pt x="681" y="64"/>
                    </a:lnTo>
                    <a:lnTo>
                      <a:pt x="721" y="90"/>
                    </a:lnTo>
                    <a:lnTo>
                      <a:pt x="757" y="121"/>
                    </a:lnTo>
                    <a:lnTo>
                      <a:pt x="791" y="155"/>
                    </a:lnTo>
                    <a:lnTo>
                      <a:pt x="820" y="193"/>
                    </a:lnTo>
                    <a:lnTo>
                      <a:pt x="846" y="234"/>
                    </a:lnTo>
                    <a:lnTo>
                      <a:pt x="867" y="279"/>
                    </a:lnTo>
                    <a:lnTo>
                      <a:pt x="884" y="328"/>
                    </a:lnTo>
                    <a:lnTo>
                      <a:pt x="896" y="378"/>
                    </a:lnTo>
                    <a:lnTo>
                      <a:pt x="901" y="427"/>
                    </a:lnTo>
                    <a:lnTo>
                      <a:pt x="901" y="477"/>
                    </a:lnTo>
                    <a:lnTo>
                      <a:pt x="896" y="527"/>
                    </a:lnTo>
                    <a:lnTo>
                      <a:pt x="884" y="577"/>
                    </a:lnTo>
                    <a:lnTo>
                      <a:pt x="867" y="626"/>
                    </a:lnTo>
                    <a:lnTo>
                      <a:pt x="845" y="671"/>
                    </a:lnTo>
                    <a:lnTo>
                      <a:pt x="818" y="715"/>
                    </a:lnTo>
                    <a:lnTo>
                      <a:pt x="786" y="754"/>
                    </a:lnTo>
                    <a:lnTo>
                      <a:pt x="752" y="789"/>
                    </a:lnTo>
                    <a:lnTo>
                      <a:pt x="711" y="821"/>
                    </a:lnTo>
                    <a:lnTo>
                      <a:pt x="669" y="847"/>
                    </a:lnTo>
                    <a:lnTo>
                      <a:pt x="622" y="870"/>
                    </a:lnTo>
                    <a:lnTo>
                      <a:pt x="581" y="886"/>
                    </a:lnTo>
                    <a:lnTo>
                      <a:pt x="538" y="896"/>
                    </a:lnTo>
                    <a:lnTo>
                      <a:pt x="494" y="903"/>
                    </a:lnTo>
                    <a:lnTo>
                      <a:pt x="450" y="905"/>
                    </a:lnTo>
                    <a:lnTo>
                      <a:pt x="401" y="902"/>
                    </a:lnTo>
                    <a:lnTo>
                      <a:pt x="352" y="894"/>
                    </a:lnTo>
                    <a:lnTo>
                      <a:pt x="306" y="881"/>
                    </a:lnTo>
                    <a:lnTo>
                      <a:pt x="261" y="863"/>
                    </a:lnTo>
                    <a:lnTo>
                      <a:pt x="219" y="841"/>
                    </a:lnTo>
                    <a:lnTo>
                      <a:pt x="180" y="815"/>
                    </a:lnTo>
                    <a:lnTo>
                      <a:pt x="143" y="784"/>
                    </a:lnTo>
                    <a:lnTo>
                      <a:pt x="110" y="750"/>
                    </a:lnTo>
                    <a:lnTo>
                      <a:pt x="80" y="712"/>
                    </a:lnTo>
                    <a:lnTo>
                      <a:pt x="55" y="670"/>
                    </a:lnTo>
                    <a:lnTo>
                      <a:pt x="34" y="626"/>
                    </a:lnTo>
                    <a:lnTo>
                      <a:pt x="17" y="577"/>
                    </a:lnTo>
                    <a:lnTo>
                      <a:pt x="5" y="527"/>
                    </a:lnTo>
                    <a:lnTo>
                      <a:pt x="0" y="477"/>
                    </a:lnTo>
                    <a:lnTo>
                      <a:pt x="0" y="427"/>
                    </a:lnTo>
                    <a:lnTo>
                      <a:pt x="5" y="378"/>
                    </a:lnTo>
                    <a:lnTo>
                      <a:pt x="17" y="328"/>
                    </a:lnTo>
                    <a:lnTo>
                      <a:pt x="34" y="279"/>
                    </a:lnTo>
                    <a:lnTo>
                      <a:pt x="56" y="233"/>
                    </a:lnTo>
                    <a:lnTo>
                      <a:pt x="82" y="190"/>
                    </a:lnTo>
                    <a:lnTo>
                      <a:pt x="114" y="151"/>
                    </a:lnTo>
                    <a:lnTo>
                      <a:pt x="149" y="116"/>
                    </a:lnTo>
                    <a:lnTo>
                      <a:pt x="188" y="84"/>
                    </a:lnTo>
                    <a:lnTo>
                      <a:pt x="232" y="57"/>
                    </a:lnTo>
                    <a:lnTo>
                      <a:pt x="277" y="35"/>
                    </a:lnTo>
                    <a:lnTo>
                      <a:pt x="320" y="20"/>
                    </a:lnTo>
                    <a:lnTo>
                      <a:pt x="362" y="8"/>
                    </a:lnTo>
                    <a:lnTo>
                      <a:pt x="405" y="2"/>
                    </a:lnTo>
                    <a:lnTo>
                      <a:pt x="45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  <p:sp>
            <p:nvSpPr>
              <p:cNvPr id="22" name="Freeform 230">
                <a:extLst>
                  <a:ext uri="{FF2B5EF4-FFF2-40B4-BE49-F238E27FC236}">
                    <a16:creationId xmlns:a16="http://schemas.microsoft.com/office/drawing/2014/main" id="{D26E125B-A0B7-FABE-D16F-E2E48DC991B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405563" y="3575050"/>
                <a:ext cx="327025" cy="327025"/>
              </a:xfrm>
              <a:custGeom>
                <a:avLst/>
                <a:gdLst>
                  <a:gd name="T0" fmla="*/ 599 w 2059"/>
                  <a:gd name="T1" fmla="*/ 201 h 2062"/>
                  <a:gd name="T2" fmla="*/ 653 w 2059"/>
                  <a:gd name="T3" fmla="*/ 375 h 2062"/>
                  <a:gd name="T4" fmla="*/ 421 w 2059"/>
                  <a:gd name="T5" fmla="*/ 624 h 2062"/>
                  <a:gd name="T6" fmla="*/ 211 w 2059"/>
                  <a:gd name="T7" fmla="*/ 598 h 2062"/>
                  <a:gd name="T8" fmla="*/ 139 w 2059"/>
                  <a:gd name="T9" fmla="*/ 743 h 2062"/>
                  <a:gd name="T10" fmla="*/ 287 w 2059"/>
                  <a:gd name="T11" fmla="*/ 819 h 2062"/>
                  <a:gd name="T12" fmla="*/ 312 w 2059"/>
                  <a:gd name="T13" fmla="*/ 1172 h 2062"/>
                  <a:gd name="T14" fmla="*/ 144 w 2059"/>
                  <a:gd name="T15" fmla="*/ 1304 h 2062"/>
                  <a:gd name="T16" fmla="*/ 197 w 2059"/>
                  <a:gd name="T17" fmla="*/ 1457 h 2062"/>
                  <a:gd name="T18" fmla="*/ 336 w 2059"/>
                  <a:gd name="T19" fmla="*/ 1411 h 2062"/>
                  <a:gd name="T20" fmla="*/ 532 w 2059"/>
                  <a:gd name="T21" fmla="*/ 1567 h 2062"/>
                  <a:gd name="T22" fmla="*/ 598 w 2059"/>
                  <a:gd name="T23" fmla="*/ 1845 h 2062"/>
                  <a:gd name="T24" fmla="*/ 749 w 2059"/>
                  <a:gd name="T25" fmla="*/ 1920 h 2062"/>
                  <a:gd name="T26" fmla="*/ 867 w 2059"/>
                  <a:gd name="T27" fmla="*/ 1747 h 2062"/>
                  <a:gd name="T28" fmla="*/ 1184 w 2059"/>
                  <a:gd name="T29" fmla="*/ 1747 h 2062"/>
                  <a:gd name="T30" fmla="*/ 1303 w 2059"/>
                  <a:gd name="T31" fmla="*/ 1919 h 2062"/>
                  <a:gd name="T32" fmla="*/ 1457 w 2059"/>
                  <a:gd name="T33" fmla="*/ 1861 h 2062"/>
                  <a:gd name="T34" fmla="*/ 1405 w 2059"/>
                  <a:gd name="T35" fmla="*/ 1705 h 2062"/>
                  <a:gd name="T36" fmla="*/ 1603 w 2059"/>
                  <a:gd name="T37" fmla="*/ 1484 h 2062"/>
                  <a:gd name="T38" fmla="*/ 1845 w 2059"/>
                  <a:gd name="T39" fmla="*/ 1462 h 2062"/>
                  <a:gd name="T40" fmla="*/ 1917 w 2059"/>
                  <a:gd name="T41" fmla="*/ 1322 h 2062"/>
                  <a:gd name="T42" fmla="*/ 1788 w 2059"/>
                  <a:gd name="T43" fmla="*/ 1252 h 2062"/>
                  <a:gd name="T44" fmla="*/ 1756 w 2059"/>
                  <a:gd name="T45" fmla="*/ 960 h 2062"/>
                  <a:gd name="T46" fmla="*/ 1915 w 2059"/>
                  <a:gd name="T47" fmla="*/ 755 h 2062"/>
                  <a:gd name="T48" fmla="*/ 1848 w 2059"/>
                  <a:gd name="T49" fmla="*/ 598 h 2062"/>
                  <a:gd name="T50" fmla="*/ 1637 w 2059"/>
                  <a:gd name="T51" fmla="*/ 624 h 2062"/>
                  <a:gd name="T52" fmla="*/ 1406 w 2059"/>
                  <a:gd name="T53" fmla="*/ 375 h 2062"/>
                  <a:gd name="T54" fmla="*/ 1458 w 2059"/>
                  <a:gd name="T55" fmla="*/ 200 h 2062"/>
                  <a:gd name="T56" fmla="*/ 1305 w 2059"/>
                  <a:gd name="T57" fmla="*/ 143 h 2062"/>
                  <a:gd name="T58" fmla="*/ 1172 w 2059"/>
                  <a:gd name="T59" fmla="*/ 313 h 2062"/>
                  <a:gd name="T60" fmla="*/ 819 w 2059"/>
                  <a:gd name="T61" fmla="*/ 287 h 2062"/>
                  <a:gd name="T62" fmla="*/ 1315 w 2059"/>
                  <a:gd name="T63" fmla="*/ 0 h 2062"/>
                  <a:gd name="T64" fmla="*/ 1590 w 2059"/>
                  <a:gd name="T65" fmla="*/ 151 h 2062"/>
                  <a:gd name="T66" fmla="*/ 1684 w 2059"/>
                  <a:gd name="T67" fmla="*/ 455 h 2062"/>
                  <a:gd name="T68" fmla="*/ 1946 w 2059"/>
                  <a:gd name="T69" fmla="*/ 492 h 2062"/>
                  <a:gd name="T70" fmla="*/ 2047 w 2059"/>
                  <a:gd name="T71" fmla="*/ 805 h 2062"/>
                  <a:gd name="T72" fmla="*/ 1900 w 2059"/>
                  <a:gd name="T73" fmla="*/ 1068 h 2062"/>
                  <a:gd name="T74" fmla="*/ 2056 w 2059"/>
                  <a:gd name="T75" fmla="*/ 1286 h 2062"/>
                  <a:gd name="T76" fmla="*/ 1925 w 2059"/>
                  <a:gd name="T77" fmla="*/ 1584 h 2062"/>
                  <a:gd name="T78" fmla="*/ 1646 w 2059"/>
                  <a:gd name="T79" fmla="*/ 1647 h 2062"/>
                  <a:gd name="T80" fmla="*/ 1579 w 2059"/>
                  <a:gd name="T81" fmla="*/ 1933 h 2062"/>
                  <a:gd name="T82" fmla="*/ 1288 w 2059"/>
                  <a:gd name="T83" fmla="*/ 2060 h 2062"/>
                  <a:gd name="T84" fmla="*/ 1067 w 2059"/>
                  <a:gd name="T85" fmla="*/ 1903 h 2062"/>
                  <a:gd name="T86" fmla="*/ 797 w 2059"/>
                  <a:gd name="T87" fmla="*/ 2053 h 2062"/>
                  <a:gd name="T88" fmla="*/ 489 w 2059"/>
                  <a:gd name="T89" fmla="*/ 1946 h 2062"/>
                  <a:gd name="T90" fmla="*/ 454 w 2059"/>
                  <a:gd name="T91" fmla="*/ 1687 h 2062"/>
                  <a:gd name="T92" fmla="*/ 157 w 2059"/>
                  <a:gd name="T93" fmla="*/ 1596 h 2062"/>
                  <a:gd name="T94" fmla="*/ 0 w 2059"/>
                  <a:gd name="T95" fmla="*/ 1317 h 2062"/>
                  <a:gd name="T96" fmla="*/ 166 w 2059"/>
                  <a:gd name="T97" fmla="*/ 1144 h 2062"/>
                  <a:gd name="T98" fmla="*/ 23 w 2059"/>
                  <a:gd name="T99" fmla="*/ 828 h 2062"/>
                  <a:gd name="T100" fmla="*/ 94 w 2059"/>
                  <a:gd name="T101" fmla="*/ 510 h 2062"/>
                  <a:gd name="T102" fmla="*/ 339 w 2059"/>
                  <a:gd name="T103" fmla="*/ 499 h 2062"/>
                  <a:gd name="T104" fmla="*/ 460 w 2059"/>
                  <a:gd name="T105" fmla="*/ 181 h 2062"/>
                  <a:gd name="T106" fmla="*/ 714 w 2059"/>
                  <a:gd name="T107" fmla="*/ 4 h 2062"/>
                  <a:gd name="T108" fmla="*/ 888 w 2059"/>
                  <a:gd name="T109" fmla="*/ 96 h 2062"/>
                  <a:gd name="T110" fmla="*/ 1217 w 2059"/>
                  <a:gd name="T111" fmla="*/ 34 h 20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</a:cxnLst>
                <a:rect l="0" t="0" r="r" b="b"/>
                <a:pathLst>
                  <a:path w="2059" h="2062">
                    <a:moveTo>
                      <a:pt x="745" y="140"/>
                    </a:moveTo>
                    <a:lnTo>
                      <a:pt x="743" y="140"/>
                    </a:lnTo>
                    <a:lnTo>
                      <a:pt x="741" y="140"/>
                    </a:lnTo>
                    <a:lnTo>
                      <a:pt x="739" y="141"/>
                    </a:lnTo>
                    <a:lnTo>
                      <a:pt x="606" y="196"/>
                    </a:lnTo>
                    <a:lnTo>
                      <a:pt x="603" y="197"/>
                    </a:lnTo>
                    <a:lnTo>
                      <a:pt x="601" y="199"/>
                    </a:lnTo>
                    <a:lnTo>
                      <a:pt x="599" y="201"/>
                    </a:lnTo>
                    <a:lnTo>
                      <a:pt x="598" y="205"/>
                    </a:lnTo>
                    <a:lnTo>
                      <a:pt x="597" y="206"/>
                    </a:lnTo>
                    <a:lnTo>
                      <a:pt x="597" y="209"/>
                    </a:lnTo>
                    <a:lnTo>
                      <a:pt x="597" y="212"/>
                    </a:lnTo>
                    <a:lnTo>
                      <a:pt x="598" y="215"/>
                    </a:lnTo>
                    <a:lnTo>
                      <a:pt x="649" y="337"/>
                    </a:lnTo>
                    <a:lnTo>
                      <a:pt x="653" y="356"/>
                    </a:lnTo>
                    <a:lnTo>
                      <a:pt x="653" y="375"/>
                    </a:lnTo>
                    <a:lnTo>
                      <a:pt x="647" y="393"/>
                    </a:lnTo>
                    <a:lnTo>
                      <a:pt x="637" y="409"/>
                    </a:lnTo>
                    <a:lnTo>
                      <a:pt x="622" y="422"/>
                    </a:lnTo>
                    <a:lnTo>
                      <a:pt x="576" y="456"/>
                    </a:lnTo>
                    <a:lnTo>
                      <a:pt x="532" y="493"/>
                    </a:lnTo>
                    <a:lnTo>
                      <a:pt x="492" y="533"/>
                    </a:lnTo>
                    <a:lnTo>
                      <a:pt x="455" y="577"/>
                    </a:lnTo>
                    <a:lnTo>
                      <a:pt x="421" y="624"/>
                    </a:lnTo>
                    <a:lnTo>
                      <a:pt x="408" y="638"/>
                    </a:lnTo>
                    <a:lnTo>
                      <a:pt x="392" y="648"/>
                    </a:lnTo>
                    <a:lnTo>
                      <a:pt x="374" y="653"/>
                    </a:lnTo>
                    <a:lnTo>
                      <a:pt x="355" y="654"/>
                    </a:lnTo>
                    <a:lnTo>
                      <a:pt x="336" y="649"/>
                    </a:lnTo>
                    <a:lnTo>
                      <a:pt x="215" y="599"/>
                    </a:lnTo>
                    <a:lnTo>
                      <a:pt x="212" y="598"/>
                    </a:lnTo>
                    <a:lnTo>
                      <a:pt x="211" y="598"/>
                    </a:lnTo>
                    <a:lnTo>
                      <a:pt x="209" y="597"/>
                    </a:lnTo>
                    <a:lnTo>
                      <a:pt x="206" y="598"/>
                    </a:lnTo>
                    <a:lnTo>
                      <a:pt x="203" y="599"/>
                    </a:lnTo>
                    <a:lnTo>
                      <a:pt x="200" y="600"/>
                    </a:lnTo>
                    <a:lnTo>
                      <a:pt x="197" y="603"/>
                    </a:lnTo>
                    <a:lnTo>
                      <a:pt x="194" y="607"/>
                    </a:lnTo>
                    <a:lnTo>
                      <a:pt x="140" y="739"/>
                    </a:lnTo>
                    <a:lnTo>
                      <a:pt x="139" y="743"/>
                    </a:lnTo>
                    <a:lnTo>
                      <a:pt x="139" y="748"/>
                    </a:lnTo>
                    <a:lnTo>
                      <a:pt x="140" y="751"/>
                    </a:lnTo>
                    <a:lnTo>
                      <a:pt x="141" y="753"/>
                    </a:lnTo>
                    <a:lnTo>
                      <a:pt x="143" y="755"/>
                    </a:lnTo>
                    <a:lnTo>
                      <a:pt x="145" y="756"/>
                    </a:lnTo>
                    <a:lnTo>
                      <a:pt x="148" y="758"/>
                    </a:lnTo>
                    <a:lnTo>
                      <a:pt x="270" y="809"/>
                    </a:lnTo>
                    <a:lnTo>
                      <a:pt x="287" y="819"/>
                    </a:lnTo>
                    <a:lnTo>
                      <a:pt x="299" y="832"/>
                    </a:lnTo>
                    <a:lnTo>
                      <a:pt x="309" y="849"/>
                    </a:lnTo>
                    <a:lnTo>
                      <a:pt x="313" y="867"/>
                    </a:lnTo>
                    <a:lnTo>
                      <a:pt x="312" y="888"/>
                    </a:lnTo>
                    <a:lnTo>
                      <a:pt x="301" y="959"/>
                    </a:lnTo>
                    <a:lnTo>
                      <a:pt x="297" y="1030"/>
                    </a:lnTo>
                    <a:lnTo>
                      <a:pt x="301" y="1102"/>
                    </a:lnTo>
                    <a:lnTo>
                      <a:pt x="312" y="1172"/>
                    </a:lnTo>
                    <a:lnTo>
                      <a:pt x="313" y="1192"/>
                    </a:lnTo>
                    <a:lnTo>
                      <a:pt x="309" y="1211"/>
                    </a:lnTo>
                    <a:lnTo>
                      <a:pt x="299" y="1227"/>
                    </a:lnTo>
                    <a:lnTo>
                      <a:pt x="287" y="1241"/>
                    </a:lnTo>
                    <a:lnTo>
                      <a:pt x="270" y="1251"/>
                    </a:lnTo>
                    <a:lnTo>
                      <a:pt x="148" y="1301"/>
                    </a:lnTo>
                    <a:lnTo>
                      <a:pt x="146" y="1302"/>
                    </a:lnTo>
                    <a:lnTo>
                      <a:pt x="144" y="1304"/>
                    </a:lnTo>
                    <a:lnTo>
                      <a:pt x="141" y="1307"/>
                    </a:lnTo>
                    <a:lnTo>
                      <a:pt x="140" y="1309"/>
                    </a:lnTo>
                    <a:lnTo>
                      <a:pt x="139" y="1311"/>
                    </a:lnTo>
                    <a:lnTo>
                      <a:pt x="139" y="1314"/>
                    </a:lnTo>
                    <a:lnTo>
                      <a:pt x="139" y="1317"/>
                    </a:lnTo>
                    <a:lnTo>
                      <a:pt x="140" y="1320"/>
                    </a:lnTo>
                    <a:lnTo>
                      <a:pt x="194" y="1453"/>
                    </a:lnTo>
                    <a:lnTo>
                      <a:pt x="197" y="1457"/>
                    </a:lnTo>
                    <a:lnTo>
                      <a:pt x="200" y="1459"/>
                    </a:lnTo>
                    <a:lnTo>
                      <a:pt x="203" y="1461"/>
                    </a:lnTo>
                    <a:lnTo>
                      <a:pt x="206" y="1462"/>
                    </a:lnTo>
                    <a:lnTo>
                      <a:pt x="209" y="1462"/>
                    </a:lnTo>
                    <a:lnTo>
                      <a:pt x="211" y="1462"/>
                    </a:lnTo>
                    <a:lnTo>
                      <a:pt x="212" y="1461"/>
                    </a:lnTo>
                    <a:lnTo>
                      <a:pt x="215" y="1461"/>
                    </a:lnTo>
                    <a:lnTo>
                      <a:pt x="336" y="1411"/>
                    </a:lnTo>
                    <a:lnTo>
                      <a:pt x="355" y="1406"/>
                    </a:lnTo>
                    <a:lnTo>
                      <a:pt x="374" y="1406"/>
                    </a:lnTo>
                    <a:lnTo>
                      <a:pt x="392" y="1412"/>
                    </a:lnTo>
                    <a:lnTo>
                      <a:pt x="408" y="1422"/>
                    </a:lnTo>
                    <a:lnTo>
                      <a:pt x="421" y="1437"/>
                    </a:lnTo>
                    <a:lnTo>
                      <a:pt x="455" y="1484"/>
                    </a:lnTo>
                    <a:lnTo>
                      <a:pt x="492" y="1527"/>
                    </a:lnTo>
                    <a:lnTo>
                      <a:pt x="532" y="1567"/>
                    </a:lnTo>
                    <a:lnTo>
                      <a:pt x="576" y="1605"/>
                    </a:lnTo>
                    <a:lnTo>
                      <a:pt x="622" y="1639"/>
                    </a:lnTo>
                    <a:lnTo>
                      <a:pt x="637" y="1651"/>
                    </a:lnTo>
                    <a:lnTo>
                      <a:pt x="647" y="1667"/>
                    </a:lnTo>
                    <a:lnTo>
                      <a:pt x="652" y="1685"/>
                    </a:lnTo>
                    <a:lnTo>
                      <a:pt x="653" y="1704"/>
                    </a:lnTo>
                    <a:lnTo>
                      <a:pt x="648" y="1723"/>
                    </a:lnTo>
                    <a:lnTo>
                      <a:pt x="598" y="1845"/>
                    </a:lnTo>
                    <a:lnTo>
                      <a:pt x="596" y="1853"/>
                    </a:lnTo>
                    <a:lnTo>
                      <a:pt x="599" y="1860"/>
                    </a:lnTo>
                    <a:lnTo>
                      <a:pt x="605" y="1864"/>
                    </a:lnTo>
                    <a:lnTo>
                      <a:pt x="738" y="1920"/>
                    </a:lnTo>
                    <a:lnTo>
                      <a:pt x="741" y="1921"/>
                    </a:lnTo>
                    <a:lnTo>
                      <a:pt x="743" y="1921"/>
                    </a:lnTo>
                    <a:lnTo>
                      <a:pt x="746" y="1921"/>
                    </a:lnTo>
                    <a:lnTo>
                      <a:pt x="749" y="1920"/>
                    </a:lnTo>
                    <a:lnTo>
                      <a:pt x="752" y="1919"/>
                    </a:lnTo>
                    <a:lnTo>
                      <a:pt x="756" y="1915"/>
                    </a:lnTo>
                    <a:lnTo>
                      <a:pt x="758" y="1912"/>
                    </a:lnTo>
                    <a:lnTo>
                      <a:pt x="807" y="1790"/>
                    </a:lnTo>
                    <a:lnTo>
                      <a:pt x="818" y="1773"/>
                    </a:lnTo>
                    <a:lnTo>
                      <a:pt x="832" y="1761"/>
                    </a:lnTo>
                    <a:lnTo>
                      <a:pt x="848" y="1751"/>
                    </a:lnTo>
                    <a:lnTo>
                      <a:pt x="867" y="1747"/>
                    </a:lnTo>
                    <a:lnTo>
                      <a:pt x="886" y="1748"/>
                    </a:lnTo>
                    <a:lnTo>
                      <a:pt x="957" y="1758"/>
                    </a:lnTo>
                    <a:lnTo>
                      <a:pt x="1029" y="1762"/>
                    </a:lnTo>
                    <a:lnTo>
                      <a:pt x="1100" y="1758"/>
                    </a:lnTo>
                    <a:lnTo>
                      <a:pt x="1171" y="1748"/>
                    </a:lnTo>
                    <a:lnTo>
                      <a:pt x="1175" y="1748"/>
                    </a:lnTo>
                    <a:lnTo>
                      <a:pt x="1180" y="1747"/>
                    </a:lnTo>
                    <a:lnTo>
                      <a:pt x="1184" y="1747"/>
                    </a:lnTo>
                    <a:lnTo>
                      <a:pt x="1200" y="1749"/>
                    </a:lnTo>
                    <a:lnTo>
                      <a:pt x="1215" y="1754"/>
                    </a:lnTo>
                    <a:lnTo>
                      <a:pt x="1229" y="1763"/>
                    </a:lnTo>
                    <a:lnTo>
                      <a:pt x="1241" y="1775"/>
                    </a:lnTo>
                    <a:lnTo>
                      <a:pt x="1249" y="1790"/>
                    </a:lnTo>
                    <a:lnTo>
                      <a:pt x="1299" y="1912"/>
                    </a:lnTo>
                    <a:lnTo>
                      <a:pt x="1301" y="1915"/>
                    </a:lnTo>
                    <a:lnTo>
                      <a:pt x="1303" y="1919"/>
                    </a:lnTo>
                    <a:lnTo>
                      <a:pt x="1306" y="1920"/>
                    </a:lnTo>
                    <a:lnTo>
                      <a:pt x="1309" y="1921"/>
                    </a:lnTo>
                    <a:lnTo>
                      <a:pt x="1313" y="1921"/>
                    </a:lnTo>
                    <a:lnTo>
                      <a:pt x="1316" y="1921"/>
                    </a:lnTo>
                    <a:lnTo>
                      <a:pt x="1319" y="1920"/>
                    </a:lnTo>
                    <a:lnTo>
                      <a:pt x="1451" y="1864"/>
                    </a:lnTo>
                    <a:lnTo>
                      <a:pt x="1454" y="1863"/>
                    </a:lnTo>
                    <a:lnTo>
                      <a:pt x="1457" y="1861"/>
                    </a:lnTo>
                    <a:lnTo>
                      <a:pt x="1459" y="1859"/>
                    </a:lnTo>
                    <a:lnTo>
                      <a:pt x="1460" y="1857"/>
                    </a:lnTo>
                    <a:lnTo>
                      <a:pt x="1461" y="1855"/>
                    </a:lnTo>
                    <a:lnTo>
                      <a:pt x="1461" y="1853"/>
                    </a:lnTo>
                    <a:lnTo>
                      <a:pt x="1461" y="1850"/>
                    </a:lnTo>
                    <a:lnTo>
                      <a:pt x="1460" y="1845"/>
                    </a:lnTo>
                    <a:lnTo>
                      <a:pt x="1409" y="1723"/>
                    </a:lnTo>
                    <a:lnTo>
                      <a:pt x="1405" y="1705"/>
                    </a:lnTo>
                    <a:lnTo>
                      <a:pt x="1405" y="1686"/>
                    </a:lnTo>
                    <a:lnTo>
                      <a:pt x="1411" y="1668"/>
                    </a:lnTo>
                    <a:lnTo>
                      <a:pt x="1421" y="1652"/>
                    </a:lnTo>
                    <a:lnTo>
                      <a:pt x="1435" y="1639"/>
                    </a:lnTo>
                    <a:lnTo>
                      <a:pt x="1482" y="1606"/>
                    </a:lnTo>
                    <a:lnTo>
                      <a:pt x="1525" y="1569"/>
                    </a:lnTo>
                    <a:lnTo>
                      <a:pt x="1566" y="1527"/>
                    </a:lnTo>
                    <a:lnTo>
                      <a:pt x="1603" y="1484"/>
                    </a:lnTo>
                    <a:lnTo>
                      <a:pt x="1637" y="1437"/>
                    </a:lnTo>
                    <a:lnTo>
                      <a:pt x="1649" y="1423"/>
                    </a:lnTo>
                    <a:lnTo>
                      <a:pt x="1665" y="1413"/>
                    </a:lnTo>
                    <a:lnTo>
                      <a:pt x="1683" y="1407"/>
                    </a:lnTo>
                    <a:lnTo>
                      <a:pt x="1702" y="1407"/>
                    </a:lnTo>
                    <a:lnTo>
                      <a:pt x="1721" y="1412"/>
                    </a:lnTo>
                    <a:lnTo>
                      <a:pt x="1843" y="1462"/>
                    </a:lnTo>
                    <a:lnTo>
                      <a:pt x="1845" y="1462"/>
                    </a:lnTo>
                    <a:lnTo>
                      <a:pt x="1846" y="1464"/>
                    </a:lnTo>
                    <a:lnTo>
                      <a:pt x="1848" y="1464"/>
                    </a:lnTo>
                    <a:lnTo>
                      <a:pt x="1851" y="1464"/>
                    </a:lnTo>
                    <a:lnTo>
                      <a:pt x="1855" y="1462"/>
                    </a:lnTo>
                    <a:lnTo>
                      <a:pt x="1858" y="1460"/>
                    </a:lnTo>
                    <a:lnTo>
                      <a:pt x="1861" y="1458"/>
                    </a:lnTo>
                    <a:lnTo>
                      <a:pt x="1863" y="1454"/>
                    </a:lnTo>
                    <a:lnTo>
                      <a:pt x="1917" y="1322"/>
                    </a:lnTo>
                    <a:lnTo>
                      <a:pt x="1918" y="1318"/>
                    </a:lnTo>
                    <a:lnTo>
                      <a:pt x="1918" y="1314"/>
                    </a:lnTo>
                    <a:lnTo>
                      <a:pt x="1917" y="1311"/>
                    </a:lnTo>
                    <a:lnTo>
                      <a:pt x="1916" y="1309"/>
                    </a:lnTo>
                    <a:lnTo>
                      <a:pt x="1915" y="1307"/>
                    </a:lnTo>
                    <a:lnTo>
                      <a:pt x="1913" y="1304"/>
                    </a:lnTo>
                    <a:lnTo>
                      <a:pt x="1910" y="1302"/>
                    </a:lnTo>
                    <a:lnTo>
                      <a:pt x="1788" y="1252"/>
                    </a:lnTo>
                    <a:lnTo>
                      <a:pt x="1771" y="1243"/>
                    </a:lnTo>
                    <a:lnTo>
                      <a:pt x="1758" y="1229"/>
                    </a:lnTo>
                    <a:lnTo>
                      <a:pt x="1749" y="1212"/>
                    </a:lnTo>
                    <a:lnTo>
                      <a:pt x="1745" y="1193"/>
                    </a:lnTo>
                    <a:lnTo>
                      <a:pt x="1746" y="1174"/>
                    </a:lnTo>
                    <a:lnTo>
                      <a:pt x="1756" y="1103"/>
                    </a:lnTo>
                    <a:lnTo>
                      <a:pt x="1760" y="1031"/>
                    </a:lnTo>
                    <a:lnTo>
                      <a:pt x="1756" y="960"/>
                    </a:lnTo>
                    <a:lnTo>
                      <a:pt x="1746" y="889"/>
                    </a:lnTo>
                    <a:lnTo>
                      <a:pt x="1745" y="870"/>
                    </a:lnTo>
                    <a:lnTo>
                      <a:pt x="1749" y="851"/>
                    </a:lnTo>
                    <a:lnTo>
                      <a:pt x="1757" y="834"/>
                    </a:lnTo>
                    <a:lnTo>
                      <a:pt x="1771" y="820"/>
                    </a:lnTo>
                    <a:lnTo>
                      <a:pt x="1788" y="810"/>
                    </a:lnTo>
                    <a:lnTo>
                      <a:pt x="1910" y="760"/>
                    </a:lnTo>
                    <a:lnTo>
                      <a:pt x="1915" y="755"/>
                    </a:lnTo>
                    <a:lnTo>
                      <a:pt x="1918" y="748"/>
                    </a:lnTo>
                    <a:lnTo>
                      <a:pt x="1917" y="740"/>
                    </a:lnTo>
                    <a:lnTo>
                      <a:pt x="1863" y="608"/>
                    </a:lnTo>
                    <a:lnTo>
                      <a:pt x="1861" y="603"/>
                    </a:lnTo>
                    <a:lnTo>
                      <a:pt x="1858" y="601"/>
                    </a:lnTo>
                    <a:lnTo>
                      <a:pt x="1855" y="599"/>
                    </a:lnTo>
                    <a:lnTo>
                      <a:pt x="1851" y="598"/>
                    </a:lnTo>
                    <a:lnTo>
                      <a:pt x="1848" y="598"/>
                    </a:lnTo>
                    <a:lnTo>
                      <a:pt x="1846" y="599"/>
                    </a:lnTo>
                    <a:lnTo>
                      <a:pt x="1843" y="599"/>
                    </a:lnTo>
                    <a:lnTo>
                      <a:pt x="1721" y="650"/>
                    </a:lnTo>
                    <a:lnTo>
                      <a:pt x="1702" y="654"/>
                    </a:lnTo>
                    <a:lnTo>
                      <a:pt x="1683" y="654"/>
                    </a:lnTo>
                    <a:lnTo>
                      <a:pt x="1665" y="649"/>
                    </a:lnTo>
                    <a:lnTo>
                      <a:pt x="1649" y="638"/>
                    </a:lnTo>
                    <a:lnTo>
                      <a:pt x="1637" y="624"/>
                    </a:lnTo>
                    <a:lnTo>
                      <a:pt x="1603" y="577"/>
                    </a:lnTo>
                    <a:lnTo>
                      <a:pt x="1566" y="533"/>
                    </a:lnTo>
                    <a:lnTo>
                      <a:pt x="1525" y="493"/>
                    </a:lnTo>
                    <a:lnTo>
                      <a:pt x="1482" y="456"/>
                    </a:lnTo>
                    <a:lnTo>
                      <a:pt x="1435" y="422"/>
                    </a:lnTo>
                    <a:lnTo>
                      <a:pt x="1421" y="409"/>
                    </a:lnTo>
                    <a:lnTo>
                      <a:pt x="1411" y="393"/>
                    </a:lnTo>
                    <a:lnTo>
                      <a:pt x="1406" y="375"/>
                    </a:lnTo>
                    <a:lnTo>
                      <a:pt x="1405" y="356"/>
                    </a:lnTo>
                    <a:lnTo>
                      <a:pt x="1410" y="337"/>
                    </a:lnTo>
                    <a:lnTo>
                      <a:pt x="1460" y="215"/>
                    </a:lnTo>
                    <a:lnTo>
                      <a:pt x="1462" y="211"/>
                    </a:lnTo>
                    <a:lnTo>
                      <a:pt x="1461" y="208"/>
                    </a:lnTo>
                    <a:lnTo>
                      <a:pt x="1460" y="205"/>
                    </a:lnTo>
                    <a:lnTo>
                      <a:pt x="1460" y="202"/>
                    </a:lnTo>
                    <a:lnTo>
                      <a:pt x="1458" y="200"/>
                    </a:lnTo>
                    <a:lnTo>
                      <a:pt x="1455" y="198"/>
                    </a:lnTo>
                    <a:lnTo>
                      <a:pt x="1452" y="196"/>
                    </a:lnTo>
                    <a:lnTo>
                      <a:pt x="1320" y="142"/>
                    </a:lnTo>
                    <a:lnTo>
                      <a:pt x="1317" y="141"/>
                    </a:lnTo>
                    <a:lnTo>
                      <a:pt x="1315" y="140"/>
                    </a:lnTo>
                    <a:lnTo>
                      <a:pt x="1311" y="141"/>
                    </a:lnTo>
                    <a:lnTo>
                      <a:pt x="1308" y="142"/>
                    </a:lnTo>
                    <a:lnTo>
                      <a:pt x="1305" y="143"/>
                    </a:lnTo>
                    <a:lnTo>
                      <a:pt x="1302" y="146"/>
                    </a:lnTo>
                    <a:lnTo>
                      <a:pt x="1300" y="149"/>
                    </a:lnTo>
                    <a:lnTo>
                      <a:pt x="1250" y="271"/>
                    </a:lnTo>
                    <a:lnTo>
                      <a:pt x="1239" y="288"/>
                    </a:lnTo>
                    <a:lnTo>
                      <a:pt x="1226" y="301"/>
                    </a:lnTo>
                    <a:lnTo>
                      <a:pt x="1210" y="310"/>
                    </a:lnTo>
                    <a:lnTo>
                      <a:pt x="1191" y="314"/>
                    </a:lnTo>
                    <a:lnTo>
                      <a:pt x="1172" y="313"/>
                    </a:lnTo>
                    <a:lnTo>
                      <a:pt x="1101" y="302"/>
                    </a:lnTo>
                    <a:lnTo>
                      <a:pt x="1030" y="299"/>
                    </a:lnTo>
                    <a:lnTo>
                      <a:pt x="958" y="302"/>
                    </a:lnTo>
                    <a:lnTo>
                      <a:pt x="888" y="313"/>
                    </a:lnTo>
                    <a:lnTo>
                      <a:pt x="868" y="314"/>
                    </a:lnTo>
                    <a:lnTo>
                      <a:pt x="850" y="310"/>
                    </a:lnTo>
                    <a:lnTo>
                      <a:pt x="833" y="301"/>
                    </a:lnTo>
                    <a:lnTo>
                      <a:pt x="819" y="287"/>
                    </a:lnTo>
                    <a:lnTo>
                      <a:pt x="809" y="270"/>
                    </a:lnTo>
                    <a:lnTo>
                      <a:pt x="759" y="148"/>
                    </a:lnTo>
                    <a:lnTo>
                      <a:pt x="757" y="145"/>
                    </a:lnTo>
                    <a:lnTo>
                      <a:pt x="755" y="142"/>
                    </a:lnTo>
                    <a:lnTo>
                      <a:pt x="751" y="141"/>
                    </a:lnTo>
                    <a:lnTo>
                      <a:pt x="748" y="140"/>
                    </a:lnTo>
                    <a:lnTo>
                      <a:pt x="745" y="140"/>
                    </a:lnTo>
                    <a:close/>
                    <a:moveTo>
                      <a:pt x="1315" y="0"/>
                    </a:moveTo>
                    <a:lnTo>
                      <a:pt x="1344" y="3"/>
                    </a:lnTo>
                    <a:lnTo>
                      <a:pt x="1374" y="12"/>
                    </a:lnTo>
                    <a:lnTo>
                      <a:pt x="1506" y="67"/>
                    </a:lnTo>
                    <a:lnTo>
                      <a:pt x="1529" y="78"/>
                    </a:lnTo>
                    <a:lnTo>
                      <a:pt x="1548" y="92"/>
                    </a:lnTo>
                    <a:lnTo>
                      <a:pt x="1565" y="109"/>
                    </a:lnTo>
                    <a:lnTo>
                      <a:pt x="1579" y="129"/>
                    </a:lnTo>
                    <a:lnTo>
                      <a:pt x="1590" y="151"/>
                    </a:lnTo>
                    <a:lnTo>
                      <a:pt x="1599" y="180"/>
                    </a:lnTo>
                    <a:lnTo>
                      <a:pt x="1602" y="211"/>
                    </a:lnTo>
                    <a:lnTo>
                      <a:pt x="1599" y="241"/>
                    </a:lnTo>
                    <a:lnTo>
                      <a:pt x="1590" y="270"/>
                    </a:lnTo>
                    <a:lnTo>
                      <a:pt x="1561" y="340"/>
                    </a:lnTo>
                    <a:lnTo>
                      <a:pt x="1605" y="375"/>
                    </a:lnTo>
                    <a:lnTo>
                      <a:pt x="1646" y="415"/>
                    </a:lnTo>
                    <a:lnTo>
                      <a:pt x="1684" y="455"/>
                    </a:lnTo>
                    <a:lnTo>
                      <a:pt x="1720" y="499"/>
                    </a:lnTo>
                    <a:lnTo>
                      <a:pt x="1790" y="470"/>
                    </a:lnTo>
                    <a:lnTo>
                      <a:pt x="1819" y="461"/>
                    </a:lnTo>
                    <a:lnTo>
                      <a:pt x="1849" y="458"/>
                    </a:lnTo>
                    <a:lnTo>
                      <a:pt x="1876" y="460"/>
                    </a:lnTo>
                    <a:lnTo>
                      <a:pt x="1901" y="467"/>
                    </a:lnTo>
                    <a:lnTo>
                      <a:pt x="1925" y="477"/>
                    </a:lnTo>
                    <a:lnTo>
                      <a:pt x="1946" y="492"/>
                    </a:lnTo>
                    <a:lnTo>
                      <a:pt x="1965" y="509"/>
                    </a:lnTo>
                    <a:lnTo>
                      <a:pt x="1981" y="530"/>
                    </a:lnTo>
                    <a:lnTo>
                      <a:pt x="1993" y="554"/>
                    </a:lnTo>
                    <a:lnTo>
                      <a:pt x="2047" y="686"/>
                    </a:lnTo>
                    <a:lnTo>
                      <a:pt x="2056" y="716"/>
                    </a:lnTo>
                    <a:lnTo>
                      <a:pt x="2059" y="746"/>
                    </a:lnTo>
                    <a:lnTo>
                      <a:pt x="2056" y="776"/>
                    </a:lnTo>
                    <a:lnTo>
                      <a:pt x="2047" y="805"/>
                    </a:lnTo>
                    <a:lnTo>
                      <a:pt x="2036" y="827"/>
                    </a:lnTo>
                    <a:lnTo>
                      <a:pt x="2022" y="847"/>
                    </a:lnTo>
                    <a:lnTo>
                      <a:pt x="2005" y="864"/>
                    </a:lnTo>
                    <a:lnTo>
                      <a:pt x="1985" y="878"/>
                    </a:lnTo>
                    <a:lnTo>
                      <a:pt x="1964" y="890"/>
                    </a:lnTo>
                    <a:lnTo>
                      <a:pt x="1893" y="918"/>
                    </a:lnTo>
                    <a:lnTo>
                      <a:pt x="1900" y="994"/>
                    </a:lnTo>
                    <a:lnTo>
                      <a:pt x="1900" y="1068"/>
                    </a:lnTo>
                    <a:lnTo>
                      <a:pt x="1893" y="1143"/>
                    </a:lnTo>
                    <a:lnTo>
                      <a:pt x="1964" y="1172"/>
                    </a:lnTo>
                    <a:lnTo>
                      <a:pt x="1985" y="1184"/>
                    </a:lnTo>
                    <a:lnTo>
                      <a:pt x="2005" y="1198"/>
                    </a:lnTo>
                    <a:lnTo>
                      <a:pt x="2022" y="1215"/>
                    </a:lnTo>
                    <a:lnTo>
                      <a:pt x="2037" y="1234"/>
                    </a:lnTo>
                    <a:lnTo>
                      <a:pt x="2047" y="1257"/>
                    </a:lnTo>
                    <a:lnTo>
                      <a:pt x="2056" y="1286"/>
                    </a:lnTo>
                    <a:lnTo>
                      <a:pt x="2059" y="1316"/>
                    </a:lnTo>
                    <a:lnTo>
                      <a:pt x="2056" y="1347"/>
                    </a:lnTo>
                    <a:lnTo>
                      <a:pt x="2047" y="1376"/>
                    </a:lnTo>
                    <a:lnTo>
                      <a:pt x="1993" y="1508"/>
                    </a:lnTo>
                    <a:lnTo>
                      <a:pt x="1981" y="1532"/>
                    </a:lnTo>
                    <a:lnTo>
                      <a:pt x="1965" y="1553"/>
                    </a:lnTo>
                    <a:lnTo>
                      <a:pt x="1946" y="1571"/>
                    </a:lnTo>
                    <a:lnTo>
                      <a:pt x="1925" y="1584"/>
                    </a:lnTo>
                    <a:lnTo>
                      <a:pt x="1901" y="1595"/>
                    </a:lnTo>
                    <a:lnTo>
                      <a:pt x="1876" y="1601"/>
                    </a:lnTo>
                    <a:lnTo>
                      <a:pt x="1849" y="1605"/>
                    </a:lnTo>
                    <a:lnTo>
                      <a:pt x="1819" y="1601"/>
                    </a:lnTo>
                    <a:lnTo>
                      <a:pt x="1790" y="1592"/>
                    </a:lnTo>
                    <a:lnTo>
                      <a:pt x="1720" y="1563"/>
                    </a:lnTo>
                    <a:lnTo>
                      <a:pt x="1684" y="1607"/>
                    </a:lnTo>
                    <a:lnTo>
                      <a:pt x="1646" y="1647"/>
                    </a:lnTo>
                    <a:lnTo>
                      <a:pt x="1605" y="1686"/>
                    </a:lnTo>
                    <a:lnTo>
                      <a:pt x="1561" y="1721"/>
                    </a:lnTo>
                    <a:lnTo>
                      <a:pt x="1590" y="1792"/>
                    </a:lnTo>
                    <a:lnTo>
                      <a:pt x="1599" y="1821"/>
                    </a:lnTo>
                    <a:lnTo>
                      <a:pt x="1602" y="1852"/>
                    </a:lnTo>
                    <a:lnTo>
                      <a:pt x="1599" y="1881"/>
                    </a:lnTo>
                    <a:lnTo>
                      <a:pt x="1590" y="1911"/>
                    </a:lnTo>
                    <a:lnTo>
                      <a:pt x="1579" y="1933"/>
                    </a:lnTo>
                    <a:lnTo>
                      <a:pt x="1565" y="1952"/>
                    </a:lnTo>
                    <a:lnTo>
                      <a:pt x="1548" y="1971"/>
                    </a:lnTo>
                    <a:lnTo>
                      <a:pt x="1527" y="1984"/>
                    </a:lnTo>
                    <a:lnTo>
                      <a:pt x="1506" y="1995"/>
                    </a:lnTo>
                    <a:lnTo>
                      <a:pt x="1374" y="2050"/>
                    </a:lnTo>
                    <a:lnTo>
                      <a:pt x="1344" y="2059"/>
                    </a:lnTo>
                    <a:lnTo>
                      <a:pt x="1315" y="2062"/>
                    </a:lnTo>
                    <a:lnTo>
                      <a:pt x="1288" y="2060"/>
                    </a:lnTo>
                    <a:lnTo>
                      <a:pt x="1263" y="2053"/>
                    </a:lnTo>
                    <a:lnTo>
                      <a:pt x="1238" y="2043"/>
                    </a:lnTo>
                    <a:lnTo>
                      <a:pt x="1217" y="2029"/>
                    </a:lnTo>
                    <a:lnTo>
                      <a:pt x="1198" y="2011"/>
                    </a:lnTo>
                    <a:lnTo>
                      <a:pt x="1183" y="1990"/>
                    </a:lnTo>
                    <a:lnTo>
                      <a:pt x="1171" y="1966"/>
                    </a:lnTo>
                    <a:lnTo>
                      <a:pt x="1142" y="1896"/>
                    </a:lnTo>
                    <a:lnTo>
                      <a:pt x="1067" y="1903"/>
                    </a:lnTo>
                    <a:lnTo>
                      <a:pt x="992" y="1903"/>
                    </a:lnTo>
                    <a:lnTo>
                      <a:pt x="918" y="1896"/>
                    </a:lnTo>
                    <a:lnTo>
                      <a:pt x="888" y="1966"/>
                    </a:lnTo>
                    <a:lnTo>
                      <a:pt x="876" y="1990"/>
                    </a:lnTo>
                    <a:lnTo>
                      <a:pt x="860" y="2011"/>
                    </a:lnTo>
                    <a:lnTo>
                      <a:pt x="841" y="2029"/>
                    </a:lnTo>
                    <a:lnTo>
                      <a:pt x="820" y="2043"/>
                    </a:lnTo>
                    <a:lnTo>
                      <a:pt x="797" y="2053"/>
                    </a:lnTo>
                    <a:lnTo>
                      <a:pt x="771" y="2060"/>
                    </a:lnTo>
                    <a:lnTo>
                      <a:pt x="745" y="2062"/>
                    </a:lnTo>
                    <a:lnTo>
                      <a:pt x="714" y="2059"/>
                    </a:lnTo>
                    <a:lnTo>
                      <a:pt x="686" y="2050"/>
                    </a:lnTo>
                    <a:lnTo>
                      <a:pt x="553" y="1995"/>
                    </a:lnTo>
                    <a:lnTo>
                      <a:pt x="528" y="1982"/>
                    </a:lnTo>
                    <a:lnTo>
                      <a:pt x="507" y="1966"/>
                    </a:lnTo>
                    <a:lnTo>
                      <a:pt x="489" y="1946"/>
                    </a:lnTo>
                    <a:lnTo>
                      <a:pt x="474" y="1924"/>
                    </a:lnTo>
                    <a:lnTo>
                      <a:pt x="464" y="1899"/>
                    </a:lnTo>
                    <a:lnTo>
                      <a:pt x="458" y="1873"/>
                    </a:lnTo>
                    <a:lnTo>
                      <a:pt x="457" y="1846"/>
                    </a:lnTo>
                    <a:lnTo>
                      <a:pt x="460" y="1820"/>
                    </a:lnTo>
                    <a:lnTo>
                      <a:pt x="469" y="1792"/>
                    </a:lnTo>
                    <a:lnTo>
                      <a:pt x="497" y="1722"/>
                    </a:lnTo>
                    <a:lnTo>
                      <a:pt x="454" y="1687"/>
                    </a:lnTo>
                    <a:lnTo>
                      <a:pt x="414" y="1648"/>
                    </a:lnTo>
                    <a:lnTo>
                      <a:pt x="375" y="1607"/>
                    </a:lnTo>
                    <a:lnTo>
                      <a:pt x="339" y="1563"/>
                    </a:lnTo>
                    <a:lnTo>
                      <a:pt x="270" y="1593"/>
                    </a:lnTo>
                    <a:lnTo>
                      <a:pt x="240" y="1601"/>
                    </a:lnTo>
                    <a:lnTo>
                      <a:pt x="209" y="1605"/>
                    </a:lnTo>
                    <a:lnTo>
                      <a:pt x="183" y="1602"/>
                    </a:lnTo>
                    <a:lnTo>
                      <a:pt x="157" y="1596"/>
                    </a:lnTo>
                    <a:lnTo>
                      <a:pt x="134" y="1586"/>
                    </a:lnTo>
                    <a:lnTo>
                      <a:pt x="113" y="1571"/>
                    </a:lnTo>
                    <a:lnTo>
                      <a:pt x="94" y="1554"/>
                    </a:lnTo>
                    <a:lnTo>
                      <a:pt x="78" y="1532"/>
                    </a:lnTo>
                    <a:lnTo>
                      <a:pt x="66" y="1509"/>
                    </a:lnTo>
                    <a:lnTo>
                      <a:pt x="11" y="1377"/>
                    </a:lnTo>
                    <a:lnTo>
                      <a:pt x="3" y="1347"/>
                    </a:lnTo>
                    <a:lnTo>
                      <a:pt x="0" y="1317"/>
                    </a:lnTo>
                    <a:lnTo>
                      <a:pt x="3" y="1286"/>
                    </a:lnTo>
                    <a:lnTo>
                      <a:pt x="11" y="1258"/>
                    </a:lnTo>
                    <a:lnTo>
                      <a:pt x="23" y="1236"/>
                    </a:lnTo>
                    <a:lnTo>
                      <a:pt x="37" y="1215"/>
                    </a:lnTo>
                    <a:lnTo>
                      <a:pt x="55" y="1198"/>
                    </a:lnTo>
                    <a:lnTo>
                      <a:pt x="74" y="1185"/>
                    </a:lnTo>
                    <a:lnTo>
                      <a:pt x="96" y="1173"/>
                    </a:lnTo>
                    <a:lnTo>
                      <a:pt x="166" y="1144"/>
                    </a:lnTo>
                    <a:lnTo>
                      <a:pt x="159" y="1069"/>
                    </a:lnTo>
                    <a:lnTo>
                      <a:pt x="159" y="995"/>
                    </a:lnTo>
                    <a:lnTo>
                      <a:pt x="166" y="919"/>
                    </a:lnTo>
                    <a:lnTo>
                      <a:pt x="96" y="890"/>
                    </a:lnTo>
                    <a:lnTo>
                      <a:pt x="74" y="879"/>
                    </a:lnTo>
                    <a:lnTo>
                      <a:pt x="54" y="864"/>
                    </a:lnTo>
                    <a:lnTo>
                      <a:pt x="37" y="847"/>
                    </a:lnTo>
                    <a:lnTo>
                      <a:pt x="23" y="828"/>
                    </a:lnTo>
                    <a:lnTo>
                      <a:pt x="11" y="806"/>
                    </a:lnTo>
                    <a:lnTo>
                      <a:pt x="3" y="776"/>
                    </a:lnTo>
                    <a:lnTo>
                      <a:pt x="0" y="747"/>
                    </a:lnTo>
                    <a:lnTo>
                      <a:pt x="3" y="716"/>
                    </a:lnTo>
                    <a:lnTo>
                      <a:pt x="11" y="687"/>
                    </a:lnTo>
                    <a:lnTo>
                      <a:pt x="66" y="555"/>
                    </a:lnTo>
                    <a:lnTo>
                      <a:pt x="78" y="530"/>
                    </a:lnTo>
                    <a:lnTo>
                      <a:pt x="94" y="510"/>
                    </a:lnTo>
                    <a:lnTo>
                      <a:pt x="113" y="492"/>
                    </a:lnTo>
                    <a:lnTo>
                      <a:pt x="134" y="478"/>
                    </a:lnTo>
                    <a:lnTo>
                      <a:pt x="157" y="468"/>
                    </a:lnTo>
                    <a:lnTo>
                      <a:pt x="183" y="461"/>
                    </a:lnTo>
                    <a:lnTo>
                      <a:pt x="209" y="458"/>
                    </a:lnTo>
                    <a:lnTo>
                      <a:pt x="240" y="461"/>
                    </a:lnTo>
                    <a:lnTo>
                      <a:pt x="270" y="471"/>
                    </a:lnTo>
                    <a:lnTo>
                      <a:pt x="339" y="499"/>
                    </a:lnTo>
                    <a:lnTo>
                      <a:pt x="374" y="456"/>
                    </a:lnTo>
                    <a:lnTo>
                      <a:pt x="414" y="416"/>
                    </a:lnTo>
                    <a:lnTo>
                      <a:pt x="454" y="376"/>
                    </a:lnTo>
                    <a:lnTo>
                      <a:pt x="497" y="340"/>
                    </a:lnTo>
                    <a:lnTo>
                      <a:pt x="469" y="270"/>
                    </a:lnTo>
                    <a:lnTo>
                      <a:pt x="460" y="242"/>
                    </a:lnTo>
                    <a:lnTo>
                      <a:pt x="457" y="211"/>
                    </a:lnTo>
                    <a:lnTo>
                      <a:pt x="460" y="181"/>
                    </a:lnTo>
                    <a:lnTo>
                      <a:pt x="469" y="152"/>
                    </a:lnTo>
                    <a:lnTo>
                      <a:pt x="480" y="129"/>
                    </a:lnTo>
                    <a:lnTo>
                      <a:pt x="494" y="110"/>
                    </a:lnTo>
                    <a:lnTo>
                      <a:pt x="511" y="92"/>
                    </a:lnTo>
                    <a:lnTo>
                      <a:pt x="531" y="78"/>
                    </a:lnTo>
                    <a:lnTo>
                      <a:pt x="553" y="68"/>
                    </a:lnTo>
                    <a:lnTo>
                      <a:pt x="686" y="13"/>
                    </a:lnTo>
                    <a:lnTo>
                      <a:pt x="714" y="4"/>
                    </a:lnTo>
                    <a:lnTo>
                      <a:pt x="745" y="1"/>
                    </a:lnTo>
                    <a:lnTo>
                      <a:pt x="771" y="3"/>
                    </a:lnTo>
                    <a:lnTo>
                      <a:pt x="797" y="9"/>
                    </a:lnTo>
                    <a:lnTo>
                      <a:pt x="820" y="20"/>
                    </a:lnTo>
                    <a:lnTo>
                      <a:pt x="841" y="34"/>
                    </a:lnTo>
                    <a:lnTo>
                      <a:pt x="860" y="52"/>
                    </a:lnTo>
                    <a:lnTo>
                      <a:pt x="876" y="73"/>
                    </a:lnTo>
                    <a:lnTo>
                      <a:pt x="888" y="96"/>
                    </a:lnTo>
                    <a:lnTo>
                      <a:pt x="918" y="166"/>
                    </a:lnTo>
                    <a:lnTo>
                      <a:pt x="992" y="160"/>
                    </a:lnTo>
                    <a:lnTo>
                      <a:pt x="1067" y="160"/>
                    </a:lnTo>
                    <a:lnTo>
                      <a:pt x="1142" y="166"/>
                    </a:lnTo>
                    <a:lnTo>
                      <a:pt x="1171" y="96"/>
                    </a:lnTo>
                    <a:lnTo>
                      <a:pt x="1183" y="72"/>
                    </a:lnTo>
                    <a:lnTo>
                      <a:pt x="1198" y="52"/>
                    </a:lnTo>
                    <a:lnTo>
                      <a:pt x="1217" y="34"/>
                    </a:lnTo>
                    <a:lnTo>
                      <a:pt x="1238" y="19"/>
                    </a:lnTo>
                    <a:lnTo>
                      <a:pt x="1263" y="8"/>
                    </a:lnTo>
                    <a:lnTo>
                      <a:pt x="1288" y="2"/>
                    </a:lnTo>
                    <a:lnTo>
                      <a:pt x="131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12" name="Group 24">
              <a:extLst>
                <a:ext uri="{FF2B5EF4-FFF2-40B4-BE49-F238E27FC236}">
                  <a16:creationId xmlns:a16="http://schemas.microsoft.com/office/drawing/2014/main" id="{FC2E34BF-1822-FE7C-1AD7-EF9B70091706}"/>
                </a:ext>
              </a:extLst>
            </p:cNvPr>
            <p:cNvGrpSpPr/>
            <p:nvPr/>
          </p:nvGrpSpPr>
          <p:grpSpPr>
            <a:xfrm>
              <a:off x="10145139" y="4260217"/>
              <a:ext cx="529774" cy="683387"/>
              <a:chOff x="10990263" y="4235450"/>
              <a:chExt cx="427037" cy="550863"/>
            </a:xfrm>
            <a:solidFill>
              <a:schemeClr val="bg1"/>
            </a:solidFill>
          </p:grpSpPr>
          <p:sp>
            <p:nvSpPr>
              <p:cNvPr id="16" name="Freeform 279">
                <a:extLst>
                  <a:ext uri="{FF2B5EF4-FFF2-40B4-BE49-F238E27FC236}">
                    <a16:creationId xmlns:a16="http://schemas.microsoft.com/office/drawing/2014/main" id="{55B9F510-D7B1-202D-F43E-33BF401345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990263" y="4386263"/>
                <a:ext cx="427037" cy="400050"/>
              </a:xfrm>
              <a:custGeom>
                <a:avLst/>
                <a:gdLst>
                  <a:gd name="T0" fmla="*/ 2176 w 2687"/>
                  <a:gd name="T1" fmla="*/ 67 h 2526"/>
                  <a:gd name="T2" fmla="*/ 2177 w 2687"/>
                  <a:gd name="T3" fmla="*/ 221 h 2526"/>
                  <a:gd name="T4" fmla="*/ 2129 w 2687"/>
                  <a:gd name="T5" fmla="*/ 463 h 2526"/>
                  <a:gd name="T6" fmla="*/ 2420 w 2687"/>
                  <a:gd name="T7" fmla="*/ 834 h 2526"/>
                  <a:gd name="T8" fmla="*/ 2617 w 2687"/>
                  <a:gd name="T9" fmla="*/ 951 h 2526"/>
                  <a:gd name="T10" fmla="*/ 2687 w 2687"/>
                  <a:gd name="T11" fmla="*/ 1406 h 2526"/>
                  <a:gd name="T12" fmla="*/ 2590 w 2687"/>
                  <a:gd name="T13" fmla="*/ 1575 h 2526"/>
                  <a:gd name="T14" fmla="*/ 2424 w 2687"/>
                  <a:gd name="T15" fmla="*/ 1663 h 2526"/>
                  <a:gd name="T16" fmla="*/ 2302 w 2687"/>
                  <a:gd name="T17" fmla="*/ 1854 h 2526"/>
                  <a:gd name="T18" fmla="*/ 2191 w 2687"/>
                  <a:gd name="T19" fmla="*/ 1997 h 2526"/>
                  <a:gd name="T20" fmla="*/ 2151 w 2687"/>
                  <a:gd name="T21" fmla="*/ 2041 h 2526"/>
                  <a:gd name="T22" fmla="*/ 2037 w 2687"/>
                  <a:gd name="T23" fmla="*/ 2200 h 2526"/>
                  <a:gd name="T24" fmla="*/ 2018 w 2687"/>
                  <a:gd name="T25" fmla="*/ 2388 h 2526"/>
                  <a:gd name="T26" fmla="*/ 1934 w 2687"/>
                  <a:gd name="T27" fmla="*/ 2514 h 2526"/>
                  <a:gd name="T28" fmla="*/ 1392 w 2687"/>
                  <a:gd name="T29" fmla="*/ 2501 h 2526"/>
                  <a:gd name="T30" fmla="*/ 1331 w 2687"/>
                  <a:gd name="T31" fmla="*/ 2367 h 2526"/>
                  <a:gd name="T32" fmla="*/ 1122 w 2687"/>
                  <a:gd name="T33" fmla="*/ 2464 h 2526"/>
                  <a:gd name="T34" fmla="*/ 596 w 2687"/>
                  <a:gd name="T35" fmla="*/ 2526 h 2526"/>
                  <a:gd name="T36" fmla="*/ 473 w 2687"/>
                  <a:gd name="T37" fmla="*/ 2447 h 2526"/>
                  <a:gd name="T38" fmla="*/ 459 w 2687"/>
                  <a:gd name="T39" fmla="*/ 2358 h 2526"/>
                  <a:gd name="T40" fmla="*/ 419 w 2687"/>
                  <a:gd name="T41" fmla="*/ 2183 h 2526"/>
                  <a:gd name="T42" fmla="*/ 231 w 2687"/>
                  <a:gd name="T43" fmla="*/ 1926 h 2526"/>
                  <a:gd name="T44" fmla="*/ 29 w 2687"/>
                  <a:gd name="T45" fmla="*/ 1496 h 2526"/>
                  <a:gd name="T46" fmla="*/ 1 w 2687"/>
                  <a:gd name="T47" fmla="*/ 1305 h 2526"/>
                  <a:gd name="T48" fmla="*/ 14 w 2687"/>
                  <a:gd name="T49" fmla="*/ 1098 h 2526"/>
                  <a:gd name="T50" fmla="*/ 94 w 2687"/>
                  <a:gd name="T51" fmla="*/ 1041 h 2526"/>
                  <a:gd name="T52" fmla="*/ 153 w 2687"/>
                  <a:gd name="T53" fmla="*/ 1122 h 2526"/>
                  <a:gd name="T54" fmla="*/ 141 w 2687"/>
                  <a:gd name="T55" fmla="*/ 1295 h 2526"/>
                  <a:gd name="T56" fmla="*/ 163 w 2687"/>
                  <a:gd name="T57" fmla="*/ 1457 h 2526"/>
                  <a:gd name="T58" fmla="*/ 239 w 2687"/>
                  <a:gd name="T59" fmla="*/ 1657 h 2526"/>
                  <a:gd name="T60" fmla="*/ 425 w 2687"/>
                  <a:gd name="T61" fmla="*/ 1940 h 2526"/>
                  <a:gd name="T62" fmla="*/ 573 w 2687"/>
                  <a:gd name="T63" fmla="*/ 2197 h 2526"/>
                  <a:gd name="T64" fmla="*/ 600 w 2687"/>
                  <a:gd name="T65" fmla="*/ 2385 h 2526"/>
                  <a:gd name="T66" fmla="*/ 1029 w 2687"/>
                  <a:gd name="T67" fmla="*/ 2234 h 2526"/>
                  <a:gd name="T68" fmla="*/ 1238 w 2687"/>
                  <a:gd name="T69" fmla="*/ 2227 h 2526"/>
                  <a:gd name="T70" fmla="*/ 1462 w 2687"/>
                  <a:gd name="T71" fmla="*/ 2254 h 2526"/>
                  <a:gd name="T72" fmla="*/ 1879 w 2687"/>
                  <a:gd name="T73" fmla="*/ 2272 h 2526"/>
                  <a:gd name="T74" fmla="*/ 1927 w 2687"/>
                  <a:gd name="T75" fmla="*/ 2099 h 2526"/>
                  <a:gd name="T76" fmla="*/ 2072 w 2687"/>
                  <a:gd name="T77" fmla="*/ 1920 h 2526"/>
                  <a:gd name="T78" fmla="*/ 2207 w 2687"/>
                  <a:gd name="T79" fmla="*/ 1744 h 2526"/>
                  <a:gd name="T80" fmla="*/ 2328 w 2687"/>
                  <a:gd name="T81" fmla="*/ 1540 h 2526"/>
                  <a:gd name="T82" fmla="*/ 2406 w 2687"/>
                  <a:gd name="T83" fmla="*/ 1461 h 2526"/>
                  <a:gd name="T84" fmla="*/ 2546 w 2687"/>
                  <a:gd name="T85" fmla="*/ 1407 h 2526"/>
                  <a:gd name="T86" fmla="*/ 2492 w 2687"/>
                  <a:gd name="T87" fmla="*/ 1047 h 2526"/>
                  <a:gd name="T88" fmla="*/ 2334 w 2687"/>
                  <a:gd name="T89" fmla="*/ 998 h 2526"/>
                  <a:gd name="T90" fmla="*/ 2125 w 2687"/>
                  <a:gd name="T91" fmla="*/ 652 h 2526"/>
                  <a:gd name="T92" fmla="*/ 1993 w 2687"/>
                  <a:gd name="T93" fmla="*/ 503 h 2526"/>
                  <a:gd name="T94" fmla="*/ 2028 w 2687"/>
                  <a:gd name="T95" fmla="*/ 198 h 2526"/>
                  <a:gd name="T96" fmla="*/ 2054 w 2687"/>
                  <a:gd name="T97" fmla="*/ 141 h 2526"/>
                  <a:gd name="T98" fmla="*/ 1850 w 2687"/>
                  <a:gd name="T99" fmla="*/ 207 h 2526"/>
                  <a:gd name="T100" fmla="*/ 1721 w 2687"/>
                  <a:gd name="T101" fmla="*/ 327 h 2526"/>
                  <a:gd name="T102" fmla="*/ 1566 w 2687"/>
                  <a:gd name="T103" fmla="*/ 334 h 2526"/>
                  <a:gd name="T104" fmla="*/ 1356 w 2687"/>
                  <a:gd name="T105" fmla="*/ 264 h 2526"/>
                  <a:gd name="T106" fmla="*/ 1392 w 2687"/>
                  <a:gd name="T107" fmla="*/ 171 h 2526"/>
                  <a:gd name="T108" fmla="*/ 1656 w 2687"/>
                  <a:gd name="T109" fmla="*/ 182 h 2526"/>
                  <a:gd name="T110" fmla="*/ 1843 w 2687"/>
                  <a:gd name="T111" fmla="*/ 52 h 25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</a:cxnLst>
                <a:rect l="0" t="0" r="r" b="b"/>
                <a:pathLst>
                  <a:path w="2687" h="2526">
                    <a:moveTo>
                      <a:pt x="2063" y="0"/>
                    </a:moveTo>
                    <a:lnTo>
                      <a:pt x="2090" y="5"/>
                    </a:lnTo>
                    <a:lnTo>
                      <a:pt x="2115" y="13"/>
                    </a:lnTo>
                    <a:lnTo>
                      <a:pt x="2139" y="27"/>
                    </a:lnTo>
                    <a:lnTo>
                      <a:pt x="2159" y="45"/>
                    </a:lnTo>
                    <a:lnTo>
                      <a:pt x="2176" y="67"/>
                    </a:lnTo>
                    <a:lnTo>
                      <a:pt x="2188" y="91"/>
                    </a:lnTo>
                    <a:lnTo>
                      <a:pt x="2196" y="118"/>
                    </a:lnTo>
                    <a:lnTo>
                      <a:pt x="2199" y="144"/>
                    </a:lnTo>
                    <a:lnTo>
                      <a:pt x="2196" y="171"/>
                    </a:lnTo>
                    <a:lnTo>
                      <a:pt x="2188" y="197"/>
                    </a:lnTo>
                    <a:lnTo>
                      <a:pt x="2177" y="221"/>
                    </a:lnTo>
                    <a:lnTo>
                      <a:pt x="2153" y="264"/>
                    </a:lnTo>
                    <a:lnTo>
                      <a:pt x="2135" y="305"/>
                    </a:lnTo>
                    <a:lnTo>
                      <a:pt x="2125" y="345"/>
                    </a:lnTo>
                    <a:lnTo>
                      <a:pt x="2119" y="385"/>
                    </a:lnTo>
                    <a:lnTo>
                      <a:pt x="2122" y="425"/>
                    </a:lnTo>
                    <a:lnTo>
                      <a:pt x="2129" y="463"/>
                    </a:lnTo>
                    <a:lnTo>
                      <a:pt x="2189" y="517"/>
                    </a:lnTo>
                    <a:lnTo>
                      <a:pt x="2246" y="575"/>
                    </a:lnTo>
                    <a:lnTo>
                      <a:pt x="2297" y="636"/>
                    </a:lnTo>
                    <a:lnTo>
                      <a:pt x="2342" y="700"/>
                    </a:lnTo>
                    <a:lnTo>
                      <a:pt x="2384" y="765"/>
                    </a:lnTo>
                    <a:lnTo>
                      <a:pt x="2420" y="834"/>
                    </a:lnTo>
                    <a:lnTo>
                      <a:pt x="2450" y="906"/>
                    </a:lnTo>
                    <a:lnTo>
                      <a:pt x="2492" y="906"/>
                    </a:lnTo>
                    <a:lnTo>
                      <a:pt x="2527" y="909"/>
                    </a:lnTo>
                    <a:lnTo>
                      <a:pt x="2560" y="918"/>
                    </a:lnTo>
                    <a:lnTo>
                      <a:pt x="2590" y="932"/>
                    </a:lnTo>
                    <a:lnTo>
                      <a:pt x="2617" y="951"/>
                    </a:lnTo>
                    <a:lnTo>
                      <a:pt x="2641" y="975"/>
                    </a:lnTo>
                    <a:lnTo>
                      <a:pt x="2660" y="1002"/>
                    </a:lnTo>
                    <a:lnTo>
                      <a:pt x="2674" y="1032"/>
                    </a:lnTo>
                    <a:lnTo>
                      <a:pt x="2684" y="1065"/>
                    </a:lnTo>
                    <a:lnTo>
                      <a:pt x="2687" y="1100"/>
                    </a:lnTo>
                    <a:lnTo>
                      <a:pt x="2687" y="1406"/>
                    </a:lnTo>
                    <a:lnTo>
                      <a:pt x="2684" y="1441"/>
                    </a:lnTo>
                    <a:lnTo>
                      <a:pt x="2674" y="1474"/>
                    </a:lnTo>
                    <a:lnTo>
                      <a:pt x="2660" y="1505"/>
                    </a:lnTo>
                    <a:lnTo>
                      <a:pt x="2641" y="1531"/>
                    </a:lnTo>
                    <a:lnTo>
                      <a:pt x="2617" y="1556"/>
                    </a:lnTo>
                    <a:lnTo>
                      <a:pt x="2590" y="1575"/>
                    </a:lnTo>
                    <a:lnTo>
                      <a:pt x="2560" y="1588"/>
                    </a:lnTo>
                    <a:lnTo>
                      <a:pt x="2527" y="1598"/>
                    </a:lnTo>
                    <a:lnTo>
                      <a:pt x="2492" y="1601"/>
                    </a:lnTo>
                    <a:lnTo>
                      <a:pt x="2455" y="1601"/>
                    </a:lnTo>
                    <a:lnTo>
                      <a:pt x="2440" y="1632"/>
                    </a:lnTo>
                    <a:lnTo>
                      <a:pt x="2424" y="1663"/>
                    </a:lnTo>
                    <a:lnTo>
                      <a:pt x="2406" y="1696"/>
                    </a:lnTo>
                    <a:lnTo>
                      <a:pt x="2387" y="1728"/>
                    </a:lnTo>
                    <a:lnTo>
                      <a:pt x="2365" y="1761"/>
                    </a:lnTo>
                    <a:lnTo>
                      <a:pt x="2344" y="1792"/>
                    </a:lnTo>
                    <a:lnTo>
                      <a:pt x="2323" y="1823"/>
                    </a:lnTo>
                    <a:lnTo>
                      <a:pt x="2302" y="1854"/>
                    </a:lnTo>
                    <a:lnTo>
                      <a:pt x="2281" y="1882"/>
                    </a:lnTo>
                    <a:lnTo>
                      <a:pt x="2259" y="1910"/>
                    </a:lnTo>
                    <a:lnTo>
                      <a:pt x="2240" y="1934"/>
                    </a:lnTo>
                    <a:lnTo>
                      <a:pt x="2222" y="1958"/>
                    </a:lnTo>
                    <a:lnTo>
                      <a:pt x="2205" y="1979"/>
                    </a:lnTo>
                    <a:lnTo>
                      <a:pt x="2191" y="1997"/>
                    </a:lnTo>
                    <a:lnTo>
                      <a:pt x="2178" y="2011"/>
                    </a:lnTo>
                    <a:lnTo>
                      <a:pt x="2168" y="2022"/>
                    </a:lnTo>
                    <a:lnTo>
                      <a:pt x="2162" y="2030"/>
                    </a:lnTo>
                    <a:lnTo>
                      <a:pt x="2159" y="2034"/>
                    </a:lnTo>
                    <a:lnTo>
                      <a:pt x="2156" y="2038"/>
                    </a:lnTo>
                    <a:lnTo>
                      <a:pt x="2151" y="2041"/>
                    </a:lnTo>
                    <a:lnTo>
                      <a:pt x="2134" y="2057"/>
                    </a:lnTo>
                    <a:lnTo>
                      <a:pt x="2105" y="2086"/>
                    </a:lnTo>
                    <a:lnTo>
                      <a:pt x="2081" y="2115"/>
                    </a:lnTo>
                    <a:lnTo>
                      <a:pt x="2062" y="2145"/>
                    </a:lnTo>
                    <a:lnTo>
                      <a:pt x="2047" y="2173"/>
                    </a:lnTo>
                    <a:lnTo>
                      <a:pt x="2037" y="2200"/>
                    </a:lnTo>
                    <a:lnTo>
                      <a:pt x="2028" y="2224"/>
                    </a:lnTo>
                    <a:lnTo>
                      <a:pt x="2023" y="2246"/>
                    </a:lnTo>
                    <a:lnTo>
                      <a:pt x="2021" y="2264"/>
                    </a:lnTo>
                    <a:lnTo>
                      <a:pt x="2019" y="2278"/>
                    </a:lnTo>
                    <a:lnTo>
                      <a:pt x="2018" y="2288"/>
                    </a:lnTo>
                    <a:lnTo>
                      <a:pt x="2018" y="2388"/>
                    </a:lnTo>
                    <a:lnTo>
                      <a:pt x="2016" y="2416"/>
                    </a:lnTo>
                    <a:lnTo>
                      <a:pt x="2007" y="2441"/>
                    </a:lnTo>
                    <a:lnTo>
                      <a:pt x="1994" y="2464"/>
                    </a:lnTo>
                    <a:lnTo>
                      <a:pt x="1977" y="2485"/>
                    </a:lnTo>
                    <a:lnTo>
                      <a:pt x="1957" y="2501"/>
                    </a:lnTo>
                    <a:lnTo>
                      <a:pt x="1934" y="2514"/>
                    </a:lnTo>
                    <a:lnTo>
                      <a:pt x="1907" y="2522"/>
                    </a:lnTo>
                    <a:lnTo>
                      <a:pt x="1880" y="2526"/>
                    </a:lnTo>
                    <a:lnTo>
                      <a:pt x="1468" y="2526"/>
                    </a:lnTo>
                    <a:lnTo>
                      <a:pt x="1441" y="2522"/>
                    </a:lnTo>
                    <a:lnTo>
                      <a:pt x="1415" y="2514"/>
                    </a:lnTo>
                    <a:lnTo>
                      <a:pt x="1392" y="2501"/>
                    </a:lnTo>
                    <a:lnTo>
                      <a:pt x="1371" y="2485"/>
                    </a:lnTo>
                    <a:lnTo>
                      <a:pt x="1355" y="2464"/>
                    </a:lnTo>
                    <a:lnTo>
                      <a:pt x="1342" y="2441"/>
                    </a:lnTo>
                    <a:lnTo>
                      <a:pt x="1334" y="2416"/>
                    </a:lnTo>
                    <a:lnTo>
                      <a:pt x="1331" y="2388"/>
                    </a:lnTo>
                    <a:lnTo>
                      <a:pt x="1331" y="2367"/>
                    </a:lnTo>
                    <a:lnTo>
                      <a:pt x="1238" y="2369"/>
                    </a:lnTo>
                    <a:lnTo>
                      <a:pt x="1145" y="2365"/>
                    </a:lnTo>
                    <a:lnTo>
                      <a:pt x="1145" y="2388"/>
                    </a:lnTo>
                    <a:lnTo>
                      <a:pt x="1143" y="2416"/>
                    </a:lnTo>
                    <a:lnTo>
                      <a:pt x="1134" y="2441"/>
                    </a:lnTo>
                    <a:lnTo>
                      <a:pt x="1122" y="2464"/>
                    </a:lnTo>
                    <a:lnTo>
                      <a:pt x="1105" y="2485"/>
                    </a:lnTo>
                    <a:lnTo>
                      <a:pt x="1085" y="2501"/>
                    </a:lnTo>
                    <a:lnTo>
                      <a:pt x="1061" y="2514"/>
                    </a:lnTo>
                    <a:lnTo>
                      <a:pt x="1036" y="2522"/>
                    </a:lnTo>
                    <a:lnTo>
                      <a:pt x="1007" y="2526"/>
                    </a:lnTo>
                    <a:lnTo>
                      <a:pt x="596" y="2526"/>
                    </a:lnTo>
                    <a:lnTo>
                      <a:pt x="570" y="2522"/>
                    </a:lnTo>
                    <a:lnTo>
                      <a:pt x="545" y="2515"/>
                    </a:lnTo>
                    <a:lnTo>
                      <a:pt x="523" y="2503"/>
                    </a:lnTo>
                    <a:lnTo>
                      <a:pt x="503" y="2488"/>
                    </a:lnTo>
                    <a:lnTo>
                      <a:pt x="486" y="2468"/>
                    </a:lnTo>
                    <a:lnTo>
                      <a:pt x="473" y="2447"/>
                    </a:lnTo>
                    <a:lnTo>
                      <a:pt x="463" y="2423"/>
                    </a:lnTo>
                    <a:lnTo>
                      <a:pt x="459" y="2397"/>
                    </a:lnTo>
                    <a:lnTo>
                      <a:pt x="459" y="2393"/>
                    </a:lnTo>
                    <a:lnTo>
                      <a:pt x="459" y="2390"/>
                    </a:lnTo>
                    <a:lnTo>
                      <a:pt x="459" y="2388"/>
                    </a:lnTo>
                    <a:lnTo>
                      <a:pt x="459" y="2358"/>
                    </a:lnTo>
                    <a:lnTo>
                      <a:pt x="457" y="2338"/>
                    </a:lnTo>
                    <a:lnTo>
                      <a:pt x="454" y="2313"/>
                    </a:lnTo>
                    <a:lnTo>
                      <a:pt x="450" y="2284"/>
                    </a:lnTo>
                    <a:lnTo>
                      <a:pt x="442" y="2253"/>
                    </a:lnTo>
                    <a:lnTo>
                      <a:pt x="433" y="2219"/>
                    </a:lnTo>
                    <a:lnTo>
                      <a:pt x="419" y="2183"/>
                    </a:lnTo>
                    <a:lnTo>
                      <a:pt x="402" y="2146"/>
                    </a:lnTo>
                    <a:lnTo>
                      <a:pt x="381" y="2109"/>
                    </a:lnTo>
                    <a:lnTo>
                      <a:pt x="355" y="2073"/>
                    </a:lnTo>
                    <a:lnTo>
                      <a:pt x="323" y="2037"/>
                    </a:lnTo>
                    <a:lnTo>
                      <a:pt x="277" y="1984"/>
                    </a:lnTo>
                    <a:lnTo>
                      <a:pt x="231" y="1926"/>
                    </a:lnTo>
                    <a:lnTo>
                      <a:pt x="189" y="1862"/>
                    </a:lnTo>
                    <a:lnTo>
                      <a:pt x="149" y="1792"/>
                    </a:lnTo>
                    <a:lnTo>
                      <a:pt x="112" y="1717"/>
                    </a:lnTo>
                    <a:lnTo>
                      <a:pt x="78" y="1645"/>
                    </a:lnTo>
                    <a:lnTo>
                      <a:pt x="51" y="1572"/>
                    </a:lnTo>
                    <a:lnTo>
                      <a:pt x="29" y="1496"/>
                    </a:lnTo>
                    <a:lnTo>
                      <a:pt x="20" y="1462"/>
                    </a:lnTo>
                    <a:lnTo>
                      <a:pt x="13" y="1427"/>
                    </a:lnTo>
                    <a:lnTo>
                      <a:pt x="7" y="1393"/>
                    </a:lnTo>
                    <a:lnTo>
                      <a:pt x="4" y="1361"/>
                    </a:lnTo>
                    <a:lnTo>
                      <a:pt x="2" y="1331"/>
                    </a:lnTo>
                    <a:lnTo>
                      <a:pt x="1" y="1305"/>
                    </a:lnTo>
                    <a:lnTo>
                      <a:pt x="0" y="1285"/>
                    </a:lnTo>
                    <a:lnTo>
                      <a:pt x="0" y="1269"/>
                    </a:lnTo>
                    <a:lnTo>
                      <a:pt x="0" y="1260"/>
                    </a:lnTo>
                    <a:lnTo>
                      <a:pt x="2" y="1206"/>
                    </a:lnTo>
                    <a:lnTo>
                      <a:pt x="6" y="1151"/>
                    </a:lnTo>
                    <a:lnTo>
                      <a:pt x="14" y="1098"/>
                    </a:lnTo>
                    <a:lnTo>
                      <a:pt x="19" y="1081"/>
                    </a:lnTo>
                    <a:lnTo>
                      <a:pt x="30" y="1065"/>
                    </a:lnTo>
                    <a:lnTo>
                      <a:pt x="42" y="1053"/>
                    </a:lnTo>
                    <a:lnTo>
                      <a:pt x="58" y="1045"/>
                    </a:lnTo>
                    <a:lnTo>
                      <a:pt x="76" y="1040"/>
                    </a:lnTo>
                    <a:lnTo>
                      <a:pt x="94" y="1041"/>
                    </a:lnTo>
                    <a:lnTo>
                      <a:pt x="112" y="1047"/>
                    </a:lnTo>
                    <a:lnTo>
                      <a:pt x="128" y="1056"/>
                    </a:lnTo>
                    <a:lnTo>
                      <a:pt x="140" y="1069"/>
                    </a:lnTo>
                    <a:lnTo>
                      <a:pt x="148" y="1085"/>
                    </a:lnTo>
                    <a:lnTo>
                      <a:pt x="153" y="1103"/>
                    </a:lnTo>
                    <a:lnTo>
                      <a:pt x="153" y="1122"/>
                    </a:lnTo>
                    <a:lnTo>
                      <a:pt x="144" y="1192"/>
                    </a:lnTo>
                    <a:lnTo>
                      <a:pt x="141" y="1262"/>
                    </a:lnTo>
                    <a:lnTo>
                      <a:pt x="141" y="1265"/>
                    </a:lnTo>
                    <a:lnTo>
                      <a:pt x="141" y="1268"/>
                    </a:lnTo>
                    <a:lnTo>
                      <a:pt x="141" y="1279"/>
                    </a:lnTo>
                    <a:lnTo>
                      <a:pt x="141" y="1295"/>
                    </a:lnTo>
                    <a:lnTo>
                      <a:pt x="142" y="1316"/>
                    </a:lnTo>
                    <a:lnTo>
                      <a:pt x="144" y="1342"/>
                    </a:lnTo>
                    <a:lnTo>
                      <a:pt x="146" y="1369"/>
                    </a:lnTo>
                    <a:lnTo>
                      <a:pt x="151" y="1399"/>
                    </a:lnTo>
                    <a:lnTo>
                      <a:pt x="156" y="1427"/>
                    </a:lnTo>
                    <a:lnTo>
                      <a:pt x="163" y="1457"/>
                    </a:lnTo>
                    <a:lnTo>
                      <a:pt x="164" y="1459"/>
                    </a:lnTo>
                    <a:lnTo>
                      <a:pt x="165" y="1462"/>
                    </a:lnTo>
                    <a:lnTo>
                      <a:pt x="184" y="1529"/>
                    </a:lnTo>
                    <a:lnTo>
                      <a:pt x="208" y="1594"/>
                    </a:lnTo>
                    <a:lnTo>
                      <a:pt x="237" y="1655"/>
                    </a:lnTo>
                    <a:lnTo>
                      <a:pt x="239" y="1657"/>
                    </a:lnTo>
                    <a:lnTo>
                      <a:pt x="239" y="1658"/>
                    </a:lnTo>
                    <a:lnTo>
                      <a:pt x="272" y="1725"/>
                    </a:lnTo>
                    <a:lnTo>
                      <a:pt x="307" y="1786"/>
                    </a:lnTo>
                    <a:lnTo>
                      <a:pt x="346" y="1843"/>
                    </a:lnTo>
                    <a:lnTo>
                      <a:pt x="384" y="1894"/>
                    </a:lnTo>
                    <a:lnTo>
                      <a:pt x="425" y="1940"/>
                    </a:lnTo>
                    <a:lnTo>
                      <a:pt x="462" y="1982"/>
                    </a:lnTo>
                    <a:lnTo>
                      <a:pt x="494" y="2025"/>
                    </a:lnTo>
                    <a:lnTo>
                      <a:pt x="521" y="2069"/>
                    </a:lnTo>
                    <a:lnTo>
                      <a:pt x="542" y="2113"/>
                    </a:lnTo>
                    <a:lnTo>
                      <a:pt x="560" y="2155"/>
                    </a:lnTo>
                    <a:lnTo>
                      <a:pt x="573" y="2197"/>
                    </a:lnTo>
                    <a:lnTo>
                      <a:pt x="583" y="2235"/>
                    </a:lnTo>
                    <a:lnTo>
                      <a:pt x="591" y="2271"/>
                    </a:lnTo>
                    <a:lnTo>
                      <a:pt x="596" y="2303"/>
                    </a:lnTo>
                    <a:lnTo>
                      <a:pt x="598" y="2331"/>
                    </a:lnTo>
                    <a:lnTo>
                      <a:pt x="600" y="2354"/>
                    </a:lnTo>
                    <a:lnTo>
                      <a:pt x="600" y="2385"/>
                    </a:lnTo>
                    <a:lnTo>
                      <a:pt x="1005" y="2385"/>
                    </a:lnTo>
                    <a:lnTo>
                      <a:pt x="1005" y="2287"/>
                    </a:lnTo>
                    <a:lnTo>
                      <a:pt x="1007" y="2272"/>
                    </a:lnTo>
                    <a:lnTo>
                      <a:pt x="1011" y="2257"/>
                    </a:lnTo>
                    <a:lnTo>
                      <a:pt x="1019" y="2244"/>
                    </a:lnTo>
                    <a:lnTo>
                      <a:pt x="1029" y="2234"/>
                    </a:lnTo>
                    <a:lnTo>
                      <a:pt x="1042" y="2224"/>
                    </a:lnTo>
                    <a:lnTo>
                      <a:pt x="1056" y="2219"/>
                    </a:lnTo>
                    <a:lnTo>
                      <a:pt x="1070" y="2216"/>
                    </a:lnTo>
                    <a:lnTo>
                      <a:pt x="1086" y="2216"/>
                    </a:lnTo>
                    <a:lnTo>
                      <a:pt x="1161" y="2224"/>
                    </a:lnTo>
                    <a:lnTo>
                      <a:pt x="1238" y="2227"/>
                    </a:lnTo>
                    <a:lnTo>
                      <a:pt x="1317" y="2226"/>
                    </a:lnTo>
                    <a:lnTo>
                      <a:pt x="1394" y="2221"/>
                    </a:lnTo>
                    <a:lnTo>
                      <a:pt x="1414" y="2221"/>
                    </a:lnTo>
                    <a:lnTo>
                      <a:pt x="1432" y="2227"/>
                    </a:lnTo>
                    <a:lnTo>
                      <a:pt x="1449" y="2238"/>
                    </a:lnTo>
                    <a:lnTo>
                      <a:pt x="1462" y="2254"/>
                    </a:lnTo>
                    <a:lnTo>
                      <a:pt x="1470" y="2271"/>
                    </a:lnTo>
                    <a:lnTo>
                      <a:pt x="1473" y="2291"/>
                    </a:lnTo>
                    <a:lnTo>
                      <a:pt x="1473" y="2386"/>
                    </a:lnTo>
                    <a:lnTo>
                      <a:pt x="1878" y="2386"/>
                    </a:lnTo>
                    <a:lnTo>
                      <a:pt x="1878" y="2287"/>
                    </a:lnTo>
                    <a:lnTo>
                      <a:pt x="1879" y="2272"/>
                    </a:lnTo>
                    <a:lnTo>
                      <a:pt x="1881" y="2252"/>
                    </a:lnTo>
                    <a:lnTo>
                      <a:pt x="1884" y="2227"/>
                    </a:lnTo>
                    <a:lnTo>
                      <a:pt x="1890" y="2199"/>
                    </a:lnTo>
                    <a:lnTo>
                      <a:pt x="1899" y="2168"/>
                    </a:lnTo>
                    <a:lnTo>
                      <a:pt x="1911" y="2134"/>
                    </a:lnTo>
                    <a:lnTo>
                      <a:pt x="1927" y="2099"/>
                    </a:lnTo>
                    <a:lnTo>
                      <a:pt x="1948" y="2063"/>
                    </a:lnTo>
                    <a:lnTo>
                      <a:pt x="1972" y="2026"/>
                    </a:lnTo>
                    <a:lnTo>
                      <a:pt x="2003" y="1989"/>
                    </a:lnTo>
                    <a:lnTo>
                      <a:pt x="2040" y="1952"/>
                    </a:lnTo>
                    <a:lnTo>
                      <a:pt x="2056" y="1940"/>
                    </a:lnTo>
                    <a:lnTo>
                      <a:pt x="2072" y="1920"/>
                    </a:lnTo>
                    <a:lnTo>
                      <a:pt x="2091" y="1897"/>
                    </a:lnTo>
                    <a:lnTo>
                      <a:pt x="2112" y="1871"/>
                    </a:lnTo>
                    <a:lnTo>
                      <a:pt x="2134" y="1842"/>
                    </a:lnTo>
                    <a:lnTo>
                      <a:pt x="2159" y="1812"/>
                    </a:lnTo>
                    <a:lnTo>
                      <a:pt x="2183" y="1779"/>
                    </a:lnTo>
                    <a:lnTo>
                      <a:pt x="2207" y="1744"/>
                    </a:lnTo>
                    <a:lnTo>
                      <a:pt x="2232" y="1709"/>
                    </a:lnTo>
                    <a:lnTo>
                      <a:pt x="2255" y="1674"/>
                    </a:lnTo>
                    <a:lnTo>
                      <a:pt x="2276" y="1639"/>
                    </a:lnTo>
                    <a:lnTo>
                      <a:pt x="2297" y="1604"/>
                    </a:lnTo>
                    <a:lnTo>
                      <a:pt x="2314" y="1571"/>
                    </a:lnTo>
                    <a:lnTo>
                      <a:pt x="2328" y="1540"/>
                    </a:lnTo>
                    <a:lnTo>
                      <a:pt x="2338" y="1511"/>
                    </a:lnTo>
                    <a:lnTo>
                      <a:pt x="2346" y="1494"/>
                    </a:lnTo>
                    <a:lnTo>
                      <a:pt x="2357" y="1480"/>
                    </a:lnTo>
                    <a:lnTo>
                      <a:pt x="2372" y="1470"/>
                    </a:lnTo>
                    <a:lnTo>
                      <a:pt x="2388" y="1463"/>
                    </a:lnTo>
                    <a:lnTo>
                      <a:pt x="2406" y="1461"/>
                    </a:lnTo>
                    <a:lnTo>
                      <a:pt x="2492" y="1461"/>
                    </a:lnTo>
                    <a:lnTo>
                      <a:pt x="2509" y="1458"/>
                    </a:lnTo>
                    <a:lnTo>
                      <a:pt x="2523" y="1451"/>
                    </a:lnTo>
                    <a:lnTo>
                      <a:pt x="2535" y="1439"/>
                    </a:lnTo>
                    <a:lnTo>
                      <a:pt x="2544" y="1424"/>
                    </a:lnTo>
                    <a:lnTo>
                      <a:pt x="2546" y="1407"/>
                    </a:lnTo>
                    <a:lnTo>
                      <a:pt x="2546" y="1101"/>
                    </a:lnTo>
                    <a:lnTo>
                      <a:pt x="2544" y="1084"/>
                    </a:lnTo>
                    <a:lnTo>
                      <a:pt x="2535" y="1069"/>
                    </a:lnTo>
                    <a:lnTo>
                      <a:pt x="2523" y="1057"/>
                    </a:lnTo>
                    <a:lnTo>
                      <a:pt x="2509" y="1049"/>
                    </a:lnTo>
                    <a:lnTo>
                      <a:pt x="2492" y="1047"/>
                    </a:lnTo>
                    <a:lnTo>
                      <a:pt x="2400" y="1047"/>
                    </a:lnTo>
                    <a:lnTo>
                      <a:pt x="2384" y="1045"/>
                    </a:lnTo>
                    <a:lnTo>
                      <a:pt x="2368" y="1038"/>
                    </a:lnTo>
                    <a:lnTo>
                      <a:pt x="2353" y="1028"/>
                    </a:lnTo>
                    <a:lnTo>
                      <a:pt x="2342" y="1015"/>
                    </a:lnTo>
                    <a:lnTo>
                      <a:pt x="2334" y="998"/>
                    </a:lnTo>
                    <a:lnTo>
                      <a:pt x="2311" y="936"/>
                    </a:lnTo>
                    <a:lnTo>
                      <a:pt x="2283" y="874"/>
                    </a:lnTo>
                    <a:lnTo>
                      <a:pt x="2250" y="815"/>
                    </a:lnTo>
                    <a:lnTo>
                      <a:pt x="2213" y="759"/>
                    </a:lnTo>
                    <a:lnTo>
                      <a:pt x="2170" y="704"/>
                    </a:lnTo>
                    <a:lnTo>
                      <a:pt x="2125" y="652"/>
                    </a:lnTo>
                    <a:lnTo>
                      <a:pt x="2074" y="602"/>
                    </a:lnTo>
                    <a:lnTo>
                      <a:pt x="2020" y="556"/>
                    </a:lnTo>
                    <a:lnTo>
                      <a:pt x="2009" y="544"/>
                    </a:lnTo>
                    <a:lnTo>
                      <a:pt x="2001" y="533"/>
                    </a:lnTo>
                    <a:lnTo>
                      <a:pt x="1995" y="518"/>
                    </a:lnTo>
                    <a:lnTo>
                      <a:pt x="1993" y="503"/>
                    </a:lnTo>
                    <a:lnTo>
                      <a:pt x="1983" y="453"/>
                    </a:lnTo>
                    <a:lnTo>
                      <a:pt x="1980" y="402"/>
                    </a:lnTo>
                    <a:lnTo>
                      <a:pt x="1982" y="352"/>
                    </a:lnTo>
                    <a:lnTo>
                      <a:pt x="1991" y="301"/>
                    </a:lnTo>
                    <a:lnTo>
                      <a:pt x="2006" y="249"/>
                    </a:lnTo>
                    <a:lnTo>
                      <a:pt x="2028" y="198"/>
                    </a:lnTo>
                    <a:lnTo>
                      <a:pt x="2057" y="147"/>
                    </a:lnTo>
                    <a:lnTo>
                      <a:pt x="2058" y="146"/>
                    </a:lnTo>
                    <a:lnTo>
                      <a:pt x="2058" y="145"/>
                    </a:lnTo>
                    <a:lnTo>
                      <a:pt x="2057" y="143"/>
                    </a:lnTo>
                    <a:lnTo>
                      <a:pt x="2056" y="142"/>
                    </a:lnTo>
                    <a:lnTo>
                      <a:pt x="2054" y="141"/>
                    </a:lnTo>
                    <a:lnTo>
                      <a:pt x="2053" y="141"/>
                    </a:lnTo>
                    <a:lnTo>
                      <a:pt x="2004" y="150"/>
                    </a:lnTo>
                    <a:lnTo>
                      <a:pt x="1959" y="160"/>
                    </a:lnTo>
                    <a:lnTo>
                      <a:pt x="1919" y="174"/>
                    </a:lnTo>
                    <a:lnTo>
                      <a:pt x="1883" y="190"/>
                    </a:lnTo>
                    <a:lnTo>
                      <a:pt x="1850" y="207"/>
                    </a:lnTo>
                    <a:lnTo>
                      <a:pt x="1822" y="226"/>
                    </a:lnTo>
                    <a:lnTo>
                      <a:pt x="1795" y="246"/>
                    </a:lnTo>
                    <a:lnTo>
                      <a:pt x="1773" y="266"/>
                    </a:lnTo>
                    <a:lnTo>
                      <a:pt x="1753" y="287"/>
                    </a:lnTo>
                    <a:lnTo>
                      <a:pt x="1736" y="307"/>
                    </a:lnTo>
                    <a:lnTo>
                      <a:pt x="1721" y="327"/>
                    </a:lnTo>
                    <a:lnTo>
                      <a:pt x="1709" y="341"/>
                    </a:lnTo>
                    <a:lnTo>
                      <a:pt x="1694" y="351"/>
                    </a:lnTo>
                    <a:lnTo>
                      <a:pt x="1677" y="356"/>
                    </a:lnTo>
                    <a:lnTo>
                      <a:pt x="1659" y="358"/>
                    </a:lnTo>
                    <a:lnTo>
                      <a:pt x="1641" y="355"/>
                    </a:lnTo>
                    <a:lnTo>
                      <a:pt x="1566" y="334"/>
                    </a:lnTo>
                    <a:lnTo>
                      <a:pt x="1490" y="317"/>
                    </a:lnTo>
                    <a:lnTo>
                      <a:pt x="1412" y="305"/>
                    </a:lnTo>
                    <a:lnTo>
                      <a:pt x="1393" y="301"/>
                    </a:lnTo>
                    <a:lnTo>
                      <a:pt x="1377" y="291"/>
                    </a:lnTo>
                    <a:lnTo>
                      <a:pt x="1365" y="279"/>
                    </a:lnTo>
                    <a:lnTo>
                      <a:pt x="1356" y="264"/>
                    </a:lnTo>
                    <a:lnTo>
                      <a:pt x="1351" y="246"/>
                    </a:lnTo>
                    <a:lnTo>
                      <a:pt x="1350" y="227"/>
                    </a:lnTo>
                    <a:lnTo>
                      <a:pt x="1355" y="209"/>
                    </a:lnTo>
                    <a:lnTo>
                      <a:pt x="1363" y="193"/>
                    </a:lnTo>
                    <a:lnTo>
                      <a:pt x="1376" y="180"/>
                    </a:lnTo>
                    <a:lnTo>
                      <a:pt x="1392" y="171"/>
                    </a:lnTo>
                    <a:lnTo>
                      <a:pt x="1409" y="165"/>
                    </a:lnTo>
                    <a:lnTo>
                      <a:pt x="1428" y="165"/>
                    </a:lnTo>
                    <a:lnTo>
                      <a:pt x="1498" y="175"/>
                    </a:lnTo>
                    <a:lnTo>
                      <a:pt x="1568" y="189"/>
                    </a:lnTo>
                    <a:lnTo>
                      <a:pt x="1636" y="206"/>
                    </a:lnTo>
                    <a:lnTo>
                      <a:pt x="1656" y="182"/>
                    </a:lnTo>
                    <a:lnTo>
                      <a:pt x="1681" y="158"/>
                    </a:lnTo>
                    <a:lnTo>
                      <a:pt x="1707" y="135"/>
                    </a:lnTo>
                    <a:lnTo>
                      <a:pt x="1736" y="113"/>
                    </a:lnTo>
                    <a:lnTo>
                      <a:pt x="1769" y="91"/>
                    </a:lnTo>
                    <a:lnTo>
                      <a:pt x="1804" y="70"/>
                    </a:lnTo>
                    <a:lnTo>
                      <a:pt x="1843" y="52"/>
                    </a:lnTo>
                    <a:lnTo>
                      <a:pt x="1885" y="35"/>
                    </a:lnTo>
                    <a:lnTo>
                      <a:pt x="1932" y="22"/>
                    </a:lnTo>
                    <a:lnTo>
                      <a:pt x="1982" y="10"/>
                    </a:lnTo>
                    <a:lnTo>
                      <a:pt x="2036" y="1"/>
                    </a:lnTo>
                    <a:lnTo>
                      <a:pt x="206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  <p:sp>
            <p:nvSpPr>
              <p:cNvPr id="17" name="Freeform 280">
                <a:extLst>
                  <a:ext uri="{FF2B5EF4-FFF2-40B4-BE49-F238E27FC236}">
                    <a16:creationId xmlns:a16="http://schemas.microsoft.com/office/drawing/2014/main" id="{73E895B2-D735-93DE-E58B-841121DBAC7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991850" y="4359275"/>
                <a:ext cx="182562" cy="182562"/>
              </a:xfrm>
              <a:custGeom>
                <a:avLst/>
                <a:gdLst>
                  <a:gd name="T0" fmla="*/ 528 w 1158"/>
                  <a:gd name="T1" fmla="*/ 144 h 1155"/>
                  <a:gd name="T2" fmla="*/ 432 w 1158"/>
                  <a:gd name="T3" fmla="*/ 166 h 1155"/>
                  <a:gd name="T4" fmla="*/ 344 w 1158"/>
                  <a:gd name="T5" fmla="*/ 208 h 1155"/>
                  <a:gd name="T6" fmla="*/ 270 w 1158"/>
                  <a:gd name="T7" fmla="*/ 269 h 1155"/>
                  <a:gd name="T8" fmla="*/ 209 w 1158"/>
                  <a:gd name="T9" fmla="*/ 344 h 1155"/>
                  <a:gd name="T10" fmla="*/ 167 w 1158"/>
                  <a:gd name="T11" fmla="*/ 431 h 1155"/>
                  <a:gd name="T12" fmla="*/ 143 w 1158"/>
                  <a:gd name="T13" fmla="*/ 527 h 1155"/>
                  <a:gd name="T14" fmla="*/ 143 w 1158"/>
                  <a:gd name="T15" fmla="*/ 628 h 1155"/>
                  <a:gd name="T16" fmla="*/ 167 w 1158"/>
                  <a:gd name="T17" fmla="*/ 725 h 1155"/>
                  <a:gd name="T18" fmla="*/ 209 w 1158"/>
                  <a:gd name="T19" fmla="*/ 813 h 1155"/>
                  <a:gd name="T20" fmla="*/ 270 w 1158"/>
                  <a:gd name="T21" fmla="*/ 887 h 1155"/>
                  <a:gd name="T22" fmla="*/ 344 w 1158"/>
                  <a:gd name="T23" fmla="*/ 947 h 1155"/>
                  <a:gd name="T24" fmla="*/ 432 w 1158"/>
                  <a:gd name="T25" fmla="*/ 989 h 1155"/>
                  <a:gd name="T26" fmla="*/ 528 w 1158"/>
                  <a:gd name="T27" fmla="*/ 1012 h 1155"/>
                  <a:gd name="T28" fmla="*/ 630 w 1158"/>
                  <a:gd name="T29" fmla="*/ 1012 h 1155"/>
                  <a:gd name="T30" fmla="*/ 727 w 1158"/>
                  <a:gd name="T31" fmla="*/ 989 h 1155"/>
                  <a:gd name="T32" fmla="*/ 814 w 1158"/>
                  <a:gd name="T33" fmla="*/ 947 h 1155"/>
                  <a:gd name="T34" fmla="*/ 889 w 1158"/>
                  <a:gd name="T35" fmla="*/ 887 h 1155"/>
                  <a:gd name="T36" fmla="*/ 949 w 1158"/>
                  <a:gd name="T37" fmla="*/ 813 h 1155"/>
                  <a:gd name="T38" fmla="*/ 992 w 1158"/>
                  <a:gd name="T39" fmla="*/ 725 h 1155"/>
                  <a:gd name="T40" fmla="*/ 1014 w 1158"/>
                  <a:gd name="T41" fmla="*/ 628 h 1155"/>
                  <a:gd name="T42" fmla="*/ 1014 w 1158"/>
                  <a:gd name="T43" fmla="*/ 527 h 1155"/>
                  <a:gd name="T44" fmla="*/ 992 w 1158"/>
                  <a:gd name="T45" fmla="*/ 431 h 1155"/>
                  <a:gd name="T46" fmla="*/ 949 w 1158"/>
                  <a:gd name="T47" fmla="*/ 344 h 1155"/>
                  <a:gd name="T48" fmla="*/ 889 w 1158"/>
                  <a:gd name="T49" fmla="*/ 269 h 1155"/>
                  <a:gd name="T50" fmla="*/ 814 w 1158"/>
                  <a:gd name="T51" fmla="*/ 208 h 1155"/>
                  <a:gd name="T52" fmla="*/ 727 w 1158"/>
                  <a:gd name="T53" fmla="*/ 166 h 1155"/>
                  <a:gd name="T54" fmla="*/ 630 w 1158"/>
                  <a:gd name="T55" fmla="*/ 144 h 1155"/>
                  <a:gd name="T56" fmla="*/ 579 w 1158"/>
                  <a:gd name="T57" fmla="*/ 0 h 1155"/>
                  <a:gd name="T58" fmla="*/ 696 w 1158"/>
                  <a:gd name="T59" fmla="*/ 12 h 1155"/>
                  <a:gd name="T60" fmla="*/ 804 w 1158"/>
                  <a:gd name="T61" fmla="*/ 46 h 1155"/>
                  <a:gd name="T62" fmla="*/ 903 w 1158"/>
                  <a:gd name="T63" fmla="*/ 100 h 1155"/>
                  <a:gd name="T64" fmla="*/ 989 w 1158"/>
                  <a:gd name="T65" fmla="*/ 169 h 1155"/>
                  <a:gd name="T66" fmla="*/ 1060 w 1158"/>
                  <a:gd name="T67" fmla="*/ 255 h 1155"/>
                  <a:gd name="T68" fmla="*/ 1113 w 1158"/>
                  <a:gd name="T69" fmla="*/ 353 h 1155"/>
                  <a:gd name="T70" fmla="*/ 1146 w 1158"/>
                  <a:gd name="T71" fmla="*/ 461 h 1155"/>
                  <a:gd name="T72" fmla="*/ 1158 w 1158"/>
                  <a:gd name="T73" fmla="*/ 578 h 1155"/>
                  <a:gd name="T74" fmla="*/ 1146 w 1158"/>
                  <a:gd name="T75" fmla="*/ 694 h 1155"/>
                  <a:gd name="T76" fmla="*/ 1113 w 1158"/>
                  <a:gd name="T77" fmla="*/ 803 h 1155"/>
                  <a:gd name="T78" fmla="*/ 1058 w 1158"/>
                  <a:gd name="T79" fmla="*/ 900 h 1155"/>
                  <a:gd name="T80" fmla="*/ 989 w 1158"/>
                  <a:gd name="T81" fmla="*/ 986 h 1155"/>
                  <a:gd name="T82" fmla="*/ 903 w 1158"/>
                  <a:gd name="T83" fmla="*/ 1057 h 1155"/>
                  <a:gd name="T84" fmla="*/ 804 w 1158"/>
                  <a:gd name="T85" fmla="*/ 1110 h 1155"/>
                  <a:gd name="T86" fmla="*/ 696 w 1158"/>
                  <a:gd name="T87" fmla="*/ 1144 h 1155"/>
                  <a:gd name="T88" fmla="*/ 579 w 1158"/>
                  <a:gd name="T89" fmla="*/ 1155 h 1155"/>
                  <a:gd name="T90" fmla="*/ 463 w 1158"/>
                  <a:gd name="T91" fmla="*/ 1144 h 1155"/>
                  <a:gd name="T92" fmla="*/ 353 w 1158"/>
                  <a:gd name="T93" fmla="*/ 1110 h 1155"/>
                  <a:gd name="T94" fmla="*/ 256 w 1158"/>
                  <a:gd name="T95" fmla="*/ 1057 h 1155"/>
                  <a:gd name="T96" fmla="*/ 170 w 1158"/>
                  <a:gd name="T97" fmla="*/ 986 h 1155"/>
                  <a:gd name="T98" fmla="*/ 99 w 1158"/>
                  <a:gd name="T99" fmla="*/ 900 h 1155"/>
                  <a:gd name="T100" fmla="*/ 46 w 1158"/>
                  <a:gd name="T101" fmla="*/ 802 h 1155"/>
                  <a:gd name="T102" fmla="*/ 12 w 1158"/>
                  <a:gd name="T103" fmla="*/ 694 h 1155"/>
                  <a:gd name="T104" fmla="*/ 0 w 1158"/>
                  <a:gd name="T105" fmla="*/ 578 h 1155"/>
                  <a:gd name="T106" fmla="*/ 12 w 1158"/>
                  <a:gd name="T107" fmla="*/ 461 h 1155"/>
                  <a:gd name="T108" fmla="*/ 46 w 1158"/>
                  <a:gd name="T109" fmla="*/ 353 h 1155"/>
                  <a:gd name="T110" fmla="*/ 99 w 1158"/>
                  <a:gd name="T111" fmla="*/ 255 h 1155"/>
                  <a:gd name="T112" fmla="*/ 170 w 1158"/>
                  <a:gd name="T113" fmla="*/ 169 h 1155"/>
                  <a:gd name="T114" fmla="*/ 256 w 1158"/>
                  <a:gd name="T115" fmla="*/ 98 h 1155"/>
                  <a:gd name="T116" fmla="*/ 354 w 1158"/>
                  <a:gd name="T117" fmla="*/ 46 h 1155"/>
                  <a:gd name="T118" fmla="*/ 463 w 1158"/>
                  <a:gd name="T119" fmla="*/ 12 h 1155"/>
                  <a:gd name="T120" fmla="*/ 579 w 1158"/>
                  <a:gd name="T121" fmla="*/ 0 h 11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1158" h="1155">
                    <a:moveTo>
                      <a:pt x="579" y="141"/>
                    </a:moveTo>
                    <a:lnTo>
                      <a:pt x="528" y="144"/>
                    </a:lnTo>
                    <a:lnTo>
                      <a:pt x="479" y="152"/>
                    </a:lnTo>
                    <a:lnTo>
                      <a:pt x="432" y="166"/>
                    </a:lnTo>
                    <a:lnTo>
                      <a:pt x="386" y="185"/>
                    </a:lnTo>
                    <a:lnTo>
                      <a:pt x="344" y="208"/>
                    </a:lnTo>
                    <a:lnTo>
                      <a:pt x="305" y="237"/>
                    </a:lnTo>
                    <a:lnTo>
                      <a:pt x="270" y="269"/>
                    </a:lnTo>
                    <a:lnTo>
                      <a:pt x="237" y="305"/>
                    </a:lnTo>
                    <a:lnTo>
                      <a:pt x="209" y="344"/>
                    </a:lnTo>
                    <a:lnTo>
                      <a:pt x="185" y="386"/>
                    </a:lnTo>
                    <a:lnTo>
                      <a:pt x="167" y="431"/>
                    </a:lnTo>
                    <a:lnTo>
                      <a:pt x="152" y="478"/>
                    </a:lnTo>
                    <a:lnTo>
                      <a:pt x="143" y="527"/>
                    </a:lnTo>
                    <a:lnTo>
                      <a:pt x="140" y="578"/>
                    </a:lnTo>
                    <a:lnTo>
                      <a:pt x="143" y="628"/>
                    </a:lnTo>
                    <a:lnTo>
                      <a:pt x="152" y="678"/>
                    </a:lnTo>
                    <a:lnTo>
                      <a:pt x="167" y="725"/>
                    </a:lnTo>
                    <a:lnTo>
                      <a:pt x="185" y="770"/>
                    </a:lnTo>
                    <a:lnTo>
                      <a:pt x="209" y="813"/>
                    </a:lnTo>
                    <a:lnTo>
                      <a:pt x="237" y="852"/>
                    </a:lnTo>
                    <a:lnTo>
                      <a:pt x="270" y="887"/>
                    </a:lnTo>
                    <a:lnTo>
                      <a:pt x="305" y="919"/>
                    </a:lnTo>
                    <a:lnTo>
                      <a:pt x="344" y="947"/>
                    </a:lnTo>
                    <a:lnTo>
                      <a:pt x="386" y="970"/>
                    </a:lnTo>
                    <a:lnTo>
                      <a:pt x="432" y="989"/>
                    </a:lnTo>
                    <a:lnTo>
                      <a:pt x="479" y="1004"/>
                    </a:lnTo>
                    <a:lnTo>
                      <a:pt x="528" y="1012"/>
                    </a:lnTo>
                    <a:lnTo>
                      <a:pt x="579" y="1016"/>
                    </a:lnTo>
                    <a:lnTo>
                      <a:pt x="630" y="1012"/>
                    </a:lnTo>
                    <a:lnTo>
                      <a:pt x="679" y="1004"/>
                    </a:lnTo>
                    <a:lnTo>
                      <a:pt x="727" y="989"/>
                    </a:lnTo>
                    <a:lnTo>
                      <a:pt x="771" y="970"/>
                    </a:lnTo>
                    <a:lnTo>
                      <a:pt x="814" y="947"/>
                    </a:lnTo>
                    <a:lnTo>
                      <a:pt x="853" y="919"/>
                    </a:lnTo>
                    <a:lnTo>
                      <a:pt x="889" y="887"/>
                    </a:lnTo>
                    <a:lnTo>
                      <a:pt x="921" y="852"/>
                    </a:lnTo>
                    <a:lnTo>
                      <a:pt x="949" y="813"/>
                    </a:lnTo>
                    <a:lnTo>
                      <a:pt x="973" y="770"/>
                    </a:lnTo>
                    <a:lnTo>
                      <a:pt x="992" y="725"/>
                    </a:lnTo>
                    <a:lnTo>
                      <a:pt x="1005" y="678"/>
                    </a:lnTo>
                    <a:lnTo>
                      <a:pt x="1014" y="628"/>
                    </a:lnTo>
                    <a:lnTo>
                      <a:pt x="1017" y="578"/>
                    </a:lnTo>
                    <a:lnTo>
                      <a:pt x="1014" y="527"/>
                    </a:lnTo>
                    <a:lnTo>
                      <a:pt x="1005" y="478"/>
                    </a:lnTo>
                    <a:lnTo>
                      <a:pt x="992" y="431"/>
                    </a:lnTo>
                    <a:lnTo>
                      <a:pt x="973" y="386"/>
                    </a:lnTo>
                    <a:lnTo>
                      <a:pt x="949" y="344"/>
                    </a:lnTo>
                    <a:lnTo>
                      <a:pt x="921" y="305"/>
                    </a:lnTo>
                    <a:lnTo>
                      <a:pt x="889" y="269"/>
                    </a:lnTo>
                    <a:lnTo>
                      <a:pt x="853" y="237"/>
                    </a:lnTo>
                    <a:lnTo>
                      <a:pt x="814" y="208"/>
                    </a:lnTo>
                    <a:lnTo>
                      <a:pt x="771" y="185"/>
                    </a:lnTo>
                    <a:lnTo>
                      <a:pt x="727" y="166"/>
                    </a:lnTo>
                    <a:lnTo>
                      <a:pt x="679" y="152"/>
                    </a:lnTo>
                    <a:lnTo>
                      <a:pt x="630" y="144"/>
                    </a:lnTo>
                    <a:lnTo>
                      <a:pt x="579" y="141"/>
                    </a:lnTo>
                    <a:close/>
                    <a:moveTo>
                      <a:pt x="579" y="0"/>
                    </a:moveTo>
                    <a:lnTo>
                      <a:pt x="639" y="3"/>
                    </a:lnTo>
                    <a:lnTo>
                      <a:pt x="696" y="12"/>
                    </a:lnTo>
                    <a:lnTo>
                      <a:pt x="751" y="27"/>
                    </a:lnTo>
                    <a:lnTo>
                      <a:pt x="804" y="46"/>
                    </a:lnTo>
                    <a:lnTo>
                      <a:pt x="855" y="70"/>
                    </a:lnTo>
                    <a:lnTo>
                      <a:pt x="903" y="100"/>
                    </a:lnTo>
                    <a:lnTo>
                      <a:pt x="947" y="132"/>
                    </a:lnTo>
                    <a:lnTo>
                      <a:pt x="989" y="169"/>
                    </a:lnTo>
                    <a:lnTo>
                      <a:pt x="1026" y="211"/>
                    </a:lnTo>
                    <a:lnTo>
                      <a:pt x="1060" y="255"/>
                    </a:lnTo>
                    <a:lnTo>
                      <a:pt x="1088" y="303"/>
                    </a:lnTo>
                    <a:lnTo>
                      <a:pt x="1113" y="353"/>
                    </a:lnTo>
                    <a:lnTo>
                      <a:pt x="1132" y="406"/>
                    </a:lnTo>
                    <a:lnTo>
                      <a:pt x="1146" y="461"/>
                    </a:lnTo>
                    <a:lnTo>
                      <a:pt x="1155" y="518"/>
                    </a:lnTo>
                    <a:lnTo>
                      <a:pt x="1158" y="578"/>
                    </a:lnTo>
                    <a:lnTo>
                      <a:pt x="1155" y="637"/>
                    </a:lnTo>
                    <a:lnTo>
                      <a:pt x="1146" y="694"/>
                    </a:lnTo>
                    <a:lnTo>
                      <a:pt x="1132" y="750"/>
                    </a:lnTo>
                    <a:lnTo>
                      <a:pt x="1113" y="803"/>
                    </a:lnTo>
                    <a:lnTo>
                      <a:pt x="1088" y="853"/>
                    </a:lnTo>
                    <a:lnTo>
                      <a:pt x="1058" y="900"/>
                    </a:lnTo>
                    <a:lnTo>
                      <a:pt x="1026" y="946"/>
                    </a:lnTo>
                    <a:lnTo>
                      <a:pt x="989" y="986"/>
                    </a:lnTo>
                    <a:lnTo>
                      <a:pt x="947" y="1024"/>
                    </a:lnTo>
                    <a:lnTo>
                      <a:pt x="903" y="1057"/>
                    </a:lnTo>
                    <a:lnTo>
                      <a:pt x="855" y="1085"/>
                    </a:lnTo>
                    <a:lnTo>
                      <a:pt x="804" y="1110"/>
                    </a:lnTo>
                    <a:lnTo>
                      <a:pt x="751" y="1130"/>
                    </a:lnTo>
                    <a:lnTo>
                      <a:pt x="696" y="1144"/>
                    </a:lnTo>
                    <a:lnTo>
                      <a:pt x="639" y="1152"/>
                    </a:lnTo>
                    <a:lnTo>
                      <a:pt x="579" y="1155"/>
                    </a:lnTo>
                    <a:lnTo>
                      <a:pt x="520" y="1152"/>
                    </a:lnTo>
                    <a:lnTo>
                      <a:pt x="463" y="1144"/>
                    </a:lnTo>
                    <a:lnTo>
                      <a:pt x="406" y="1130"/>
                    </a:lnTo>
                    <a:lnTo>
                      <a:pt x="353" y="1110"/>
                    </a:lnTo>
                    <a:lnTo>
                      <a:pt x="304" y="1085"/>
                    </a:lnTo>
                    <a:lnTo>
                      <a:pt x="256" y="1057"/>
                    </a:lnTo>
                    <a:lnTo>
                      <a:pt x="210" y="1023"/>
                    </a:lnTo>
                    <a:lnTo>
                      <a:pt x="170" y="986"/>
                    </a:lnTo>
                    <a:lnTo>
                      <a:pt x="132" y="945"/>
                    </a:lnTo>
                    <a:lnTo>
                      <a:pt x="99" y="900"/>
                    </a:lnTo>
                    <a:lnTo>
                      <a:pt x="70" y="853"/>
                    </a:lnTo>
                    <a:lnTo>
                      <a:pt x="46" y="802"/>
                    </a:lnTo>
                    <a:lnTo>
                      <a:pt x="26" y="749"/>
                    </a:lnTo>
                    <a:lnTo>
                      <a:pt x="12" y="694"/>
                    </a:lnTo>
                    <a:lnTo>
                      <a:pt x="3" y="637"/>
                    </a:lnTo>
                    <a:lnTo>
                      <a:pt x="0" y="578"/>
                    </a:lnTo>
                    <a:lnTo>
                      <a:pt x="3" y="518"/>
                    </a:lnTo>
                    <a:lnTo>
                      <a:pt x="12" y="461"/>
                    </a:lnTo>
                    <a:lnTo>
                      <a:pt x="26" y="406"/>
                    </a:lnTo>
                    <a:lnTo>
                      <a:pt x="46" y="353"/>
                    </a:lnTo>
                    <a:lnTo>
                      <a:pt x="70" y="303"/>
                    </a:lnTo>
                    <a:lnTo>
                      <a:pt x="99" y="255"/>
                    </a:lnTo>
                    <a:lnTo>
                      <a:pt x="133" y="211"/>
                    </a:lnTo>
                    <a:lnTo>
                      <a:pt x="170" y="169"/>
                    </a:lnTo>
                    <a:lnTo>
                      <a:pt x="211" y="132"/>
                    </a:lnTo>
                    <a:lnTo>
                      <a:pt x="256" y="98"/>
                    </a:lnTo>
                    <a:lnTo>
                      <a:pt x="304" y="70"/>
                    </a:lnTo>
                    <a:lnTo>
                      <a:pt x="354" y="46"/>
                    </a:lnTo>
                    <a:lnTo>
                      <a:pt x="407" y="27"/>
                    </a:lnTo>
                    <a:lnTo>
                      <a:pt x="463" y="12"/>
                    </a:lnTo>
                    <a:lnTo>
                      <a:pt x="520" y="3"/>
                    </a:lnTo>
                    <a:lnTo>
                      <a:pt x="579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  <p:sp>
            <p:nvSpPr>
              <p:cNvPr id="18" name="Freeform 281">
                <a:extLst>
                  <a:ext uri="{FF2B5EF4-FFF2-40B4-BE49-F238E27FC236}">
                    <a16:creationId xmlns:a16="http://schemas.microsoft.com/office/drawing/2014/main" id="{95C0C5E7-0912-0CE0-72B6-18A2C54B77D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1123613" y="4235450"/>
                <a:ext cx="128587" cy="127000"/>
              </a:xfrm>
              <a:custGeom>
                <a:avLst/>
                <a:gdLst>
                  <a:gd name="T0" fmla="*/ 364 w 807"/>
                  <a:gd name="T1" fmla="*/ 143 h 806"/>
                  <a:gd name="T2" fmla="*/ 293 w 807"/>
                  <a:gd name="T3" fmla="*/ 164 h 806"/>
                  <a:gd name="T4" fmla="*/ 230 w 807"/>
                  <a:gd name="T5" fmla="*/ 205 h 806"/>
                  <a:gd name="T6" fmla="*/ 182 w 807"/>
                  <a:gd name="T7" fmla="*/ 260 h 806"/>
                  <a:gd name="T8" fmla="*/ 152 w 807"/>
                  <a:gd name="T9" fmla="*/ 327 h 806"/>
                  <a:gd name="T10" fmla="*/ 140 w 807"/>
                  <a:gd name="T11" fmla="*/ 402 h 806"/>
                  <a:gd name="T12" fmla="*/ 152 w 807"/>
                  <a:gd name="T13" fmla="*/ 479 h 806"/>
                  <a:gd name="T14" fmla="*/ 182 w 807"/>
                  <a:gd name="T15" fmla="*/ 545 h 806"/>
                  <a:gd name="T16" fmla="*/ 230 w 807"/>
                  <a:gd name="T17" fmla="*/ 600 h 806"/>
                  <a:gd name="T18" fmla="*/ 293 w 807"/>
                  <a:gd name="T19" fmla="*/ 640 h 806"/>
                  <a:gd name="T20" fmla="*/ 364 w 807"/>
                  <a:gd name="T21" fmla="*/ 663 h 806"/>
                  <a:gd name="T22" fmla="*/ 442 w 807"/>
                  <a:gd name="T23" fmla="*/ 663 h 806"/>
                  <a:gd name="T24" fmla="*/ 513 w 807"/>
                  <a:gd name="T25" fmla="*/ 640 h 806"/>
                  <a:gd name="T26" fmla="*/ 576 w 807"/>
                  <a:gd name="T27" fmla="*/ 600 h 806"/>
                  <a:gd name="T28" fmla="*/ 623 w 807"/>
                  <a:gd name="T29" fmla="*/ 545 h 806"/>
                  <a:gd name="T30" fmla="*/ 654 w 807"/>
                  <a:gd name="T31" fmla="*/ 479 h 806"/>
                  <a:gd name="T32" fmla="*/ 666 w 807"/>
                  <a:gd name="T33" fmla="*/ 402 h 806"/>
                  <a:gd name="T34" fmla="*/ 654 w 807"/>
                  <a:gd name="T35" fmla="*/ 327 h 806"/>
                  <a:gd name="T36" fmla="*/ 623 w 807"/>
                  <a:gd name="T37" fmla="*/ 260 h 806"/>
                  <a:gd name="T38" fmla="*/ 576 w 807"/>
                  <a:gd name="T39" fmla="*/ 205 h 806"/>
                  <a:gd name="T40" fmla="*/ 513 w 807"/>
                  <a:gd name="T41" fmla="*/ 164 h 806"/>
                  <a:gd name="T42" fmla="*/ 442 w 807"/>
                  <a:gd name="T43" fmla="*/ 143 h 806"/>
                  <a:gd name="T44" fmla="*/ 404 w 807"/>
                  <a:gd name="T45" fmla="*/ 0 h 806"/>
                  <a:gd name="T46" fmla="*/ 502 w 807"/>
                  <a:gd name="T47" fmla="*/ 12 h 806"/>
                  <a:gd name="T48" fmla="*/ 593 w 807"/>
                  <a:gd name="T49" fmla="*/ 47 h 806"/>
                  <a:gd name="T50" fmla="*/ 671 w 807"/>
                  <a:gd name="T51" fmla="*/ 102 h 806"/>
                  <a:gd name="T52" fmla="*/ 735 w 807"/>
                  <a:gd name="T53" fmla="*/ 173 h 806"/>
                  <a:gd name="T54" fmla="*/ 780 w 807"/>
                  <a:gd name="T55" fmla="*/ 258 h 806"/>
                  <a:gd name="T56" fmla="*/ 804 w 807"/>
                  <a:gd name="T57" fmla="*/ 353 h 806"/>
                  <a:gd name="T58" fmla="*/ 804 w 807"/>
                  <a:gd name="T59" fmla="*/ 453 h 806"/>
                  <a:gd name="T60" fmla="*/ 780 w 807"/>
                  <a:gd name="T61" fmla="*/ 548 h 806"/>
                  <a:gd name="T62" fmla="*/ 735 w 807"/>
                  <a:gd name="T63" fmla="*/ 633 h 806"/>
                  <a:gd name="T64" fmla="*/ 671 w 807"/>
                  <a:gd name="T65" fmla="*/ 704 h 806"/>
                  <a:gd name="T66" fmla="*/ 593 w 807"/>
                  <a:gd name="T67" fmla="*/ 758 h 806"/>
                  <a:gd name="T68" fmla="*/ 502 w 807"/>
                  <a:gd name="T69" fmla="*/ 793 h 806"/>
                  <a:gd name="T70" fmla="*/ 404 w 807"/>
                  <a:gd name="T71" fmla="*/ 806 h 806"/>
                  <a:gd name="T72" fmla="*/ 304 w 807"/>
                  <a:gd name="T73" fmla="*/ 793 h 806"/>
                  <a:gd name="T74" fmla="*/ 214 w 807"/>
                  <a:gd name="T75" fmla="*/ 758 h 806"/>
                  <a:gd name="T76" fmla="*/ 136 w 807"/>
                  <a:gd name="T77" fmla="*/ 704 h 806"/>
                  <a:gd name="T78" fmla="*/ 72 w 807"/>
                  <a:gd name="T79" fmla="*/ 633 h 806"/>
                  <a:gd name="T80" fmla="*/ 27 w 807"/>
                  <a:gd name="T81" fmla="*/ 548 h 806"/>
                  <a:gd name="T82" fmla="*/ 3 w 807"/>
                  <a:gd name="T83" fmla="*/ 453 h 806"/>
                  <a:gd name="T84" fmla="*/ 3 w 807"/>
                  <a:gd name="T85" fmla="*/ 353 h 806"/>
                  <a:gd name="T86" fmla="*/ 27 w 807"/>
                  <a:gd name="T87" fmla="*/ 258 h 806"/>
                  <a:gd name="T88" fmla="*/ 72 w 807"/>
                  <a:gd name="T89" fmla="*/ 173 h 806"/>
                  <a:gd name="T90" fmla="*/ 136 w 807"/>
                  <a:gd name="T91" fmla="*/ 102 h 806"/>
                  <a:gd name="T92" fmla="*/ 214 w 807"/>
                  <a:gd name="T93" fmla="*/ 47 h 806"/>
                  <a:gd name="T94" fmla="*/ 304 w 807"/>
                  <a:gd name="T95" fmla="*/ 12 h 806"/>
                  <a:gd name="T96" fmla="*/ 404 w 807"/>
                  <a:gd name="T97" fmla="*/ 0 h 8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807" h="806">
                    <a:moveTo>
                      <a:pt x="403" y="140"/>
                    </a:moveTo>
                    <a:lnTo>
                      <a:pt x="364" y="143"/>
                    </a:lnTo>
                    <a:lnTo>
                      <a:pt x="326" y="152"/>
                    </a:lnTo>
                    <a:lnTo>
                      <a:pt x="293" y="164"/>
                    </a:lnTo>
                    <a:lnTo>
                      <a:pt x="260" y="182"/>
                    </a:lnTo>
                    <a:lnTo>
                      <a:pt x="230" y="205"/>
                    </a:lnTo>
                    <a:lnTo>
                      <a:pt x="205" y="231"/>
                    </a:lnTo>
                    <a:lnTo>
                      <a:pt x="182" y="260"/>
                    </a:lnTo>
                    <a:lnTo>
                      <a:pt x="164" y="292"/>
                    </a:lnTo>
                    <a:lnTo>
                      <a:pt x="152" y="327"/>
                    </a:lnTo>
                    <a:lnTo>
                      <a:pt x="143" y="364"/>
                    </a:lnTo>
                    <a:lnTo>
                      <a:pt x="140" y="402"/>
                    </a:lnTo>
                    <a:lnTo>
                      <a:pt x="143" y="442"/>
                    </a:lnTo>
                    <a:lnTo>
                      <a:pt x="152" y="479"/>
                    </a:lnTo>
                    <a:lnTo>
                      <a:pt x="164" y="514"/>
                    </a:lnTo>
                    <a:lnTo>
                      <a:pt x="182" y="545"/>
                    </a:lnTo>
                    <a:lnTo>
                      <a:pt x="205" y="575"/>
                    </a:lnTo>
                    <a:lnTo>
                      <a:pt x="230" y="600"/>
                    </a:lnTo>
                    <a:lnTo>
                      <a:pt x="260" y="623"/>
                    </a:lnTo>
                    <a:lnTo>
                      <a:pt x="293" y="640"/>
                    </a:lnTo>
                    <a:lnTo>
                      <a:pt x="326" y="654"/>
                    </a:lnTo>
                    <a:lnTo>
                      <a:pt x="364" y="663"/>
                    </a:lnTo>
                    <a:lnTo>
                      <a:pt x="403" y="665"/>
                    </a:lnTo>
                    <a:lnTo>
                      <a:pt x="442" y="663"/>
                    </a:lnTo>
                    <a:lnTo>
                      <a:pt x="478" y="654"/>
                    </a:lnTo>
                    <a:lnTo>
                      <a:pt x="513" y="640"/>
                    </a:lnTo>
                    <a:lnTo>
                      <a:pt x="546" y="623"/>
                    </a:lnTo>
                    <a:lnTo>
                      <a:pt x="576" y="600"/>
                    </a:lnTo>
                    <a:lnTo>
                      <a:pt x="601" y="575"/>
                    </a:lnTo>
                    <a:lnTo>
                      <a:pt x="623" y="545"/>
                    </a:lnTo>
                    <a:lnTo>
                      <a:pt x="641" y="514"/>
                    </a:lnTo>
                    <a:lnTo>
                      <a:pt x="654" y="479"/>
                    </a:lnTo>
                    <a:lnTo>
                      <a:pt x="663" y="442"/>
                    </a:lnTo>
                    <a:lnTo>
                      <a:pt x="666" y="402"/>
                    </a:lnTo>
                    <a:lnTo>
                      <a:pt x="663" y="364"/>
                    </a:lnTo>
                    <a:lnTo>
                      <a:pt x="654" y="327"/>
                    </a:lnTo>
                    <a:lnTo>
                      <a:pt x="641" y="292"/>
                    </a:lnTo>
                    <a:lnTo>
                      <a:pt x="623" y="260"/>
                    </a:lnTo>
                    <a:lnTo>
                      <a:pt x="601" y="231"/>
                    </a:lnTo>
                    <a:lnTo>
                      <a:pt x="576" y="205"/>
                    </a:lnTo>
                    <a:lnTo>
                      <a:pt x="546" y="182"/>
                    </a:lnTo>
                    <a:lnTo>
                      <a:pt x="513" y="164"/>
                    </a:lnTo>
                    <a:lnTo>
                      <a:pt x="478" y="152"/>
                    </a:lnTo>
                    <a:lnTo>
                      <a:pt x="442" y="143"/>
                    </a:lnTo>
                    <a:lnTo>
                      <a:pt x="403" y="140"/>
                    </a:lnTo>
                    <a:close/>
                    <a:moveTo>
                      <a:pt x="404" y="0"/>
                    </a:moveTo>
                    <a:lnTo>
                      <a:pt x="454" y="4"/>
                    </a:lnTo>
                    <a:lnTo>
                      <a:pt x="502" y="12"/>
                    </a:lnTo>
                    <a:lnTo>
                      <a:pt x="549" y="27"/>
                    </a:lnTo>
                    <a:lnTo>
                      <a:pt x="593" y="47"/>
                    </a:lnTo>
                    <a:lnTo>
                      <a:pt x="634" y="72"/>
                    </a:lnTo>
                    <a:lnTo>
                      <a:pt x="671" y="102"/>
                    </a:lnTo>
                    <a:lnTo>
                      <a:pt x="705" y="136"/>
                    </a:lnTo>
                    <a:lnTo>
                      <a:pt x="735" y="173"/>
                    </a:lnTo>
                    <a:lnTo>
                      <a:pt x="760" y="214"/>
                    </a:lnTo>
                    <a:lnTo>
                      <a:pt x="780" y="258"/>
                    </a:lnTo>
                    <a:lnTo>
                      <a:pt x="795" y="304"/>
                    </a:lnTo>
                    <a:lnTo>
                      <a:pt x="804" y="353"/>
                    </a:lnTo>
                    <a:lnTo>
                      <a:pt x="807" y="402"/>
                    </a:lnTo>
                    <a:lnTo>
                      <a:pt x="804" y="453"/>
                    </a:lnTo>
                    <a:lnTo>
                      <a:pt x="795" y="502"/>
                    </a:lnTo>
                    <a:lnTo>
                      <a:pt x="780" y="548"/>
                    </a:lnTo>
                    <a:lnTo>
                      <a:pt x="760" y="592"/>
                    </a:lnTo>
                    <a:lnTo>
                      <a:pt x="735" y="633"/>
                    </a:lnTo>
                    <a:lnTo>
                      <a:pt x="705" y="670"/>
                    </a:lnTo>
                    <a:lnTo>
                      <a:pt x="671" y="704"/>
                    </a:lnTo>
                    <a:lnTo>
                      <a:pt x="634" y="734"/>
                    </a:lnTo>
                    <a:lnTo>
                      <a:pt x="593" y="758"/>
                    </a:lnTo>
                    <a:lnTo>
                      <a:pt x="549" y="778"/>
                    </a:lnTo>
                    <a:lnTo>
                      <a:pt x="502" y="793"/>
                    </a:lnTo>
                    <a:lnTo>
                      <a:pt x="454" y="802"/>
                    </a:lnTo>
                    <a:lnTo>
                      <a:pt x="404" y="806"/>
                    </a:lnTo>
                    <a:lnTo>
                      <a:pt x="353" y="802"/>
                    </a:lnTo>
                    <a:lnTo>
                      <a:pt x="304" y="793"/>
                    </a:lnTo>
                    <a:lnTo>
                      <a:pt x="258" y="778"/>
                    </a:lnTo>
                    <a:lnTo>
                      <a:pt x="214" y="758"/>
                    </a:lnTo>
                    <a:lnTo>
                      <a:pt x="173" y="734"/>
                    </a:lnTo>
                    <a:lnTo>
                      <a:pt x="136" y="704"/>
                    </a:lnTo>
                    <a:lnTo>
                      <a:pt x="102" y="670"/>
                    </a:lnTo>
                    <a:lnTo>
                      <a:pt x="72" y="633"/>
                    </a:lnTo>
                    <a:lnTo>
                      <a:pt x="48" y="592"/>
                    </a:lnTo>
                    <a:lnTo>
                      <a:pt x="27" y="548"/>
                    </a:lnTo>
                    <a:lnTo>
                      <a:pt x="13" y="502"/>
                    </a:lnTo>
                    <a:lnTo>
                      <a:pt x="3" y="453"/>
                    </a:lnTo>
                    <a:lnTo>
                      <a:pt x="0" y="402"/>
                    </a:lnTo>
                    <a:lnTo>
                      <a:pt x="3" y="353"/>
                    </a:lnTo>
                    <a:lnTo>
                      <a:pt x="13" y="304"/>
                    </a:lnTo>
                    <a:lnTo>
                      <a:pt x="27" y="258"/>
                    </a:lnTo>
                    <a:lnTo>
                      <a:pt x="48" y="214"/>
                    </a:lnTo>
                    <a:lnTo>
                      <a:pt x="72" y="173"/>
                    </a:lnTo>
                    <a:lnTo>
                      <a:pt x="102" y="136"/>
                    </a:lnTo>
                    <a:lnTo>
                      <a:pt x="136" y="102"/>
                    </a:lnTo>
                    <a:lnTo>
                      <a:pt x="173" y="72"/>
                    </a:lnTo>
                    <a:lnTo>
                      <a:pt x="214" y="47"/>
                    </a:lnTo>
                    <a:lnTo>
                      <a:pt x="258" y="27"/>
                    </a:lnTo>
                    <a:lnTo>
                      <a:pt x="304" y="12"/>
                    </a:lnTo>
                    <a:lnTo>
                      <a:pt x="353" y="4"/>
                    </a:lnTo>
                    <a:lnTo>
                      <a:pt x="40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13" name="Group 28">
              <a:extLst>
                <a:ext uri="{FF2B5EF4-FFF2-40B4-BE49-F238E27FC236}">
                  <a16:creationId xmlns:a16="http://schemas.microsoft.com/office/drawing/2014/main" id="{9C7AA0DE-BD67-2E20-233D-8B8C3BABC739}"/>
                </a:ext>
              </a:extLst>
            </p:cNvPr>
            <p:cNvGrpSpPr/>
            <p:nvPr/>
          </p:nvGrpSpPr>
          <p:grpSpPr>
            <a:xfrm>
              <a:off x="7198275" y="4349192"/>
              <a:ext cx="583842" cy="545473"/>
              <a:chOff x="3521075" y="5022850"/>
              <a:chExt cx="555625" cy="519113"/>
            </a:xfrm>
            <a:solidFill>
              <a:schemeClr val="bg1"/>
            </a:solidFill>
          </p:grpSpPr>
          <p:sp>
            <p:nvSpPr>
              <p:cNvPr id="14" name="Freeform 454">
                <a:extLst>
                  <a:ext uri="{FF2B5EF4-FFF2-40B4-BE49-F238E27FC236}">
                    <a16:creationId xmlns:a16="http://schemas.microsoft.com/office/drawing/2014/main" id="{913CD3BF-E961-07A0-8072-FEEB02E4DA8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521075" y="5022850"/>
                <a:ext cx="498475" cy="481013"/>
              </a:xfrm>
              <a:custGeom>
                <a:avLst/>
                <a:gdLst>
                  <a:gd name="T0" fmla="*/ 151 w 3145"/>
                  <a:gd name="T1" fmla="*/ 1322 h 3028"/>
                  <a:gd name="T2" fmla="*/ 143 w 3145"/>
                  <a:gd name="T3" fmla="*/ 2772 h 3028"/>
                  <a:gd name="T4" fmla="*/ 189 w 3145"/>
                  <a:gd name="T5" fmla="*/ 2805 h 3028"/>
                  <a:gd name="T6" fmla="*/ 660 w 3145"/>
                  <a:gd name="T7" fmla="*/ 2786 h 3028"/>
                  <a:gd name="T8" fmla="*/ 667 w 3145"/>
                  <a:gd name="T9" fmla="*/ 1335 h 3028"/>
                  <a:gd name="T10" fmla="*/ 623 w 3145"/>
                  <a:gd name="T11" fmla="*/ 1302 h 3028"/>
                  <a:gd name="T12" fmla="*/ 1662 w 3145"/>
                  <a:gd name="T13" fmla="*/ 6 h 3028"/>
                  <a:gd name="T14" fmla="*/ 1812 w 3145"/>
                  <a:gd name="T15" fmla="*/ 57 h 3028"/>
                  <a:gd name="T16" fmla="*/ 1937 w 3145"/>
                  <a:gd name="T17" fmla="*/ 174 h 3028"/>
                  <a:gd name="T18" fmla="*/ 2008 w 3145"/>
                  <a:gd name="T19" fmla="*/ 348 h 3028"/>
                  <a:gd name="T20" fmla="*/ 2024 w 3145"/>
                  <a:gd name="T21" fmla="*/ 1013 h 3028"/>
                  <a:gd name="T22" fmla="*/ 2870 w 3145"/>
                  <a:gd name="T23" fmla="*/ 1043 h 3028"/>
                  <a:gd name="T24" fmla="*/ 3036 w 3145"/>
                  <a:gd name="T25" fmla="*/ 1158 h 3028"/>
                  <a:gd name="T26" fmla="*/ 3132 w 3145"/>
                  <a:gd name="T27" fmla="*/ 1338 h 3028"/>
                  <a:gd name="T28" fmla="*/ 3145 w 3145"/>
                  <a:gd name="T29" fmla="*/ 1463 h 3028"/>
                  <a:gd name="T30" fmla="*/ 3116 w 3145"/>
                  <a:gd name="T31" fmla="*/ 1576 h 3028"/>
                  <a:gd name="T32" fmla="*/ 3058 w 3145"/>
                  <a:gd name="T33" fmla="*/ 1599 h 3028"/>
                  <a:gd name="T34" fmla="*/ 3006 w 3145"/>
                  <a:gd name="T35" fmla="*/ 1570 h 3028"/>
                  <a:gd name="T36" fmla="*/ 3004 w 3145"/>
                  <a:gd name="T37" fmla="*/ 1453 h 3028"/>
                  <a:gd name="T38" fmla="*/ 2977 w 3145"/>
                  <a:gd name="T39" fmla="*/ 1322 h 3028"/>
                  <a:gd name="T40" fmla="*/ 2872 w 3145"/>
                  <a:gd name="T41" fmla="*/ 1202 h 3028"/>
                  <a:gd name="T42" fmla="*/ 2714 w 3145"/>
                  <a:gd name="T43" fmla="*/ 1155 h 3028"/>
                  <a:gd name="T44" fmla="*/ 1904 w 3145"/>
                  <a:gd name="T45" fmla="*/ 1134 h 3028"/>
                  <a:gd name="T46" fmla="*/ 1884 w 3145"/>
                  <a:gd name="T47" fmla="*/ 517 h 3028"/>
                  <a:gd name="T48" fmla="*/ 1853 w 3145"/>
                  <a:gd name="T49" fmla="*/ 318 h 3028"/>
                  <a:gd name="T50" fmla="*/ 1764 w 3145"/>
                  <a:gd name="T51" fmla="*/ 193 h 3028"/>
                  <a:gd name="T52" fmla="*/ 1635 w 3145"/>
                  <a:gd name="T53" fmla="*/ 144 h 3028"/>
                  <a:gd name="T54" fmla="*/ 1511 w 3145"/>
                  <a:gd name="T55" fmla="*/ 145 h 3028"/>
                  <a:gd name="T56" fmla="*/ 1477 w 3145"/>
                  <a:gd name="T57" fmla="*/ 754 h 3028"/>
                  <a:gd name="T58" fmla="*/ 1404 w 3145"/>
                  <a:gd name="T59" fmla="*/ 948 h 3028"/>
                  <a:gd name="T60" fmla="*/ 1283 w 3145"/>
                  <a:gd name="T61" fmla="*/ 1104 h 3028"/>
                  <a:gd name="T62" fmla="*/ 1135 w 3145"/>
                  <a:gd name="T63" fmla="*/ 1226 h 3028"/>
                  <a:gd name="T64" fmla="*/ 986 w 3145"/>
                  <a:gd name="T65" fmla="*/ 1315 h 3028"/>
                  <a:gd name="T66" fmla="*/ 858 w 3145"/>
                  <a:gd name="T67" fmla="*/ 1373 h 3028"/>
                  <a:gd name="T68" fmla="*/ 814 w 3145"/>
                  <a:gd name="T69" fmla="*/ 2640 h 3028"/>
                  <a:gd name="T70" fmla="*/ 882 w 3145"/>
                  <a:gd name="T71" fmla="*/ 2788 h 3028"/>
                  <a:gd name="T72" fmla="*/ 1017 w 3145"/>
                  <a:gd name="T73" fmla="*/ 2875 h 3028"/>
                  <a:gd name="T74" fmla="*/ 1982 w 3145"/>
                  <a:gd name="T75" fmla="*/ 2889 h 3028"/>
                  <a:gd name="T76" fmla="*/ 2032 w 3145"/>
                  <a:gd name="T77" fmla="*/ 2939 h 3028"/>
                  <a:gd name="T78" fmla="*/ 2014 w 3145"/>
                  <a:gd name="T79" fmla="*/ 3007 h 3028"/>
                  <a:gd name="T80" fmla="*/ 1101 w 3145"/>
                  <a:gd name="T81" fmla="*/ 3028 h 3028"/>
                  <a:gd name="T82" fmla="*/ 916 w 3145"/>
                  <a:gd name="T83" fmla="*/ 2986 h 3028"/>
                  <a:gd name="T84" fmla="*/ 770 w 3145"/>
                  <a:gd name="T85" fmla="*/ 2874 h 3028"/>
                  <a:gd name="T86" fmla="*/ 680 w 3145"/>
                  <a:gd name="T87" fmla="*/ 2936 h 3028"/>
                  <a:gd name="T88" fmla="*/ 155 w 3145"/>
                  <a:gd name="T89" fmla="*/ 2942 h 3028"/>
                  <a:gd name="T90" fmla="*/ 44 w 3145"/>
                  <a:gd name="T91" fmla="*/ 2879 h 3028"/>
                  <a:gd name="T92" fmla="*/ 0 w 3145"/>
                  <a:gd name="T93" fmla="*/ 2757 h 3028"/>
                  <a:gd name="T94" fmla="*/ 25 w 3145"/>
                  <a:gd name="T95" fmla="*/ 1255 h 3028"/>
                  <a:gd name="T96" fmla="*/ 123 w 3145"/>
                  <a:gd name="T97" fmla="*/ 1174 h 3028"/>
                  <a:gd name="T98" fmla="*/ 656 w 3145"/>
                  <a:gd name="T99" fmla="*/ 1165 h 3028"/>
                  <a:gd name="T100" fmla="*/ 764 w 3145"/>
                  <a:gd name="T101" fmla="*/ 1226 h 3028"/>
                  <a:gd name="T102" fmla="*/ 864 w 3145"/>
                  <a:gd name="T103" fmla="*/ 1217 h 3028"/>
                  <a:gd name="T104" fmla="*/ 998 w 3145"/>
                  <a:gd name="T105" fmla="*/ 1146 h 3028"/>
                  <a:gd name="T106" fmla="*/ 1140 w 3145"/>
                  <a:gd name="T107" fmla="*/ 1043 h 3028"/>
                  <a:gd name="T108" fmla="*/ 1261 w 3145"/>
                  <a:gd name="T109" fmla="*/ 907 h 3028"/>
                  <a:gd name="T110" fmla="*/ 1336 w 3145"/>
                  <a:gd name="T111" fmla="*/ 739 h 3028"/>
                  <a:gd name="T112" fmla="*/ 1348 w 3145"/>
                  <a:gd name="T113" fmla="*/ 74 h 3028"/>
                  <a:gd name="T114" fmla="*/ 1395 w 3145"/>
                  <a:gd name="T115" fmla="*/ 26 h 3028"/>
                  <a:gd name="T116" fmla="*/ 1444 w 3145"/>
                  <a:gd name="T117" fmla="*/ 14 h 3028"/>
                  <a:gd name="T118" fmla="*/ 1555 w 3145"/>
                  <a:gd name="T119" fmla="*/ 0 h 30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</a:cxnLst>
                <a:rect l="0" t="0" r="r" b="b"/>
                <a:pathLst>
                  <a:path w="3145" h="3028">
                    <a:moveTo>
                      <a:pt x="189" y="1302"/>
                    </a:moveTo>
                    <a:lnTo>
                      <a:pt x="174" y="1304"/>
                    </a:lnTo>
                    <a:lnTo>
                      <a:pt x="160" y="1312"/>
                    </a:lnTo>
                    <a:lnTo>
                      <a:pt x="151" y="1322"/>
                    </a:lnTo>
                    <a:lnTo>
                      <a:pt x="143" y="1335"/>
                    </a:lnTo>
                    <a:lnTo>
                      <a:pt x="141" y="1350"/>
                    </a:lnTo>
                    <a:lnTo>
                      <a:pt x="141" y="2757"/>
                    </a:lnTo>
                    <a:lnTo>
                      <a:pt x="143" y="2772"/>
                    </a:lnTo>
                    <a:lnTo>
                      <a:pt x="151" y="2786"/>
                    </a:lnTo>
                    <a:lnTo>
                      <a:pt x="160" y="2795"/>
                    </a:lnTo>
                    <a:lnTo>
                      <a:pt x="174" y="2803"/>
                    </a:lnTo>
                    <a:lnTo>
                      <a:pt x="189" y="2805"/>
                    </a:lnTo>
                    <a:lnTo>
                      <a:pt x="622" y="2805"/>
                    </a:lnTo>
                    <a:lnTo>
                      <a:pt x="636" y="2803"/>
                    </a:lnTo>
                    <a:lnTo>
                      <a:pt x="650" y="2795"/>
                    </a:lnTo>
                    <a:lnTo>
                      <a:pt x="660" y="2786"/>
                    </a:lnTo>
                    <a:lnTo>
                      <a:pt x="667" y="2772"/>
                    </a:lnTo>
                    <a:lnTo>
                      <a:pt x="669" y="2757"/>
                    </a:lnTo>
                    <a:lnTo>
                      <a:pt x="669" y="1350"/>
                    </a:lnTo>
                    <a:lnTo>
                      <a:pt x="667" y="1335"/>
                    </a:lnTo>
                    <a:lnTo>
                      <a:pt x="660" y="1322"/>
                    </a:lnTo>
                    <a:lnTo>
                      <a:pt x="650" y="1312"/>
                    </a:lnTo>
                    <a:lnTo>
                      <a:pt x="638" y="1304"/>
                    </a:lnTo>
                    <a:lnTo>
                      <a:pt x="623" y="1302"/>
                    </a:lnTo>
                    <a:lnTo>
                      <a:pt x="189" y="1302"/>
                    </a:lnTo>
                    <a:close/>
                    <a:moveTo>
                      <a:pt x="1589" y="0"/>
                    </a:moveTo>
                    <a:lnTo>
                      <a:pt x="1625" y="2"/>
                    </a:lnTo>
                    <a:lnTo>
                      <a:pt x="1662" y="6"/>
                    </a:lnTo>
                    <a:lnTo>
                      <a:pt x="1700" y="14"/>
                    </a:lnTo>
                    <a:lnTo>
                      <a:pt x="1738" y="24"/>
                    </a:lnTo>
                    <a:lnTo>
                      <a:pt x="1775" y="38"/>
                    </a:lnTo>
                    <a:lnTo>
                      <a:pt x="1812" y="57"/>
                    </a:lnTo>
                    <a:lnTo>
                      <a:pt x="1847" y="81"/>
                    </a:lnTo>
                    <a:lnTo>
                      <a:pt x="1881" y="108"/>
                    </a:lnTo>
                    <a:lnTo>
                      <a:pt x="1911" y="139"/>
                    </a:lnTo>
                    <a:lnTo>
                      <a:pt x="1937" y="174"/>
                    </a:lnTo>
                    <a:lnTo>
                      <a:pt x="1961" y="212"/>
                    </a:lnTo>
                    <a:lnTo>
                      <a:pt x="1980" y="254"/>
                    </a:lnTo>
                    <a:lnTo>
                      <a:pt x="1996" y="300"/>
                    </a:lnTo>
                    <a:lnTo>
                      <a:pt x="2008" y="348"/>
                    </a:lnTo>
                    <a:lnTo>
                      <a:pt x="2018" y="401"/>
                    </a:lnTo>
                    <a:lnTo>
                      <a:pt x="2023" y="457"/>
                    </a:lnTo>
                    <a:lnTo>
                      <a:pt x="2024" y="517"/>
                    </a:lnTo>
                    <a:lnTo>
                      <a:pt x="2024" y="1013"/>
                    </a:lnTo>
                    <a:lnTo>
                      <a:pt x="2714" y="1013"/>
                    </a:lnTo>
                    <a:lnTo>
                      <a:pt x="2768" y="1018"/>
                    </a:lnTo>
                    <a:lnTo>
                      <a:pt x="2820" y="1027"/>
                    </a:lnTo>
                    <a:lnTo>
                      <a:pt x="2870" y="1043"/>
                    </a:lnTo>
                    <a:lnTo>
                      <a:pt x="2916" y="1064"/>
                    </a:lnTo>
                    <a:lnTo>
                      <a:pt x="2960" y="1091"/>
                    </a:lnTo>
                    <a:lnTo>
                      <a:pt x="3000" y="1122"/>
                    </a:lnTo>
                    <a:lnTo>
                      <a:pt x="3036" y="1158"/>
                    </a:lnTo>
                    <a:lnTo>
                      <a:pt x="3067" y="1199"/>
                    </a:lnTo>
                    <a:lnTo>
                      <a:pt x="3095" y="1242"/>
                    </a:lnTo>
                    <a:lnTo>
                      <a:pt x="3116" y="1289"/>
                    </a:lnTo>
                    <a:lnTo>
                      <a:pt x="3132" y="1338"/>
                    </a:lnTo>
                    <a:lnTo>
                      <a:pt x="3141" y="1390"/>
                    </a:lnTo>
                    <a:lnTo>
                      <a:pt x="3145" y="1444"/>
                    </a:lnTo>
                    <a:lnTo>
                      <a:pt x="3145" y="1458"/>
                    </a:lnTo>
                    <a:lnTo>
                      <a:pt x="3145" y="1463"/>
                    </a:lnTo>
                    <a:lnTo>
                      <a:pt x="3145" y="1470"/>
                    </a:lnTo>
                    <a:lnTo>
                      <a:pt x="3133" y="1541"/>
                    </a:lnTo>
                    <a:lnTo>
                      <a:pt x="3126" y="1560"/>
                    </a:lnTo>
                    <a:lnTo>
                      <a:pt x="3116" y="1576"/>
                    </a:lnTo>
                    <a:lnTo>
                      <a:pt x="3101" y="1588"/>
                    </a:lnTo>
                    <a:lnTo>
                      <a:pt x="3083" y="1596"/>
                    </a:lnTo>
                    <a:lnTo>
                      <a:pt x="3063" y="1599"/>
                    </a:lnTo>
                    <a:lnTo>
                      <a:pt x="3058" y="1599"/>
                    </a:lnTo>
                    <a:lnTo>
                      <a:pt x="3052" y="1598"/>
                    </a:lnTo>
                    <a:lnTo>
                      <a:pt x="3033" y="1594"/>
                    </a:lnTo>
                    <a:lnTo>
                      <a:pt x="3018" y="1584"/>
                    </a:lnTo>
                    <a:lnTo>
                      <a:pt x="3006" y="1570"/>
                    </a:lnTo>
                    <a:lnTo>
                      <a:pt x="2997" y="1554"/>
                    </a:lnTo>
                    <a:lnTo>
                      <a:pt x="2993" y="1537"/>
                    </a:lnTo>
                    <a:lnTo>
                      <a:pt x="2994" y="1518"/>
                    </a:lnTo>
                    <a:lnTo>
                      <a:pt x="3004" y="1453"/>
                    </a:lnTo>
                    <a:lnTo>
                      <a:pt x="3004" y="1445"/>
                    </a:lnTo>
                    <a:lnTo>
                      <a:pt x="3001" y="1402"/>
                    </a:lnTo>
                    <a:lnTo>
                      <a:pt x="2992" y="1362"/>
                    </a:lnTo>
                    <a:lnTo>
                      <a:pt x="2977" y="1322"/>
                    </a:lnTo>
                    <a:lnTo>
                      <a:pt x="2957" y="1286"/>
                    </a:lnTo>
                    <a:lnTo>
                      <a:pt x="2932" y="1255"/>
                    </a:lnTo>
                    <a:lnTo>
                      <a:pt x="2904" y="1226"/>
                    </a:lnTo>
                    <a:lnTo>
                      <a:pt x="2872" y="1202"/>
                    </a:lnTo>
                    <a:lnTo>
                      <a:pt x="2836" y="1182"/>
                    </a:lnTo>
                    <a:lnTo>
                      <a:pt x="2798" y="1167"/>
                    </a:lnTo>
                    <a:lnTo>
                      <a:pt x="2756" y="1158"/>
                    </a:lnTo>
                    <a:lnTo>
                      <a:pt x="2714" y="1155"/>
                    </a:lnTo>
                    <a:lnTo>
                      <a:pt x="1954" y="1155"/>
                    </a:lnTo>
                    <a:lnTo>
                      <a:pt x="1935" y="1152"/>
                    </a:lnTo>
                    <a:lnTo>
                      <a:pt x="1918" y="1146"/>
                    </a:lnTo>
                    <a:lnTo>
                      <a:pt x="1904" y="1134"/>
                    </a:lnTo>
                    <a:lnTo>
                      <a:pt x="1894" y="1120"/>
                    </a:lnTo>
                    <a:lnTo>
                      <a:pt x="1886" y="1103"/>
                    </a:lnTo>
                    <a:lnTo>
                      <a:pt x="1884" y="1084"/>
                    </a:lnTo>
                    <a:lnTo>
                      <a:pt x="1884" y="517"/>
                    </a:lnTo>
                    <a:lnTo>
                      <a:pt x="1882" y="460"/>
                    </a:lnTo>
                    <a:lnTo>
                      <a:pt x="1877" y="408"/>
                    </a:lnTo>
                    <a:lnTo>
                      <a:pt x="1867" y="360"/>
                    </a:lnTo>
                    <a:lnTo>
                      <a:pt x="1853" y="318"/>
                    </a:lnTo>
                    <a:lnTo>
                      <a:pt x="1836" y="280"/>
                    </a:lnTo>
                    <a:lnTo>
                      <a:pt x="1816" y="246"/>
                    </a:lnTo>
                    <a:lnTo>
                      <a:pt x="1792" y="217"/>
                    </a:lnTo>
                    <a:lnTo>
                      <a:pt x="1764" y="193"/>
                    </a:lnTo>
                    <a:lnTo>
                      <a:pt x="1733" y="174"/>
                    </a:lnTo>
                    <a:lnTo>
                      <a:pt x="1702" y="160"/>
                    </a:lnTo>
                    <a:lnTo>
                      <a:pt x="1668" y="150"/>
                    </a:lnTo>
                    <a:lnTo>
                      <a:pt x="1635" y="144"/>
                    </a:lnTo>
                    <a:lnTo>
                      <a:pt x="1601" y="141"/>
                    </a:lnTo>
                    <a:lnTo>
                      <a:pt x="1569" y="141"/>
                    </a:lnTo>
                    <a:lnTo>
                      <a:pt x="1538" y="142"/>
                    </a:lnTo>
                    <a:lnTo>
                      <a:pt x="1511" y="145"/>
                    </a:lnTo>
                    <a:lnTo>
                      <a:pt x="1486" y="148"/>
                    </a:lnTo>
                    <a:lnTo>
                      <a:pt x="1486" y="642"/>
                    </a:lnTo>
                    <a:lnTo>
                      <a:pt x="1484" y="699"/>
                    </a:lnTo>
                    <a:lnTo>
                      <a:pt x="1477" y="754"/>
                    </a:lnTo>
                    <a:lnTo>
                      <a:pt x="1464" y="806"/>
                    </a:lnTo>
                    <a:lnTo>
                      <a:pt x="1448" y="856"/>
                    </a:lnTo>
                    <a:lnTo>
                      <a:pt x="1428" y="903"/>
                    </a:lnTo>
                    <a:lnTo>
                      <a:pt x="1404" y="948"/>
                    </a:lnTo>
                    <a:lnTo>
                      <a:pt x="1377" y="991"/>
                    </a:lnTo>
                    <a:lnTo>
                      <a:pt x="1348" y="1031"/>
                    </a:lnTo>
                    <a:lnTo>
                      <a:pt x="1317" y="1069"/>
                    </a:lnTo>
                    <a:lnTo>
                      <a:pt x="1283" y="1104"/>
                    </a:lnTo>
                    <a:lnTo>
                      <a:pt x="1247" y="1138"/>
                    </a:lnTo>
                    <a:lnTo>
                      <a:pt x="1210" y="1170"/>
                    </a:lnTo>
                    <a:lnTo>
                      <a:pt x="1173" y="1200"/>
                    </a:lnTo>
                    <a:lnTo>
                      <a:pt x="1135" y="1226"/>
                    </a:lnTo>
                    <a:lnTo>
                      <a:pt x="1097" y="1252"/>
                    </a:lnTo>
                    <a:lnTo>
                      <a:pt x="1059" y="1275"/>
                    </a:lnTo>
                    <a:lnTo>
                      <a:pt x="1022" y="1296"/>
                    </a:lnTo>
                    <a:lnTo>
                      <a:pt x="986" y="1315"/>
                    </a:lnTo>
                    <a:lnTo>
                      <a:pt x="951" y="1333"/>
                    </a:lnTo>
                    <a:lnTo>
                      <a:pt x="918" y="1348"/>
                    </a:lnTo>
                    <a:lnTo>
                      <a:pt x="887" y="1362"/>
                    </a:lnTo>
                    <a:lnTo>
                      <a:pt x="858" y="1373"/>
                    </a:lnTo>
                    <a:lnTo>
                      <a:pt x="833" y="1384"/>
                    </a:lnTo>
                    <a:lnTo>
                      <a:pt x="810" y="1391"/>
                    </a:lnTo>
                    <a:lnTo>
                      <a:pt x="810" y="2597"/>
                    </a:lnTo>
                    <a:lnTo>
                      <a:pt x="814" y="2640"/>
                    </a:lnTo>
                    <a:lnTo>
                      <a:pt x="823" y="2681"/>
                    </a:lnTo>
                    <a:lnTo>
                      <a:pt x="837" y="2719"/>
                    </a:lnTo>
                    <a:lnTo>
                      <a:pt x="857" y="2755"/>
                    </a:lnTo>
                    <a:lnTo>
                      <a:pt x="882" y="2788"/>
                    </a:lnTo>
                    <a:lnTo>
                      <a:pt x="910" y="2816"/>
                    </a:lnTo>
                    <a:lnTo>
                      <a:pt x="943" y="2841"/>
                    </a:lnTo>
                    <a:lnTo>
                      <a:pt x="979" y="2861"/>
                    </a:lnTo>
                    <a:lnTo>
                      <a:pt x="1017" y="2875"/>
                    </a:lnTo>
                    <a:lnTo>
                      <a:pt x="1059" y="2884"/>
                    </a:lnTo>
                    <a:lnTo>
                      <a:pt x="1101" y="2887"/>
                    </a:lnTo>
                    <a:lnTo>
                      <a:pt x="1964" y="2887"/>
                    </a:lnTo>
                    <a:lnTo>
                      <a:pt x="1982" y="2889"/>
                    </a:lnTo>
                    <a:lnTo>
                      <a:pt x="1999" y="2897"/>
                    </a:lnTo>
                    <a:lnTo>
                      <a:pt x="2014" y="2907"/>
                    </a:lnTo>
                    <a:lnTo>
                      <a:pt x="2024" y="2922"/>
                    </a:lnTo>
                    <a:lnTo>
                      <a:pt x="2032" y="2939"/>
                    </a:lnTo>
                    <a:lnTo>
                      <a:pt x="2034" y="2957"/>
                    </a:lnTo>
                    <a:lnTo>
                      <a:pt x="2032" y="2976"/>
                    </a:lnTo>
                    <a:lnTo>
                      <a:pt x="2024" y="2993"/>
                    </a:lnTo>
                    <a:lnTo>
                      <a:pt x="2014" y="3007"/>
                    </a:lnTo>
                    <a:lnTo>
                      <a:pt x="1999" y="3019"/>
                    </a:lnTo>
                    <a:lnTo>
                      <a:pt x="1982" y="3025"/>
                    </a:lnTo>
                    <a:lnTo>
                      <a:pt x="1964" y="3028"/>
                    </a:lnTo>
                    <a:lnTo>
                      <a:pt x="1101" y="3028"/>
                    </a:lnTo>
                    <a:lnTo>
                      <a:pt x="1052" y="3025"/>
                    </a:lnTo>
                    <a:lnTo>
                      <a:pt x="1005" y="3016"/>
                    </a:lnTo>
                    <a:lnTo>
                      <a:pt x="959" y="3004"/>
                    </a:lnTo>
                    <a:lnTo>
                      <a:pt x="916" y="2986"/>
                    </a:lnTo>
                    <a:lnTo>
                      <a:pt x="875" y="2964"/>
                    </a:lnTo>
                    <a:lnTo>
                      <a:pt x="837" y="2937"/>
                    </a:lnTo>
                    <a:lnTo>
                      <a:pt x="802" y="2906"/>
                    </a:lnTo>
                    <a:lnTo>
                      <a:pt x="770" y="2874"/>
                    </a:lnTo>
                    <a:lnTo>
                      <a:pt x="752" y="2894"/>
                    </a:lnTo>
                    <a:lnTo>
                      <a:pt x="731" y="2912"/>
                    </a:lnTo>
                    <a:lnTo>
                      <a:pt x="707" y="2925"/>
                    </a:lnTo>
                    <a:lnTo>
                      <a:pt x="680" y="2936"/>
                    </a:lnTo>
                    <a:lnTo>
                      <a:pt x="652" y="2943"/>
                    </a:lnTo>
                    <a:lnTo>
                      <a:pt x="623" y="2946"/>
                    </a:lnTo>
                    <a:lnTo>
                      <a:pt x="189" y="2946"/>
                    </a:lnTo>
                    <a:lnTo>
                      <a:pt x="155" y="2942"/>
                    </a:lnTo>
                    <a:lnTo>
                      <a:pt x="123" y="2934"/>
                    </a:lnTo>
                    <a:lnTo>
                      <a:pt x="93" y="2920"/>
                    </a:lnTo>
                    <a:lnTo>
                      <a:pt x="67" y="2901"/>
                    </a:lnTo>
                    <a:lnTo>
                      <a:pt x="44" y="2879"/>
                    </a:lnTo>
                    <a:lnTo>
                      <a:pt x="25" y="2852"/>
                    </a:lnTo>
                    <a:lnTo>
                      <a:pt x="12" y="2823"/>
                    </a:lnTo>
                    <a:lnTo>
                      <a:pt x="3" y="2791"/>
                    </a:lnTo>
                    <a:lnTo>
                      <a:pt x="0" y="2757"/>
                    </a:lnTo>
                    <a:lnTo>
                      <a:pt x="0" y="1350"/>
                    </a:lnTo>
                    <a:lnTo>
                      <a:pt x="3" y="1316"/>
                    </a:lnTo>
                    <a:lnTo>
                      <a:pt x="12" y="1284"/>
                    </a:lnTo>
                    <a:lnTo>
                      <a:pt x="25" y="1255"/>
                    </a:lnTo>
                    <a:lnTo>
                      <a:pt x="44" y="1229"/>
                    </a:lnTo>
                    <a:lnTo>
                      <a:pt x="67" y="1206"/>
                    </a:lnTo>
                    <a:lnTo>
                      <a:pt x="93" y="1188"/>
                    </a:lnTo>
                    <a:lnTo>
                      <a:pt x="123" y="1174"/>
                    </a:lnTo>
                    <a:lnTo>
                      <a:pt x="155" y="1165"/>
                    </a:lnTo>
                    <a:lnTo>
                      <a:pt x="189" y="1162"/>
                    </a:lnTo>
                    <a:lnTo>
                      <a:pt x="623" y="1162"/>
                    </a:lnTo>
                    <a:lnTo>
                      <a:pt x="656" y="1165"/>
                    </a:lnTo>
                    <a:lnTo>
                      <a:pt x="686" y="1173"/>
                    </a:lnTo>
                    <a:lnTo>
                      <a:pt x="715" y="1187"/>
                    </a:lnTo>
                    <a:lnTo>
                      <a:pt x="742" y="1204"/>
                    </a:lnTo>
                    <a:lnTo>
                      <a:pt x="764" y="1226"/>
                    </a:lnTo>
                    <a:lnTo>
                      <a:pt x="783" y="1252"/>
                    </a:lnTo>
                    <a:lnTo>
                      <a:pt x="806" y="1242"/>
                    </a:lnTo>
                    <a:lnTo>
                      <a:pt x="834" y="1230"/>
                    </a:lnTo>
                    <a:lnTo>
                      <a:pt x="864" y="1217"/>
                    </a:lnTo>
                    <a:lnTo>
                      <a:pt x="895" y="1202"/>
                    </a:lnTo>
                    <a:lnTo>
                      <a:pt x="928" y="1185"/>
                    </a:lnTo>
                    <a:lnTo>
                      <a:pt x="963" y="1166"/>
                    </a:lnTo>
                    <a:lnTo>
                      <a:pt x="998" y="1146"/>
                    </a:lnTo>
                    <a:lnTo>
                      <a:pt x="1034" y="1122"/>
                    </a:lnTo>
                    <a:lnTo>
                      <a:pt x="1070" y="1098"/>
                    </a:lnTo>
                    <a:lnTo>
                      <a:pt x="1105" y="1072"/>
                    </a:lnTo>
                    <a:lnTo>
                      <a:pt x="1140" y="1043"/>
                    </a:lnTo>
                    <a:lnTo>
                      <a:pt x="1173" y="1012"/>
                    </a:lnTo>
                    <a:lnTo>
                      <a:pt x="1205" y="979"/>
                    </a:lnTo>
                    <a:lnTo>
                      <a:pt x="1235" y="945"/>
                    </a:lnTo>
                    <a:lnTo>
                      <a:pt x="1261" y="907"/>
                    </a:lnTo>
                    <a:lnTo>
                      <a:pt x="1286" y="869"/>
                    </a:lnTo>
                    <a:lnTo>
                      <a:pt x="1306" y="828"/>
                    </a:lnTo>
                    <a:lnTo>
                      <a:pt x="1323" y="785"/>
                    </a:lnTo>
                    <a:lnTo>
                      <a:pt x="1336" y="739"/>
                    </a:lnTo>
                    <a:lnTo>
                      <a:pt x="1343" y="691"/>
                    </a:lnTo>
                    <a:lnTo>
                      <a:pt x="1345" y="642"/>
                    </a:lnTo>
                    <a:lnTo>
                      <a:pt x="1345" y="92"/>
                    </a:lnTo>
                    <a:lnTo>
                      <a:pt x="1348" y="74"/>
                    </a:lnTo>
                    <a:lnTo>
                      <a:pt x="1355" y="58"/>
                    </a:lnTo>
                    <a:lnTo>
                      <a:pt x="1365" y="45"/>
                    </a:lnTo>
                    <a:lnTo>
                      <a:pt x="1378" y="33"/>
                    </a:lnTo>
                    <a:lnTo>
                      <a:pt x="1395" y="26"/>
                    </a:lnTo>
                    <a:lnTo>
                      <a:pt x="1399" y="24"/>
                    </a:lnTo>
                    <a:lnTo>
                      <a:pt x="1410" y="21"/>
                    </a:lnTo>
                    <a:lnTo>
                      <a:pt x="1425" y="17"/>
                    </a:lnTo>
                    <a:lnTo>
                      <a:pt x="1444" y="14"/>
                    </a:lnTo>
                    <a:lnTo>
                      <a:pt x="1467" y="10"/>
                    </a:lnTo>
                    <a:lnTo>
                      <a:pt x="1494" y="5"/>
                    </a:lnTo>
                    <a:lnTo>
                      <a:pt x="1523" y="2"/>
                    </a:lnTo>
                    <a:lnTo>
                      <a:pt x="1555" y="0"/>
                    </a:lnTo>
                    <a:lnTo>
                      <a:pt x="1589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  <p:sp>
            <p:nvSpPr>
              <p:cNvPr id="15" name="Freeform 455">
                <a:extLst>
                  <a:ext uri="{FF2B5EF4-FFF2-40B4-BE49-F238E27FC236}">
                    <a16:creationId xmlns:a16="http://schemas.microsoft.com/office/drawing/2014/main" id="{D33A1FFE-5C0B-26CA-3AD3-6B0514DDF7CC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873500" y="5302250"/>
                <a:ext cx="203200" cy="239713"/>
              </a:xfrm>
              <a:custGeom>
                <a:avLst/>
                <a:gdLst>
                  <a:gd name="T0" fmla="*/ 141 w 1277"/>
                  <a:gd name="T1" fmla="*/ 1373 h 1513"/>
                  <a:gd name="T2" fmla="*/ 1137 w 1277"/>
                  <a:gd name="T3" fmla="*/ 781 h 1513"/>
                  <a:gd name="T4" fmla="*/ 638 w 1277"/>
                  <a:gd name="T5" fmla="*/ 140 h 1513"/>
                  <a:gd name="T6" fmla="*/ 554 w 1277"/>
                  <a:gd name="T7" fmla="*/ 153 h 1513"/>
                  <a:gd name="T8" fmla="*/ 481 w 1277"/>
                  <a:gd name="T9" fmla="*/ 187 h 1513"/>
                  <a:gd name="T10" fmla="*/ 420 w 1277"/>
                  <a:gd name="T11" fmla="*/ 240 h 1513"/>
                  <a:gd name="T12" fmla="*/ 376 w 1277"/>
                  <a:gd name="T13" fmla="*/ 308 h 1513"/>
                  <a:gd name="T14" fmla="*/ 352 w 1277"/>
                  <a:gd name="T15" fmla="*/ 387 h 1513"/>
                  <a:gd name="T16" fmla="*/ 349 w 1277"/>
                  <a:gd name="T17" fmla="*/ 641 h 1513"/>
                  <a:gd name="T18" fmla="*/ 928 w 1277"/>
                  <a:gd name="T19" fmla="*/ 429 h 1513"/>
                  <a:gd name="T20" fmla="*/ 915 w 1277"/>
                  <a:gd name="T21" fmla="*/ 346 h 1513"/>
                  <a:gd name="T22" fmla="*/ 881 w 1277"/>
                  <a:gd name="T23" fmla="*/ 273 h 1513"/>
                  <a:gd name="T24" fmla="*/ 828 w 1277"/>
                  <a:gd name="T25" fmla="*/ 211 h 1513"/>
                  <a:gd name="T26" fmla="*/ 760 w 1277"/>
                  <a:gd name="T27" fmla="*/ 168 h 1513"/>
                  <a:gd name="T28" fmla="*/ 681 w 1277"/>
                  <a:gd name="T29" fmla="*/ 144 h 1513"/>
                  <a:gd name="T30" fmla="*/ 638 w 1277"/>
                  <a:gd name="T31" fmla="*/ 0 h 1513"/>
                  <a:gd name="T32" fmla="*/ 744 w 1277"/>
                  <a:gd name="T33" fmla="*/ 12 h 1513"/>
                  <a:gd name="T34" fmla="*/ 841 w 1277"/>
                  <a:gd name="T35" fmla="*/ 50 h 1513"/>
                  <a:gd name="T36" fmla="*/ 924 w 1277"/>
                  <a:gd name="T37" fmla="*/ 109 h 1513"/>
                  <a:gd name="T38" fmla="*/ 992 w 1277"/>
                  <a:gd name="T39" fmla="*/ 184 h 1513"/>
                  <a:gd name="T40" fmla="*/ 1040 w 1277"/>
                  <a:gd name="T41" fmla="*/ 274 h 1513"/>
                  <a:gd name="T42" fmla="*/ 1066 w 1277"/>
                  <a:gd name="T43" fmla="*/ 375 h 1513"/>
                  <a:gd name="T44" fmla="*/ 1069 w 1277"/>
                  <a:gd name="T45" fmla="*/ 641 h 1513"/>
                  <a:gd name="T46" fmla="*/ 1226 w 1277"/>
                  <a:gd name="T47" fmla="*/ 643 h 1513"/>
                  <a:gd name="T48" fmla="*/ 1257 w 1277"/>
                  <a:gd name="T49" fmla="*/ 661 h 1513"/>
                  <a:gd name="T50" fmla="*/ 1275 w 1277"/>
                  <a:gd name="T51" fmla="*/ 692 h 1513"/>
                  <a:gd name="T52" fmla="*/ 1277 w 1277"/>
                  <a:gd name="T53" fmla="*/ 1443 h 1513"/>
                  <a:gd name="T54" fmla="*/ 1267 w 1277"/>
                  <a:gd name="T55" fmla="*/ 1478 h 1513"/>
                  <a:gd name="T56" fmla="*/ 1243 w 1277"/>
                  <a:gd name="T57" fmla="*/ 1503 h 1513"/>
                  <a:gd name="T58" fmla="*/ 1207 w 1277"/>
                  <a:gd name="T59" fmla="*/ 1513 h 1513"/>
                  <a:gd name="T60" fmla="*/ 52 w 1277"/>
                  <a:gd name="T61" fmla="*/ 1510 h 1513"/>
                  <a:gd name="T62" fmla="*/ 21 w 1277"/>
                  <a:gd name="T63" fmla="*/ 1492 h 1513"/>
                  <a:gd name="T64" fmla="*/ 3 w 1277"/>
                  <a:gd name="T65" fmla="*/ 1461 h 1513"/>
                  <a:gd name="T66" fmla="*/ 0 w 1277"/>
                  <a:gd name="T67" fmla="*/ 710 h 1513"/>
                  <a:gd name="T68" fmla="*/ 9 w 1277"/>
                  <a:gd name="T69" fmla="*/ 675 h 1513"/>
                  <a:gd name="T70" fmla="*/ 35 w 1277"/>
                  <a:gd name="T71" fmla="*/ 650 h 1513"/>
                  <a:gd name="T72" fmla="*/ 71 w 1277"/>
                  <a:gd name="T73" fmla="*/ 640 h 1513"/>
                  <a:gd name="T74" fmla="*/ 209 w 1277"/>
                  <a:gd name="T75" fmla="*/ 428 h 1513"/>
                  <a:gd name="T76" fmla="*/ 221 w 1277"/>
                  <a:gd name="T77" fmla="*/ 324 h 1513"/>
                  <a:gd name="T78" fmla="*/ 258 w 1277"/>
                  <a:gd name="T79" fmla="*/ 227 h 1513"/>
                  <a:gd name="T80" fmla="*/ 317 w 1277"/>
                  <a:gd name="T81" fmla="*/ 144 h 1513"/>
                  <a:gd name="T82" fmla="*/ 392 w 1277"/>
                  <a:gd name="T83" fmla="*/ 77 h 1513"/>
                  <a:gd name="T84" fmla="*/ 482 w 1277"/>
                  <a:gd name="T85" fmla="*/ 28 h 1513"/>
                  <a:gd name="T86" fmla="*/ 584 w 1277"/>
                  <a:gd name="T87" fmla="*/ 3 h 15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1277" h="1513">
                    <a:moveTo>
                      <a:pt x="141" y="781"/>
                    </a:moveTo>
                    <a:lnTo>
                      <a:pt x="141" y="1373"/>
                    </a:lnTo>
                    <a:lnTo>
                      <a:pt x="1137" y="1373"/>
                    </a:lnTo>
                    <a:lnTo>
                      <a:pt x="1137" y="781"/>
                    </a:lnTo>
                    <a:lnTo>
                      <a:pt x="141" y="781"/>
                    </a:lnTo>
                    <a:close/>
                    <a:moveTo>
                      <a:pt x="638" y="140"/>
                    </a:moveTo>
                    <a:lnTo>
                      <a:pt x="596" y="144"/>
                    </a:lnTo>
                    <a:lnTo>
                      <a:pt x="554" y="153"/>
                    </a:lnTo>
                    <a:lnTo>
                      <a:pt x="516" y="168"/>
                    </a:lnTo>
                    <a:lnTo>
                      <a:pt x="481" y="187"/>
                    </a:lnTo>
                    <a:lnTo>
                      <a:pt x="448" y="211"/>
                    </a:lnTo>
                    <a:lnTo>
                      <a:pt x="420" y="240"/>
                    </a:lnTo>
                    <a:lnTo>
                      <a:pt x="395" y="272"/>
                    </a:lnTo>
                    <a:lnTo>
                      <a:pt x="376" y="308"/>
                    </a:lnTo>
                    <a:lnTo>
                      <a:pt x="361" y="346"/>
                    </a:lnTo>
                    <a:lnTo>
                      <a:pt x="352" y="387"/>
                    </a:lnTo>
                    <a:lnTo>
                      <a:pt x="349" y="429"/>
                    </a:lnTo>
                    <a:lnTo>
                      <a:pt x="349" y="641"/>
                    </a:lnTo>
                    <a:lnTo>
                      <a:pt x="928" y="641"/>
                    </a:lnTo>
                    <a:lnTo>
                      <a:pt x="928" y="429"/>
                    </a:lnTo>
                    <a:lnTo>
                      <a:pt x="925" y="387"/>
                    </a:lnTo>
                    <a:lnTo>
                      <a:pt x="915" y="346"/>
                    </a:lnTo>
                    <a:lnTo>
                      <a:pt x="900" y="308"/>
                    </a:lnTo>
                    <a:lnTo>
                      <a:pt x="881" y="273"/>
                    </a:lnTo>
                    <a:lnTo>
                      <a:pt x="857" y="240"/>
                    </a:lnTo>
                    <a:lnTo>
                      <a:pt x="828" y="211"/>
                    </a:lnTo>
                    <a:lnTo>
                      <a:pt x="795" y="187"/>
                    </a:lnTo>
                    <a:lnTo>
                      <a:pt x="760" y="168"/>
                    </a:lnTo>
                    <a:lnTo>
                      <a:pt x="722" y="153"/>
                    </a:lnTo>
                    <a:lnTo>
                      <a:pt x="681" y="144"/>
                    </a:lnTo>
                    <a:lnTo>
                      <a:pt x="638" y="140"/>
                    </a:lnTo>
                    <a:close/>
                    <a:moveTo>
                      <a:pt x="638" y="0"/>
                    </a:moveTo>
                    <a:lnTo>
                      <a:pt x="692" y="3"/>
                    </a:lnTo>
                    <a:lnTo>
                      <a:pt x="744" y="12"/>
                    </a:lnTo>
                    <a:lnTo>
                      <a:pt x="794" y="28"/>
                    </a:lnTo>
                    <a:lnTo>
                      <a:pt x="841" y="50"/>
                    </a:lnTo>
                    <a:lnTo>
                      <a:pt x="884" y="77"/>
                    </a:lnTo>
                    <a:lnTo>
                      <a:pt x="924" y="109"/>
                    </a:lnTo>
                    <a:lnTo>
                      <a:pt x="960" y="144"/>
                    </a:lnTo>
                    <a:lnTo>
                      <a:pt x="992" y="184"/>
                    </a:lnTo>
                    <a:lnTo>
                      <a:pt x="1018" y="227"/>
                    </a:lnTo>
                    <a:lnTo>
                      <a:pt x="1040" y="274"/>
                    </a:lnTo>
                    <a:lnTo>
                      <a:pt x="1056" y="324"/>
                    </a:lnTo>
                    <a:lnTo>
                      <a:pt x="1066" y="375"/>
                    </a:lnTo>
                    <a:lnTo>
                      <a:pt x="1069" y="429"/>
                    </a:lnTo>
                    <a:lnTo>
                      <a:pt x="1069" y="641"/>
                    </a:lnTo>
                    <a:lnTo>
                      <a:pt x="1207" y="641"/>
                    </a:lnTo>
                    <a:lnTo>
                      <a:pt x="1226" y="643"/>
                    </a:lnTo>
                    <a:lnTo>
                      <a:pt x="1243" y="651"/>
                    </a:lnTo>
                    <a:lnTo>
                      <a:pt x="1257" y="661"/>
                    </a:lnTo>
                    <a:lnTo>
                      <a:pt x="1267" y="675"/>
                    </a:lnTo>
                    <a:lnTo>
                      <a:pt x="1275" y="692"/>
                    </a:lnTo>
                    <a:lnTo>
                      <a:pt x="1277" y="711"/>
                    </a:lnTo>
                    <a:lnTo>
                      <a:pt x="1277" y="1443"/>
                    </a:lnTo>
                    <a:lnTo>
                      <a:pt x="1275" y="1461"/>
                    </a:lnTo>
                    <a:lnTo>
                      <a:pt x="1267" y="1478"/>
                    </a:lnTo>
                    <a:lnTo>
                      <a:pt x="1257" y="1492"/>
                    </a:lnTo>
                    <a:lnTo>
                      <a:pt x="1243" y="1503"/>
                    </a:lnTo>
                    <a:lnTo>
                      <a:pt x="1226" y="1510"/>
                    </a:lnTo>
                    <a:lnTo>
                      <a:pt x="1207" y="1513"/>
                    </a:lnTo>
                    <a:lnTo>
                      <a:pt x="71" y="1513"/>
                    </a:lnTo>
                    <a:lnTo>
                      <a:pt x="52" y="1510"/>
                    </a:lnTo>
                    <a:lnTo>
                      <a:pt x="35" y="1503"/>
                    </a:lnTo>
                    <a:lnTo>
                      <a:pt x="21" y="1492"/>
                    </a:lnTo>
                    <a:lnTo>
                      <a:pt x="9" y="1478"/>
                    </a:lnTo>
                    <a:lnTo>
                      <a:pt x="3" y="1461"/>
                    </a:lnTo>
                    <a:lnTo>
                      <a:pt x="0" y="1443"/>
                    </a:lnTo>
                    <a:lnTo>
                      <a:pt x="0" y="710"/>
                    </a:lnTo>
                    <a:lnTo>
                      <a:pt x="3" y="692"/>
                    </a:lnTo>
                    <a:lnTo>
                      <a:pt x="9" y="675"/>
                    </a:lnTo>
                    <a:lnTo>
                      <a:pt x="21" y="660"/>
                    </a:lnTo>
                    <a:lnTo>
                      <a:pt x="35" y="650"/>
                    </a:lnTo>
                    <a:lnTo>
                      <a:pt x="52" y="642"/>
                    </a:lnTo>
                    <a:lnTo>
                      <a:pt x="71" y="640"/>
                    </a:lnTo>
                    <a:lnTo>
                      <a:pt x="209" y="640"/>
                    </a:lnTo>
                    <a:lnTo>
                      <a:pt x="209" y="428"/>
                    </a:lnTo>
                    <a:lnTo>
                      <a:pt x="212" y="375"/>
                    </a:lnTo>
                    <a:lnTo>
                      <a:pt x="221" y="324"/>
                    </a:lnTo>
                    <a:lnTo>
                      <a:pt x="237" y="274"/>
                    </a:lnTo>
                    <a:lnTo>
                      <a:pt x="258" y="227"/>
                    </a:lnTo>
                    <a:lnTo>
                      <a:pt x="285" y="184"/>
                    </a:lnTo>
                    <a:lnTo>
                      <a:pt x="317" y="144"/>
                    </a:lnTo>
                    <a:lnTo>
                      <a:pt x="353" y="108"/>
                    </a:lnTo>
                    <a:lnTo>
                      <a:pt x="392" y="77"/>
                    </a:lnTo>
                    <a:lnTo>
                      <a:pt x="436" y="50"/>
                    </a:lnTo>
                    <a:lnTo>
                      <a:pt x="482" y="28"/>
                    </a:lnTo>
                    <a:lnTo>
                      <a:pt x="532" y="12"/>
                    </a:lnTo>
                    <a:lnTo>
                      <a:pt x="584" y="3"/>
                    </a:lnTo>
                    <a:lnTo>
                      <a:pt x="63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cs typeface="+mn-ea"/>
                  <a:sym typeface="+mn-lt"/>
                </a:endParaRPr>
              </a:p>
            </p:txBody>
          </p:sp>
        </p:grpSp>
      </p:grpSp>
      <p:sp>
        <p:nvSpPr>
          <p:cNvPr id="29" name="Inhaltsplatzhalter 4">
            <a:extLst>
              <a:ext uri="{FF2B5EF4-FFF2-40B4-BE49-F238E27FC236}">
                <a16:creationId xmlns:a16="http://schemas.microsoft.com/office/drawing/2014/main" id="{35E54BC9-F016-1123-9844-AF708D2DF926}"/>
              </a:ext>
            </a:extLst>
          </p:cNvPr>
          <p:cNvSpPr txBox="1">
            <a:spLocks/>
          </p:cNvSpPr>
          <p:nvPr/>
        </p:nvSpPr>
        <p:spPr>
          <a:xfrm>
            <a:off x="6914597" y="1924724"/>
            <a:ext cx="4509579" cy="792781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272967" indent="-272967" algn="l" defTabSz="91412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§"/>
              <a:defRPr sz="2300" kern="12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807798" indent="-272967" algn="l" defTabSz="91412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Font typeface="Symbol" panose="05050102010706020507" pitchFamily="18" charset="2"/>
              <a:buChar char="-"/>
              <a:defRPr sz="2000" kern="12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080764" indent="-177748" algn="l" defTabSz="91412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Font typeface="Symbol" panose="05050102010706020507" pitchFamily="18" charset="2"/>
              <a:buChar char="-"/>
              <a:defRPr sz="1900" kern="12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</a:defRPr>
            </a:lvl3pPr>
            <a:lvl4pPr marL="1436256" indent="-177748" algn="l" defTabSz="91412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Font typeface="Symbol" panose="05050102010706020507" pitchFamily="18" charset="2"/>
              <a:buChar char="-"/>
              <a:defRPr sz="1600" kern="12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</a:defRPr>
            </a:lvl4pPr>
            <a:lvl5pPr marL="1793335" indent="-179335" algn="l" defTabSz="91412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Font typeface="Symbol" panose="05050102010706020507" pitchFamily="18" charset="2"/>
              <a:buChar char="-"/>
              <a:defRPr sz="1600" kern="12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</a:defRPr>
            </a:lvl5pPr>
            <a:lvl6pPr marL="2513847" indent="-228532" algn="l" defTabSz="914127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10" indent="-228532" algn="l" defTabSz="914127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2" indent="-228532" algn="l" defTabSz="914127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2" algn="l" defTabSz="914127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defTabSz="914400">
              <a:lnSpc>
                <a:spcPct val="150000"/>
              </a:lnSpc>
              <a:spcAft>
                <a:spcPts val="0"/>
              </a:spcAft>
              <a:buNone/>
            </a:pPr>
            <a:r>
              <a:rPr lang="en-US" altLang="zh-CN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+mn-ea"/>
                <a:sym typeface="+mn-lt"/>
              </a:rPr>
              <a:t>Add title text</a:t>
            </a:r>
          </a:p>
          <a:p>
            <a:pPr marL="0" lvl="0" indent="0" defTabSz="914400">
              <a:lnSpc>
                <a:spcPct val="150000"/>
              </a:lnSpc>
              <a:spcAft>
                <a:spcPts val="0"/>
              </a:spcAft>
              <a:buNone/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+mn-ea"/>
                <a:sym typeface="+mn-lt"/>
              </a:rPr>
              <a:t>Click here to add content that matches the title.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+mn-ea"/>
              <a:sym typeface="+mn-lt"/>
            </a:endParaRPr>
          </a:p>
        </p:txBody>
      </p:sp>
      <p:sp>
        <p:nvSpPr>
          <p:cNvPr id="33" name="Inhaltsplatzhalter 4">
            <a:extLst>
              <a:ext uri="{FF2B5EF4-FFF2-40B4-BE49-F238E27FC236}">
                <a16:creationId xmlns:a16="http://schemas.microsoft.com/office/drawing/2014/main" id="{13E5C3C8-9EEF-126A-4275-E809C9065F19}"/>
              </a:ext>
            </a:extLst>
          </p:cNvPr>
          <p:cNvSpPr txBox="1">
            <a:spLocks/>
          </p:cNvSpPr>
          <p:nvPr/>
        </p:nvSpPr>
        <p:spPr>
          <a:xfrm>
            <a:off x="6914597" y="4661303"/>
            <a:ext cx="4439203" cy="792781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272967" indent="-272967" algn="l" defTabSz="91412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§"/>
              <a:defRPr sz="2300" kern="12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807798" indent="-272967" algn="l" defTabSz="91412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Font typeface="Symbol" panose="05050102010706020507" pitchFamily="18" charset="2"/>
              <a:buChar char="-"/>
              <a:defRPr sz="2000" kern="12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080764" indent="-177748" algn="l" defTabSz="91412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Font typeface="Symbol" panose="05050102010706020507" pitchFamily="18" charset="2"/>
              <a:buChar char="-"/>
              <a:defRPr sz="1900" kern="12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</a:defRPr>
            </a:lvl3pPr>
            <a:lvl4pPr marL="1436256" indent="-177748" algn="l" defTabSz="91412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Font typeface="Symbol" panose="05050102010706020507" pitchFamily="18" charset="2"/>
              <a:buChar char="-"/>
              <a:defRPr sz="1600" kern="12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</a:defRPr>
            </a:lvl4pPr>
            <a:lvl5pPr marL="1793335" indent="-179335" algn="l" defTabSz="91412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Font typeface="Symbol" panose="05050102010706020507" pitchFamily="18" charset="2"/>
              <a:buChar char="-"/>
              <a:defRPr sz="1600" kern="120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+mn-cs"/>
              </a:defRPr>
            </a:lvl5pPr>
            <a:lvl6pPr marL="2513847" indent="-228532" algn="l" defTabSz="914127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10" indent="-228532" algn="l" defTabSz="914127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2" indent="-228532" algn="l" defTabSz="914127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2" algn="l" defTabSz="914127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defTabSz="914400">
              <a:lnSpc>
                <a:spcPct val="150000"/>
              </a:lnSpc>
              <a:spcAft>
                <a:spcPts val="0"/>
              </a:spcAft>
              <a:buNone/>
            </a:pPr>
            <a:r>
              <a:rPr lang="en-US" altLang="zh-CN" sz="2000" b="1" dirty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cs typeface="+mn-ea"/>
                <a:sym typeface="+mn-lt"/>
              </a:rPr>
              <a:t>Add title text</a:t>
            </a:r>
          </a:p>
          <a:p>
            <a:pPr marL="0" lvl="0" indent="0" defTabSz="914400">
              <a:lnSpc>
                <a:spcPct val="150000"/>
              </a:lnSpc>
              <a:spcAft>
                <a:spcPts val="0"/>
              </a:spcAft>
              <a:buNone/>
            </a:pPr>
            <a:r>
              <a:rPr lang="en-US" altLang="zh-CN" sz="1600" dirty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cs typeface="+mn-ea"/>
                <a:sym typeface="+mn-lt"/>
              </a:rPr>
              <a:t>Click here to add content that matches the title.</a:t>
            </a:r>
            <a:endParaRPr lang="zh-CN" altLang="en-US" sz="1600" dirty="0">
              <a:solidFill>
                <a:prstClr val="black">
                  <a:lumMod val="65000"/>
                  <a:lumOff val="35000"/>
                </a:prstClr>
              </a:solidFill>
              <a:latin typeface="+mn-lt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1534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4" accel="14000" decel="8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" presetClass="entr" presetSubtype="4" accel="14000" decel="8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9A28A-9291-6909-A491-2479E7F7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16" name="iSľiḑé">
            <a:extLst>
              <a:ext uri="{FF2B5EF4-FFF2-40B4-BE49-F238E27FC236}">
                <a16:creationId xmlns:a16="http://schemas.microsoft.com/office/drawing/2014/main" id="{B1B80813-3DC3-6AC5-A971-D00C751CAD49}"/>
              </a:ext>
            </a:extLst>
          </p:cNvPr>
          <p:cNvSpPr txBox="1"/>
          <p:nvPr/>
        </p:nvSpPr>
        <p:spPr>
          <a:xfrm>
            <a:off x="2496000" y="2204174"/>
            <a:ext cx="3600000" cy="4320000"/>
          </a:xfrm>
          <a:prstGeom prst="rect">
            <a:avLst/>
          </a:prstGeom>
          <a:noFill/>
        </p:spPr>
        <p:txBody>
          <a:bodyPr wrap="square" lIns="91440" tIns="45720" rIns="91440" bIns="45720">
            <a:norm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n-US" altLang="zh-CN" sz="1600" kern="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Click here to add content that matches the title.</a:t>
            </a:r>
            <a:endParaRPr lang="zh-CN" altLang="en-US" sz="1600" kern="0" dirty="0">
              <a:solidFill>
                <a:schemeClr val="tx1">
                  <a:lumMod val="65000"/>
                  <a:lumOff val="3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2" name="îsḻíḑê">
            <a:extLst>
              <a:ext uri="{FF2B5EF4-FFF2-40B4-BE49-F238E27FC236}">
                <a16:creationId xmlns:a16="http://schemas.microsoft.com/office/drawing/2014/main" id="{9CAC8FF6-C72D-0B6D-4121-500D07EF72DC}"/>
              </a:ext>
            </a:extLst>
          </p:cNvPr>
          <p:cNvSpPr txBox="1"/>
          <p:nvPr/>
        </p:nvSpPr>
        <p:spPr>
          <a:xfrm>
            <a:off x="7720054" y="2204175"/>
            <a:ext cx="3600000" cy="4320000"/>
          </a:xfrm>
          <a:prstGeom prst="rect">
            <a:avLst/>
          </a:prstGeom>
          <a:noFill/>
        </p:spPr>
        <p:txBody>
          <a:bodyPr wrap="square" lIns="91440" tIns="45720" rIns="91440" bIns="45720">
            <a:norm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n-US" altLang="zh-CN" sz="1600" kern="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Click here to add content that matches the title.</a:t>
            </a:r>
            <a:endParaRPr lang="zh-CN" altLang="en-US" sz="1600" kern="0" dirty="0">
              <a:solidFill>
                <a:schemeClr val="tx1">
                  <a:lumMod val="65000"/>
                  <a:lumOff val="35000"/>
                </a:schemeClr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90236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9A28A-9291-6909-A491-2479E7F7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25" name="文本框 59">
            <a:extLst>
              <a:ext uri="{FF2B5EF4-FFF2-40B4-BE49-F238E27FC236}">
                <a16:creationId xmlns:a16="http://schemas.microsoft.com/office/drawing/2014/main" id="{FBED236E-1132-AFFB-1CE6-796E3F6BB0C2}"/>
              </a:ext>
            </a:extLst>
          </p:cNvPr>
          <p:cNvSpPr txBox="1"/>
          <p:nvPr/>
        </p:nvSpPr>
        <p:spPr>
          <a:xfrm>
            <a:off x="9206401" y="3781024"/>
            <a:ext cx="13534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+mn-ea"/>
                <a:sym typeface="+mn-lt"/>
              </a:rPr>
              <a:t>Add title</a:t>
            </a:r>
            <a:endParaRPr lang="zh-CN" altLang="en-US" sz="1400" dirty="0">
              <a:cs typeface="+mn-ea"/>
              <a:sym typeface="+mn-lt"/>
            </a:endParaRPr>
          </a:p>
        </p:txBody>
      </p:sp>
      <p:sp>
        <p:nvSpPr>
          <p:cNvPr id="26" name="TextBox 7">
            <a:extLst>
              <a:ext uri="{FF2B5EF4-FFF2-40B4-BE49-F238E27FC236}">
                <a16:creationId xmlns:a16="http://schemas.microsoft.com/office/drawing/2014/main" id="{B96C3AD8-3FFB-B3E0-8E02-BC81811F017A}"/>
              </a:ext>
            </a:extLst>
          </p:cNvPr>
          <p:cNvSpPr txBox="1"/>
          <p:nvPr/>
        </p:nvSpPr>
        <p:spPr>
          <a:xfrm>
            <a:off x="2436077" y="1924241"/>
            <a:ext cx="5400000" cy="78752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914332">
              <a:lnSpc>
                <a:spcPct val="150000"/>
              </a:lnSpc>
              <a:buFont typeface="Wingdings" panose="05000000000000000000" pitchFamily="2" charset="2"/>
              <a:buChar char="u"/>
              <a:defRPr/>
            </a:pPr>
            <a:r>
              <a:rPr lang="en-US" altLang="zh-CN" sz="1600" kern="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Click here to add content that matches the title.</a:t>
            </a:r>
            <a:endParaRPr lang="zh-CN" altLang="en-US" sz="1600" kern="0" dirty="0">
              <a:solidFill>
                <a:schemeClr val="tx1">
                  <a:lumMod val="65000"/>
                  <a:lumOff val="3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6171EAED-321C-CB56-ABC1-72E42F5DDA0C}"/>
              </a:ext>
            </a:extLst>
          </p:cNvPr>
          <p:cNvSpPr txBox="1"/>
          <p:nvPr/>
        </p:nvSpPr>
        <p:spPr>
          <a:xfrm>
            <a:off x="4236742" y="4590375"/>
            <a:ext cx="5400000" cy="42344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332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en-US" altLang="zh-CN" sz="16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cs typeface="+mn-ea"/>
                <a:sym typeface="+mn-lt"/>
              </a:rPr>
              <a:t>Click here to add content that matches the title.</a:t>
            </a:r>
            <a:endParaRPr kumimoji="0" lang="zh-CN" altLang="en-US" sz="16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43063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301A5-8F3F-4BF1-BFFB-5CA38C370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7C1937-14EA-417E-A429-D5DCDDE6787F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93D60-428C-4AAF-8B24-96FB9ADA6FD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689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9A28A-9291-6909-A491-2479E7F7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10" name="矩形 13">
            <a:extLst>
              <a:ext uri="{FF2B5EF4-FFF2-40B4-BE49-F238E27FC236}">
                <a16:creationId xmlns:a16="http://schemas.microsoft.com/office/drawing/2014/main" id="{37CC9840-3674-E33F-A46A-9A32B3B04A94}"/>
              </a:ext>
            </a:extLst>
          </p:cNvPr>
          <p:cNvSpPr/>
          <p:nvPr/>
        </p:nvSpPr>
        <p:spPr>
          <a:xfrm>
            <a:off x="8534588" y="2004515"/>
            <a:ext cx="2687794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332">
              <a:lnSpc>
                <a:spcPct val="150000"/>
              </a:lnSpc>
              <a:defRPr/>
            </a:pPr>
            <a:r>
              <a:rPr lang="en-US" altLang="zh-CN" sz="16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Click here to add content that matches the title.</a:t>
            </a:r>
            <a:endParaRPr lang="zh-CN" altLang="en-US" sz="16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11" name="矩形 14">
            <a:extLst>
              <a:ext uri="{FF2B5EF4-FFF2-40B4-BE49-F238E27FC236}">
                <a16:creationId xmlns:a16="http://schemas.microsoft.com/office/drawing/2014/main" id="{358B49E8-CAB5-4205-32DE-8ABC0852E830}"/>
              </a:ext>
            </a:extLst>
          </p:cNvPr>
          <p:cNvSpPr/>
          <p:nvPr/>
        </p:nvSpPr>
        <p:spPr>
          <a:xfrm>
            <a:off x="2434442" y="2583006"/>
            <a:ext cx="237987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914332">
              <a:lnSpc>
                <a:spcPct val="150000"/>
              </a:lnSpc>
              <a:defRPr/>
            </a:pPr>
            <a:r>
              <a:rPr lang="en-US" altLang="zh-CN" sz="16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Click here to add content that matches the title.</a:t>
            </a:r>
            <a:endParaRPr lang="zh-CN" altLang="en-US" sz="16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12" name="矩形 15">
            <a:extLst>
              <a:ext uri="{FF2B5EF4-FFF2-40B4-BE49-F238E27FC236}">
                <a16:creationId xmlns:a16="http://schemas.microsoft.com/office/drawing/2014/main" id="{1D8CC645-88AC-6528-C11D-0DBAF43296DF}"/>
              </a:ext>
            </a:extLst>
          </p:cNvPr>
          <p:cNvSpPr/>
          <p:nvPr/>
        </p:nvSpPr>
        <p:spPr>
          <a:xfrm>
            <a:off x="8534588" y="4103243"/>
            <a:ext cx="2735095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332">
              <a:lnSpc>
                <a:spcPct val="150000"/>
              </a:lnSpc>
              <a:defRPr/>
            </a:pPr>
            <a:r>
              <a:rPr lang="en-US" altLang="zh-CN" sz="16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Click here to add content that matches the title.</a:t>
            </a:r>
            <a:endParaRPr lang="zh-CN" altLang="en-US" sz="16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  <p:sp>
        <p:nvSpPr>
          <p:cNvPr id="13" name="矩形 16">
            <a:extLst>
              <a:ext uri="{FF2B5EF4-FFF2-40B4-BE49-F238E27FC236}">
                <a16:creationId xmlns:a16="http://schemas.microsoft.com/office/drawing/2014/main" id="{EF725047-DF1C-363D-22A2-C00767006032}"/>
              </a:ext>
            </a:extLst>
          </p:cNvPr>
          <p:cNvSpPr/>
          <p:nvPr/>
        </p:nvSpPr>
        <p:spPr>
          <a:xfrm>
            <a:off x="2309323" y="4681734"/>
            <a:ext cx="2504989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914332">
              <a:lnSpc>
                <a:spcPct val="150000"/>
              </a:lnSpc>
              <a:defRPr/>
            </a:pPr>
            <a:r>
              <a:rPr lang="en-US" altLang="zh-CN" sz="1600" dirty="0">
                <a:solidFill>
                  <a:prstClr val="black">
                    <a:lumMod val="75000"/>
                    <a:lumOff val="25000"/>
                  </a:prstClr>
                </a:solidFill>
                <a:cs typeface="+mn-ea"/>
                <a:sym typeface="+mn-lt"/>
              </a:rPr>
              <a:t>Click here to add content that matches the title.</a:t>
            </a:r>
            <a:endParaRPr lang="zh-CN" altLang="en-US" sz="1600" dirty="0">
              <a:solidFill>
                <a:prstClr val="black">
                  <a:lumMod val="75000"/>
                  <a:lumOff val="25000"/>
                </a:prstClr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46255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9A28A-9291-6909-A491-2479E7F7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THANKS!</a:t>
            </a:r>
          </a:p>
        </p:txBody>
      </p:sp>
      <p:sp>
        <p:nvSpPr>
          <p:cNvPr id="20" name="矩形 23">
            <a:extLst>
              <a:ext uri="{FF2B5EF4-FFF2-40B4-BE49-F238E27FC236}">
                <a16:creationId xmlns:a16="http://schemas.microsoft.com/office/drawing/2014/main" id="{810661CD-F26B-1285-9785-C60A0074EB17}"/>
              </a:ext>
            </a:extLst>
          </p:cNvPr>
          <p:cNvSpPr/>
          <p:nvPr/>
        </p:nvSpPr>
        <p:spPr>
          <a:xfrm>
            <a:off x="1995054" y="1690688"/>
            <a:ext cx="8991814" cy="4234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rPr>
              <a:t>Click here to add content that matches the title.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5586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135</Words>
  <Application>Microsoft Office PowerPoint</Application>
  <PresentationFormat>Widescreen</PresentationFormat>
  <Paragraphs>22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Corbel</vt:lpstr>
      <vt:lpstr>Wingdings</vt:lpstr>
      <vt:lpstr>Office Theme</vt:lpstr>
      <vt:lpstr>NAME OF PRESENTATION</vt:lpstr>
      <vt:lpstr>REJA</vt:lpstr>
      <vt:lpstr>Slide title</vt:lpstr>
      <vt:lpstr>Slide title</vt:lpstr>
      <vt:lpstr>Slide title</vt:lpstr>
      <vt:lpstr>PowerPoint Presentation</vt:lpstr>
      <vt:lpstr>Slide title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NAME OF PRESENTATION</dc:title>
  <dc:creator>Microsoft Office User</dc:creator>
  <cp:lastModifiedBy>Nodir</cp:lastModifiedBy>
  <cp:revision>5</cp:revision>
  <dcterms:created xsi:type="dcterms:W3CDTF">2025-10-30T09:25:00Z</dcterms:created>
  <dcterms:modified xsi:type="dcterms:W3CDTF">2026-03-24T12:48:12Z</dcterms:modified>
</cp:coreProperties>
</file>