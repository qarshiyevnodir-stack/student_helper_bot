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5" r:id="rId4"/>
    <p:sldId id="266" r:id="rId5"/>
    <p:sldId id="267" r:id="rId6"/>
    <p:sldId id="264" r:id="rId7"/>
    <p:sldId id="268" r:id="rId8"/>
    <p:sldId id="269" r:id="rId9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94"/>
  </p:normalViewPr>
  <p:slideViewPr>
    <p:cSldViewPr snapToGrid="0">
      <p:cViewPr>
        <p:scale>
          <a:sx n="60" d="100"/>
          <a:sy n="60" d="100"/>
        </p:scale>
        <p:origin x="816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300BA5-DE7E-0CF5-7FD3-54C4E89CB2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F7908E-05B7-216A-DEAF-91E9EDD37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22363"/>
            <a:ext cx="66294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4D3C1-4A62-7DB6-24AE-1AEB90197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3602038"/>
            <a:ext cx="66294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4B291-C766-2E01-71D5-9CFE45A2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16785-8D5B-7B12-58A5-5035BD08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51EBD-F73A-EC35-20AC-B1462B32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0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D5A4-6A35-B017-3F2A-5812FA5E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9419-BA05-8AD0-E56C-C102498D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6C63-4BE7-6C79-229E-E54C7EBB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ABEBA-174C-D975-0471-4640C033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C331-49EC-10FB-62D8-F45ACBAF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3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381E-FCCB-FB23-3C4E-21D85491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EFEE4-7094-CD7C-7125-39498D4AF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DA4B-2AF4-EE0F-439D-06745B0C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3515-D63C-FCDE-9E41-AA262659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0ED7-A76B-40D5-63BF-1495D594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9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C8B6-B2C4-DB98-9BE2-9164C32E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2214-1151-47F8-2AA6-97D3045F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9A264-0506-628F-C734-8F45BE3B6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1F994-4A99-BF48-D567-187B3A8A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D778-6FF3-4208-8B6C-0E56CA91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CF434-092A-AF7E-6B1B-8C1090BC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5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5EE3-59CC-F442-AAA2-F7297C59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CF8E6-1B13-91C1-2D8A-E3D275AC1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B1606-E7FF-0A13-2A6F-9CF75BE98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FBCEA-1DAC-DD9C-327F-71A0D854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42D0A-9DF2-42C7-52DE-127E9278B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62A97-B460-8188-2CD7-F4792D90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F1550-A397-8417-B6C0-6FE6781F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30EE7-9841-855A-E2BB-BFD8F0A7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E7BA-CBC4-0AE2-4AA8-C06AB38F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C2BE9-916A-3C15-186A-35601E7D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069A-DE20-C536-9613-3DB54092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CA1A4-ECB8-F97A-9B4F-67FF8278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5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058DE-BBFB-B93A-D4BC-12D9EC0B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1D1FA-C972-9884-E44D-E37DD576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0430A-8314-6807-44E6-2F2ED17D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1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13C7-967C-62D8-7441-CB6EA382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CBFFB-B866-AC4F-EB03-97E38184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D5C5D-4B3B-7654-A6EA-6C63D52A4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7236E-2C6A-326B-26F9-F921A007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40865-0278-2031-1916-BC2EAF39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C8508-6A53-BD5A-807D-C5DEBA96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023C-58C6-F211-1ABA-915C8989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EACFE-100E-6DC7-A99D-BF2C4E327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5449D-0028-58A5-1797-7C6C40B11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0BB34-37FC-7903-60F7-7B6F13F1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AD5EA-1B80-A48C-3B4F-76A71853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C3926-8625-15DF-A1E0-4942F84A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1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7C05-2DD9-1DF3-C7C0-6C625386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4D7ED-2971-8425-0303-9FB7A07F1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214CE-DC4C-3235-223D-2EEBCEE7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FC3F6-D95D-7CCC-1A4F-6F49E584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75CBC-337E-E1AA-C646-4E13689B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5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325D1-CC5F-B32D-FA69-AE45864C4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C3372-6816-5272-4AFD-51DF1592A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A3F8B-BB6E-6091-883E-BAF18FB6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72DD-6499-1603-4439-1E2832728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BFB14-DF74-2FE9-3FB5-9A15748A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4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58441-AE6B-75E6-EFAD-645CDE62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054" y="365125"/>
            <a:ext cx="93587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12C26-CC71-C03E-4F30-1652061C6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5054" y="1825625"/>
            <a:ext cx="93587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5E904-0D7C-4AFD-8961-8803F6587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E4B9C-B2F4-7443-8BD5-5E22968DF4C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B0B5B-FCE9-80D7-2C2D-099675BFF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3789-BFD6-C6FF-085D-32EEE6F5D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F6A79-371A-104B-A474-F5D49EFE086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DBBBBF-3FE3-C4C4-6C2D-EB5187742E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1202" r="67954" b="27100"/>
          <a:stretch/>
        </p:blipFill>
        <p:spPr>
          <a:xfrm>
            <a:off x="0" y="0"/>
            <a:ext cx="2541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8A57-0498-2F67-2759-262CE3236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668628"/>
            <a:ext cx="6629400" cy="2387600"/>
          </a:xfrm>
        </p:spPr>
        <p:txBody>
          <a:bodyPr/>
          <a:lstStyle/>
          <a:p>
            <a:r>
              <a:rPr lang="ru-RU" dirty="0" err="1">
                <a:latin typeface="Corbel" panose="020B0503020204020204" pitchFamily="34" charset="0"/>
              </a:rPr>
              <a:t>N</a:t>
            </a:r>
            <a:r>
              <a:rPr lang="en-US" dirty="0">
                <a:latin typeface="Corbel" panose="020B0503020204020204" pitchFamily="34" charset="0"/>
              </a:rPr>
              <a:t>AME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33F27-A162-646A-770A-529667EBF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148303"/>
            <a:ext cx="6629400" cy="1655762"/>
          </a:xfrm>
        </p:spPr>
        <p:txBody>
          <a:bodyPr/>
          <a:lstStyle/>
          <a:p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8582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6009-1331-413F-9D27-3A875003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055" y="365125"/>
            <a:ext cx="6487764" cy="1325563"/>
          </a:xfrm>
        </p:spPr>
        <p:txBody>
          <a:bodyPr/>
          <a:lstStyle/>
          <a:p>
            <a:pPr algn="ctr"/>
            <a:r>
              <a:rPr lang="en-US" dirty="0"/>
              <a:t>REJA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2800-0787-4F35-98F9-18390C45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71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41ED8-F58C-7E54-D400-B06D94A7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1290918"/>
          </a:xfrm>
        </p:spPr>
        <p:txBody>
          <a:bodyPr/>
          <a:lstStyle/>
          <a:p>
            <a:pPr algn="ctr"/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A29E88-927D-8E8B-A3E9-280719CF9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D8F8EA-A026-7947-6089-FC198F757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830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5BB1D-5AEA-DEBA-CE9B-368AC0F9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10E156-F7E6-3AA4-FB1E-E6BB813C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23247"/>
            <a:ext cx="5157787" cy="3966416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7CEB61-9A69-C149-6583-227DD18C4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23247"/>
            <a:ext cx="5183188" cy="3966416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93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7AA09-686C-77F3-D39D-F5680A06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9D4F5-9F79-6E66-A386-D967597D9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460" y="1878788"/>
            <a:ext cx="7200000" cy="1800000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368605-6013-6615-DD1E-F17106136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6078" y="4263655"/>
            <a:ext cx="7200000" cy="1800000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375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01A5-8F3F-4BF1-BFFB-5CA38C37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C1937-14EA-417E-A429-D5DCDDE6787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93D60-428C-4AAF-8B24-96FB9ADA6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8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5861D-4AE0-04C2-3446-F3232A9D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5EEF06-6F63-A317-D226-13E6086AB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01384" y="1872437"/>
            <a:ext cx="3600000" cy="3603329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D22C97-C1BC-3238-5B67-58C69E2B6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7469" y="1843714"/>
            <a:ext cx="3600000" cy="3603329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61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794AA-598C-56D9-D4AD-FB123B0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DB6BE-5038-D307-78C7-F6E023B6E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55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</Words>
  <Application>Microsoft Office PowerPoint</Application>
  <PresentationFormat>Широкоэкранный</PresentationFormat>
  <Paragraphs>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Corbel</vt:lpstr>
      <vt:lpstr>Office Theme</vt:lpstr>
      <vt:lpstr>NAME OF PRESENTATION</vt:lpstr>
      <vt:lpstr>REJA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Nodir Qarshiyev</cp:lastModifiedBy>
  <cp:revision>6</cp:revision>
  <dcterms:created xsi:type="dcterms:W3CDTF">2025-10-30T09:25:00Z</dcterms:created>
  <dcterms:modified xsi:type="dcterms:W3CDTF">2026-03-25T08:36:54Z</dcterms:modified>
</cp:coreProperties>
</file>