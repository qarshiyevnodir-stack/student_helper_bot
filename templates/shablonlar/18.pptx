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5" r:id="rId8"/>
    <p:sldId id="267" r:id="rId9"/>
  </p:sldIdLst>
  <p:sldSz cx="18288000" cy="10287000"/>
  <p:notesSz cx="6858000" cy="9144000"/>
  <p:embeddedFontLst>
    <p:embeddedFont>
      <p:font typeface="Montserrat" panose="00000500000000000000" pitchFamily="2" charset="-52"/>
      <p:regular r:id="rId10"/>
    </p:embeddedFont>
    <p:embeddedFont>
      <p:font typeface="Montserrat Bold" panose="00000800000000000000" charset="-52"/>
      <p:regular r:id="rId11"/>
    </p:embeddedFont>
    <p:embeddedFont>
      <p:font typeface="Roboto Bold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2" d="100"/>
          <a:sy n="42" d="100"/>
        </p:scale>
        <p:origin x="76" y="1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TI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TIF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T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TIF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I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144652" y="526852"/>
            <a:ext cx="12037947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spcBef>
                <a:spcPct val="0"/>
              </a:spcBef>
            </a:pPr>
            <a:r>
              <a:rPr lang="en-US" sz="6000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Technology Pitch Deck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9412" y="8040692"/>
            <a:ext cx="13500988" cy="5311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32"/>
              </a:lnSpc>
              <a:spcBef>
                <a:spcPct val="0"/>
              </a:spcBef>
            </a:pPr>
            <a:r>
              <a:rPr lang="en-US" sz="2800" dirty="0" err="1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Presentated</a:t>
            </a:r>
            <a:r>
              <a:rPr lang="en-US" sz="2800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by Aaron Loeb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657600" y="2067354"/>
            <a:ext cx="8397219" cy="1246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0276"/>
              </a:lnSpc>
              <a:spcBef>
                <a:spcPct val="0"/>
              </a:spcBef>
            </a:pPr>
            <a:r>
              <a:rPr lang="en-US" sz="7340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Reaja</a:t>
            </a:r>
            <a:endParaRPr lang="en-US" sz="7340" b="1" u="none" strike="noStrike" dirty="0">
              <a:solidFill>
                <a:srgbClr val="000000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362200" y="4296895"/>
            <a:ext cx="12954000" cy="28713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  <a:p>
            <a:pPr marL="457200" lvl="0" indent="-457200" algn="l">
              <a:lnSpc>
                <a:spcPct val="150000"/>
              </a:lnSpc>
              <a:spcBef>
                <a:spcPct val="0"/>
              </a:spcBef>
              <a:buFont typeface="+mj-lt"/>
              <a:buAutoNum type="arabicPeriod"/>
            </a:pP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Mauris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32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32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423315"/>
            <a:ext cx="8434945" cy="7361820"/>
          </a:xfrm>
          <a:custGeom>
            <a:avLst/>
            <a:gdLst/>
            <a:ahLst/>
            <a:cxnLst/>
            <a:rect l="l" t="t" r="r" b="b"/>
            <a:pathLst>
              <a:path w="8434945" h="7361820">
                <a:moveTo>
                  <a:pt x="0" y="0"/>
                </a:moveTo>
                <a:lnTo>
                  <a:pt x="8434945" y="0"/>
                </a:lnTo>
                <a:lnTo>
                  <a:pt x="8434945" y="7361820"/>
                </a:lnTo>
                <a:lnTo>
                  <a:pt x="0" y="73618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499" r="-15499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3" name="TextBox 3"/>
          <p:cNvSpPr txBox="1"/>
          <p:nvPr/>
        </p:nvSpPr>
        <p:spPr>
          <a:xfrm>
            <a:off x="9853057" y="171487"/>
            <a:ext cx="744358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r">
              <a:spcBef>
                <a:spcPct val="0"/>
              </a:spcBef>
            </a:pPr>
            <a:r>
              <a:rPr lang="en-US" sz="4400" b="1" u="none" strike="noStrike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About us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96400" y="2051688"/>
            <a:ext cx="5010141" cy="17050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2669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Mauris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15800" y="5648218"/>
            <a:ext cx="5180841" cy="205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2669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Mauris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6629400" y="723900"/>
            <a:ext cx="9829800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400" b="1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61342" y="3513781"/>
            <a:ext cx="9255058" cy="12656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510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Mauris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868653" y="6411627"/>
            <a:ext cx="7585377" cy="12656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510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Mauris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1049000" y="3204840"/>
            <a:ext cx="6178973" cy="6178973"/>
          </a:xfrm>
          <a:custGeom>
            <a:avLst/>
            <a:gdLst/>
            <a:ahLst/>
            <a:cxnLst/>
            <a:rect l="l" t="t" r="r" b="b"/>
            <a:pathLst>
              <a:path w="1735441" h="1735441">
                <a:moveTo>
                  <a:pt x="0" y="0"/>
                </a:moveTo>
                <a:lnTo>
                  <a:pt x="1735441" y="0"/>
                </a:lnTo>
                <a:lnTo>
                  <a:pt x="1735441" y="1735441"/>
                </a:lnTo>
                <a:lnTo>
                  <a:pt x="0" y="173544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6" name="TextBox 6"/>
          <p:cNvSpPr txBox="1"/>
          <p:nvPr/>
        </p:nvSpPr>
        <p:spPr>
          <a:xfrm>
            <a:off x="914400" y="571500"/>
            <a:ext cx="9920439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4400" b="1" u="none" strike="noStrike" dirty="0">
                <a:solidFill>
                  <a:srgbClr val="10101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005423" y="3475631"/>
            <a:ext cx="8782883" cy="1086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2930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Mauris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6"/>
          <p:cNvSpPr txBox="1"/>
          <p:nvPr/>
        </p:nvSpPr>
        <p:spPr>
          <a:xfrm>
            <a:off x="1493241" y="515013"/>
            <a:ext cx="10851159" cy="793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809"/>
              </a:lnSpc>
              <a:spcBef>
                <a:spcPct val="0"/>
              </a:spcBef>
            </a:pPr>
            <a:r>
              <a:rPr lang="en-US" sz="4400" u="none" strike="noStrike" dirty="0">
                <a:latin typeface="Montserrat"/>
                <a:ea typeface="Montserrat"/>
                <a:cs typeface="Montserrat"/>
                <a:sym typeface="Montserrat"/>
              </a:rPr>
              <a:t>Marketing Strategy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906354" y="2638551"/>
            <a:ext cx="5906948" cy="13465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089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Mauris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69686" y="5780588"/>
            <a:ext cx="8175314" cy="10772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just">
              <a:lnSpc>
                <a:spcPts val="2089"/>
              </a:lnSpc>
              <a:spcBef>
                <a:spcPct val="0"/>
              </a:spcBef>
            </a:pP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Mauris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00" u="none" strike="noStrike" dirty="0" err="1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00" u="none" strike="noStrike" dirty="0">
                <a:solidFill>
                  <a:srgbClr val="101010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  <p:sp>
        <p:nvSpPr>
          <p:cNvPr id="38" name="Freeform 38"/>
          <p:cNvSpPr/>
          <p:nvPr/>
        </p:nvSpPr>
        <p:spPr>
          <a:xfrm>
            <a:off x="1493241" y="3216025"/>
            <a:ext cx="4678959" cy="5870497"/>
          </a:xfrm>
          <a:custGeom>
            <a:avLst/>
            <a:gdLst/>
            <a:ahLst/>
            <a:cxnLst/>
            <a:rect l="l" t="t" r="r" b="b"/>
            <a:pathLst>
              <a:path w="1509738" h="1509738">
                <a:moveTo>
                  <a:pt x="0" y="0"/>
                </a:moveTo>
                <a:lnTo>
                  <a:pt x="1509738" y="0"/>
                </a:lnTo>
                <a:lnTo>
                  <a:pt x="1509738" y="1509738"/>
                </a:lnTo>
                <a:lnTo>
                  <a:pt x="0" y="1509738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40000"/>
              <a:lumOff val="60000"/>
            </a:schemeClr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559" y="499662"/>
            <a:ext cx="9986963" cy="9590885"/>
          </a:xfrm>
          <a:prstGeom prst="rect">
            <a:avLst/>
          </a:prstGeom>
        </p:spPr>
      </p:pic>
      <p:sp>
        <p:nvSpPr>
          <p:cNvPr id="8" name="TextBox 8"/>
          <p:cNvSpPr txBox="1"/>
          <p:nvPr/>
        </p:nvSpPr>
        <p:spPr>
          <a:xfrm>
            <a:off x="838201" y="817513"/>
            <a:ext cx="6155066" cy="6155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spcBef>
                <a:spcPct val="0"/>
              </a:spcBef>
            </a:pPr>
            <a:r>
              <a:rPr lang="en-US" sz="4000" b="1" u="none" strike="noStrike" dirty="0">
                <a:solidFill>
                  <a:srgbClr val="F4F6FC"/>
                </a:solidFill>
                <a:latin typeface="Roboto Bold"/>
                <a:ea typeface="Roboto Bold"/>
                <a:cs typeface="Roboto Bold"/>
                <a:sym typeface="Roboto Bold"/>
              </a:rPr>
              <a:t>Market analysis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49989" y="3354571"/>
            <a:ext cx="5926983" cy="3692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Mauris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marL="0" lvl="0" indent="0" algn="l">
              <a:lnSpc>
                <a:spcPts val="2930"/>
              </a:lnSpc>
              <a:spcBef>
                <a:spcPct val="0"/>
              </a:spcBef>
            </a:pP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Lorem ipsum dolor sit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consectetur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adipiscing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00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elit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Quisque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risus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sit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amet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sagittis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Praesent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tempus vitae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felis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maximus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pretium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Mauris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quam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dui,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scelerisque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facilisis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093" u="none" strike="noStrike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tincidunt</a:t>
            </a:r>
            <a:r>
              <a:rPr lang="en-US" sz="2093" u="none" strike="noStrik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5"/>
          <p:cNvSpPr txBox="1"/>
          <p:nvPr/>
        </p:nvSpPr>
        <p:spPr>
          <a:xfrm>
            <a:off x="5361112" y="2575440"/>
            <a:ext cx="8460437" cy="48090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508"/>
              </a:lnSpc>
            </a:pPr>
            <a:r>
              <a:rPr lang="en-US" sz="10424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E’tiboringiz</a:t>
            </a:r>
            <a:r>
              <a:rPr lang="en-US" sz="10424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0424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uchun</a:t>
            </a:r>
            <a:r>
              <a:rPr lang="en-US" sz="10424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en-US" sz="10424" b="1" dirty="0" err="1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rahmat</a:t>
            </a:r>
            <a:r>
              <a:rPr lang="en-US" sz="10424" b="1" dirty="0">
                <a:solidFill>
                  <a:srgbClr val="00000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348</Words>
  <Application>Microsoft Office PowerPoint</Application>
  <PresentationFormat>Произвольный</PresentationFormat>
  <Paragraphs>21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Montserrat</vt:lpstr>
      <vt:lpstr>Montserrat Bold</vt:lpstr>
      <vt:lpstr>Roboto Bold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 and Brown Abstract Doodle Wood Board Group Project Presentation</dc:title>
  <cp:lastModifiedBy>Nodir Qarshiyev</cp:lastModifiedBy>
  <cp:revision>16</cp:revision>
  <dcterms:created xsi:type="dcterms:W3CDTF">2006-08-16T00:00:00Z</dcterms:created>
  <dcterms:modified xsi:type="dcterms:W3CDTF">2026-07-25T12:33:25Z</dcterms:modified>
  <dc:identifier>DAHCIl3asbU</dc:identifier>
</cp:coreProperties>
</file>