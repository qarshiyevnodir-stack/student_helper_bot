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</p:sldIdLst>
  <p:sldSz cx="18288000" cy="10287000"/>
  <p:notesSz cx="6858000" cy="9144000"/>
  <p:embeddedFontLst>
    <p:embeddedFont>
      <p:font typeface="Anton" pitchFamily="2" charset="0"/>
      <p:regular r:id="rId10"/>
    </p:embeddedFont>
    <p:embeddedFont>
      <p:font typeface="Canva Sans" panose="020B0604020202020204" charset="0"/>
      <p:regular r:id="rId11"/>
    </p:embeddedFont>
    <p:embeddedFont>
      <p:font typeface="Open Sans" panose="020B0606030504020204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256071" y="3637359"/>
            <a:ext cx="15631709" cy="92333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0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PORTS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67754" y="8503920"/>
            <a:ext cx="1115249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 spc="1439" dirty="0">
                <a:solidFill>
                  <a:srgbClr val="5DDFE6"/>
                </a:solidFill>
                <a:latin typeface="Canva Sans"/>
                <a:ea typeface="Canva Sans"/>
                <a:cs typeface="Canva Sans"/>
                <a:sym typeface="Canva Sans"/>
              </a:rPr>
              <a:t>WWW.REALLYGREATSITE.COM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6705600" y="1104900"/>
            <a:ext cx="5337764" cy="1009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1002A"/>
                </a:solidFill>
                <a:latin typeface="Anton"/>
                <a:ea typeface="Anton"/>
                <a:cs typeface="Anton"/>
                <a:sym typeface="Anton"/>
              </a:rPr>
              <a:t>REJA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48200" y="3238500"/>
            <a:ext cx="12039600" cy="3818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Duis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esse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Excepteur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sint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occaecat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cupidatat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non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proident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sunt in culpa qui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officia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deserunt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mollit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anim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id est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laborum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 l="8267" t="8632" r="30745"/>
          <a:stretch>
            <a:fillRect/>
          </a:stretch>
        </p:blipFill>
        <p:spPr>
          <a:xfrm>
            <a:off x="9920611" y="1983743"/>
            <a:ext cx="6319514" cy="6319514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676400" y="723900"/>
            <a:ext cx="7343017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800" dirty="0">
                <a:solidFill>
                  <a:srgbClr val="01002A"/>
                </a:solidFill>
                <a:latin typeface="Anton"/>
                <a:ea typeface="Anton"/>
                <a:cs typeface="Anton"/>
                <a:sym typeface="Anton"/>
              </a:rPr>
              <a:t>OUR SPORTS TRAINING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00983" y="5762694"/>
            <a:ext cx="8119628" cy="639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quis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rcRect t="27151" b="6223"/>
          <a:stretch>
            <a:fillRect/>
          </a:stretch>
        </p:blipFill>
        <p:spPr>
          <a:xfrm>
            <a:off x="0" y="1028700"/>
            <a:ext cx="9258300" cy="9258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363200" y="723900"/>
            <a:ext cx="70866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400" dirty="0">
                <a:solidFill>
                  <a:srgbClr val="01002A"/>
                </a:solidFill>
                <a:latin typeface="Anton"/>
                <a:ea typeface="Anton"/>
                <a:cs typeface="Anton"/>
                <a:sym typeface="Anton"/>
              </a:rPr>
              <a:t>OUR VISION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56946" y="2705100"/>
            <a:ext cx="6634564" cy="1081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Duis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esse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56946" y="6743700"/>
            <a:ext cx="6820945" cy="1081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quis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Duis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esse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14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l="144" t="29850" r="144"/>
          <a:stretch>
            <a:fillRect/>
          </a:stretch>
        </p:blipFill>
        <p:spPr>
          <a:xfrm>
            <a:off x="7314648" y="0"/>
            <a:ext cx="10973352" cy="5143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143000" y="571500"/>
            <a:ext cx="60198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400" dirty="0">
                <a:solidFill>
                  <a:srgbClr val="01002A"/>
                </a:solidFill>
                <a:latin typeface="Anton"/>
                <a:ea typeface="Anton"/>
                <a:cs typeface="Anton"/>
                <a:sym typeface="Anton"/>
              </a:rPr>
              <a:t>OUR MISSION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14600" y="5600700"/>
            <a:ext cx="5897339" cy="1299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Duis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esse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06787" y="5600700"/>
            <a:ext cx="5897339" cy="1299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quis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Duis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esse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 t="7722" b="7722"/>
          <a:stretch>
            <a:fillRect/>
          </a:stretch>
        </p:blipFill>
        <p:spPr>
          <a:xfrm>
            <a:off x="6100568" y="3429000"/>
            <a:ext cx="6086865" cy="3429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t="7722" b="7722"/>
          <a:stretch>
            <a:fillRect/>
          </a:stretch>
        </p:blipFill>
        <p:spPr>
          <a:xfrm>
            <a:off x="12201135" y="0"/>
            <a:ext cx="6086865" cy="3429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66800" y="504825"/>
            <a:ext cx="10972800" cy="932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dirty="0">
                <a:solidFill>
                  <a:srgbClr val="01002A"/>
                </a:solidFill>
                <a:latin typeface="Anton"/>
                <a:ea typeface="Anton"/>
                <a:cs typeface="Anton"/>
                <a:sym typeface="Anton"/>
              </a:rPr>
              <a:t>OUR PORTFOLIO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01600" y="3924300"/>
            <a:ext cx="4267200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Duis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esse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24400" y="7429500"/>
            <a:ext cx="9121964" cy="863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Duis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esse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9200" y="3015466"/>
            <a:ext cx="3746869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endParaRPr lang="en-US" sz="1600" dirty="0">
              <a:solidFill>
                <a:srgbClr val="1F20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 l="44625" t="14771" r="22285" b="6883"/>
          <a:stretch>
            <a:fillRect/>
          </a:stretch>
        </p:blipFill>
        <p:spPr>
          <a:xfrm>
            <a:off x="0" y="0"/>
            <a:ext cx="3878660" cy="10287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6172200" y="603922"/>
            <a:ext cx="94488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800" dirty="0">
                <a:solidFill>
                  <a:srgbClr val="01002A"/>
                </a:solidFill>
                <a:latin typeface="Anton"/>
                <a:ea typeface="Anton"/>
                <a:cs typeface="Anton"/>
                <a:sym typeface="Anton"/>
              </a:rPr>
              <a:t>CONTACT US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76800" y="2512958"/>
            <a:ext cx="11430371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Duis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aute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irure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 in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reprehenderit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voluptate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velit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esse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cillum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eu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fugiat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nulla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pariatur</a:t>
            </a:r>
            <a:r>
              <a:rPr lang="en-US" sz="16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/>
          <p:cNvSpPr txBox="1"/>
          <p:nvPr/>
        </p:nvSpPr>
        <p:spPr>
          <a:xfrm>
            <a:off x="5943600" y="2628900"/>
            <a:ext cx="74676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E’TIBORINGIZ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578</Words>
  <Application>Microsoft Office PowerPoint</Application>
  <PresentationFormat>Произвольный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Open Sans</vt:lpstr>
      <vt:lpstr>Anton</vt:lpstr>
      <vt:lpstr>Canva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11</cp:revision>
  <dcterms:created xsi:type="dcterms:W3CDTF">2006-08-16T00:00:00Z</dcterms:created>
  <dcterms:modified xsi:type="dcterms:W3CDTF">2026-07-26T03:55:46Z</dcterms:modified>
  <dc:identifier>DAHCIl3asbU</dc:identifier>
</cp:coreProperties>
</file>