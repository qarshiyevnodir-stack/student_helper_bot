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7" r:id="rId9"/>
  </p:sldIdLst>
  <p:sldSz cx="18288000" cy="10287000"/>
  <p:notesSz cx="6858000" cy="9144000"/>
  <p:embeddedFontLst>
    <p:embeddedFont>
      <p:font typeface="Poppins" panose="00000500000000000000" pitchFamily="2" charset="0"/>
      <p:regular r:id="rId10"/>
    </p:embeddedFont>
    <p:embeddedFont>
      <p:font typeface="Poppins Bold" panose="00000800000000000000" charset="0"/>
      <p:regular r:id="rId11"/>
    </p:embeddedFont>
    <p:embeddedFont>
      <p:font typeface="Poppins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219200" y="1450181"/>
            <a:ext cx="1544633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Cyjhdajf</a:t>
            </a:r>
            <a:r>
              <a:rPr lang="en-US" sz="6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BER 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24200" y="8572500"/>
            <a:ext cx="11315870" cy="39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Gkjjddkjkdjhd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2209800" y="1866900"/>
            <a:ext cx="848841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Reja</a:t>
            </a:r>
            <a:endParaRPr lang="en-US" sz="80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065796" y="4350083"/>
            <a:ext cx="8632421" cy="1721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400"/>
              </a:lnSpc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</a:t>
            </a:r>
          </a:p>
          <a:p>
            <a:pPr marL="457200" indent="-457200" algn="just">
              <a:lnSpc>
                <a:spcPts val="3400"/>
              </a:lnSpc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Donec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 pharetra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6553200" y="876300"/>
            <a:ext cx="1036552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Hello, Welcome</a:t>
            </a:r>
          </a:p>
        </p:txBody>
      </p:sp>
      <p:sp>
        <p:nvSpPr>
          <p:cNvPr id="22" name="Freeform 22"/>
          <p:cNvSpPr/>
          <p:nvPr/>
        </p:nvSpPr>
        <p:spPr>
          <a:xfrm>
            <a:off x="989979" y="2095500"/>
            <a:ext cx="4649441" cy="6477000"/>
          </a:xfrm>
          <a:custGeom>
            <a:avLst/>
            <a:gdLst/>
            <a:ahLst/>
            <a:cxnLst/>
            <a:rect l="l" t="t" r="r" b="b"/>
            <a:pathLst>
              <a:path w="812800" h="921666">
                <a:moveTo>
                  <a:pt x="38298" y="0"/>
                </a:moveTo>
                <a:lnTo>
                  <a:pt x="774502" y="0"/>
                </a:lnTo>
                <a:cubicBezTo>
                  <a:pt x="795653" y="0"/>
                  <a:pt x="812800" y="17147"/>
                  <a:pt x="812800" y="38298"/>
                </a:cubicBezTo>
                <a:lnTo>
                  <a:pt x="812800" y="883368"/>
                </a:lnTo>
                <a:cubicBezTo>
                  <a:pt x="812800" y="904520"/>
                  <a:pt x="795653" y="921666"/>
                  <a:pt x="774502" y="921666"/>
                </a:cubicBezTo>
                <a:lnTo>
                  <a:pt x="38298" y="921666"/>
                </a:lnTo>
                <a:cubicBezTo>
                  <a:pt x="17147" y="921666"/>
                  <a:pt x="0" y="904520"/>
                  <a:pt x="0" y="883368"/>
                </a:cubicBezTo>
                <a:lnTo>
                  <a:pt x="0" y="38298"/>
                </a:lnTo>
                <a:cubicBezTo>
                  <a:pt x="0" y="17147"/>
                  <a:pt x="17147" y="0"/>
                  <a:pt x="38298" y="0"/>
                </a:cubicBezTo>
                <a:close/>
              </a:path>
            </a:pathLst>
          </a:custGeom>
          <a:blipFill>
            <a:blip r:embed="rId3"/>
            <a:stretch>
              <a:fillRect l="-50794" r="-5079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8153400" y="4229100"/>
            <a:ext cx="7913561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Donec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 pharetra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non.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8972872" y="1049527"/>
            <a:ext cx="7333928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53400" y="3567839"/>
            <a:ext cx="9059411" cy="1270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Donec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 pharetra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non.  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12532" y="1638300"/>
            <a:ext cx="5926468" cy="5951923"/>
            <a:chOff x="0" y="0"/>
            <a:chExt cx="812800" cy="8554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55456"/>
            </a:xfrm>
            <a:custGeom>
              <a:avLst/>
              <a:gdLst/>
              <a:ahLst/>
              <a:cxnLst/>
              <a:rect l="l" t="t" r="r" b="b"/>
              <a:pathLst>
                <a:path w="812800" h="855456">
                  <a:moveTo>
                    <a:pt x="38298" y="0"/>
                  </a:moveTo>
                  <a:lnTo>
                    <a:pt x="774502" y="0"/>
                  </a:lnTo>
                  <a:cubicBezTo>
                    <a:pt x="795653" y="0"/>
                    <a:pt x="812800" y="17147"/>
                    <a:pt x="812800" y="38298"/>
                  </a:cubicBezTo>
                  <a:lnTo>
                    <a:pt x="812800" y="817158"/>
                  </a:lnTo>
                  <a:cubicBezTo>
                    <a:pt x="812800" y="838310"/>
                    <a:pt x="795653" y="855456"/>
                    <a:pt x="774502" y="855456"/>
                  </a:cubicBezTo>
                  <a:lnTo>
                    <a:pt x="38298" y="855456"/>
                  </a:lnTo>
                  <a:cubicBezTo>
                    <a:pt x="17147" y="855456"/>
                    <a:pt x="0" y="838310"/>
                    <a:pt x="0" y="817158"/>
                  </a:cubicBezTo>
                  <a:lnTo>
                    <a:pt x="0" y="38298"/>
                  </a:lnTo>
                  <a:cubicBezTo>
                    <a:pt x="0" y="17147"/>
                    <a:pt x="17147" y="0"/>
                    <a:pt x="38298" y="0"/>
                  </a:cubicBezTo>
                  <a:close/>
                </a:path>
              </a:pathLst>
            </a:custGeom>
            <a:blipFill>
              <a:blip r:embed="rId3"/>
              <a:stretch>
                <a:fillRect l="-28985" r="-28985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058769" y="1014445"/>
            <a:ext cx="1363843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History</a:t>
            </a:r>
          </a:p>
        </p:txBody>
      </p:sp>
      <p:sp>
        <p:nvSpPr>
          <p:cNvPr id="18" name="Freeform 18"/>
          <p:cNvSpPr/>
          <p:nvPr/>
        </p:nvSpPr>
        <p:spPr>
          <a:xfrm>
            <a:off x="2342739" y="2396497"/>
            <a:ext cx="4505448" cy="328040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75990" y="0"/>
                </a:moveTo>
                <a:lnTo>
                  <a:pt x="736810" y="0"/>
                </a:lnTo>
                <a:cubicBezTo>
                  <a:pt x="778778" y="0"/>
                  <a:pt x="812800" y="34022"/>
                  <a:pt x="812800" y="75990"/>
                </a:cubicBezTo>
                <a:lnTo>
                  <a:pt x="812800" y="736810"/>
                </a:lnTo>
                <a:cubicBezTo>
                  <a:pt x="812800" y="778778"/>
                  <a:pt x="778778" y="812800"/>
                  <a:pt x="736810" y="812800"/>
                </a:cubicBezTo>
                <a:lnTo>
                  <a:pt x="75990" y="812800"/>
                </a:lnTo>
                <a:cubicBezTo>
                  <a:pt x="34022" y="812800"/>
                  <a:pt x="0" y="778778"/>
                  <a:pt x="0" y="736810"/>
                </a:cubicBezTo>
                <a:lnTo>
                  <a:pt x="0" y="75990"/>
                </a:lnTo>
                <a:cubicBezTo>
                  <a:pt x="0" y="34022"/>
                  <a:pt x="34022" y="0"/>
                  <a:pt x="75990" y="0"/>
                </a:cubicBezTo>
                <a:close/>
              </a:path>
            </a:pathLst>
          </a:custGeom>
          <a:blipFill>
            <a:blip r:embed="rId3"/>
            <a:stretch>
              <a:fillRect l="-38691" r="-3869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8" name="Freeform 28"/>
          <p:cNvSpPr/>
          <p:nvPr/>
        </p:nvSpPr>
        <p:spPr>
          <a:xfrm>
            <a:off x="13602012" y="2396497"/>
            <a:ext cx="2343249" cy="5546794"/>
          </a:xfrm>
          <a:custGeom>
            <a:avLst/>
            <a:gdLst/>
            <a:ahLst/>
            <a:cxnLst/>
            <a:rect l="l" t="t" r="r" b="b"/>
            <a:pathLst>
              <a:path w="812800" h="1924010">
                <a:moveTo>
                  <a:pt x="75990" y="0"/>
                </a:moveTo>
                <a:lnTo>
                  <a:pt x="736810" y="0"/>
                </a:lnTo>
                <a:cubicBezTo>
                  <a:pt x="778778" y="0"/>
                  <a:pt x="812800" y="34022"/>
                  <a:pt x="812800" y="75990"/>
                </a:cubicBezTo>
                <a:lnTo>
                  <a:pt x="812800" y="1848020"/>
                </a:lnTo>
                <a:cubicBezTo>
                  <a:pt x="812800" y="1889988"/>
                  <a:pt x="778778" y="1924010"/>
                  <a:pt x="736810" y="1924010"/>
                </a:cubicBezTo>
                <a:lnTo>
                  <a:pt x="75990" y="1924010"/>
                </a:lnTo>
                <a:cubicBezTo>
                  <a:pt x="34022" y="1924010"/>
                  <a:pt x="0" y="1889988"/>
                  <a:pt x="0" y="1848020"/>
                </a:cubicBezTo>
                <a:lnTo>
                  <a:pt x="0" y="75990"/>
                </a:lnTo>
                <a:cubicBezTo>
                  <a:pt x="0" y="34022"/>
                  <a:pt x="34022" y="0"/>
                  <a:pt x="75990" y="0"/>
                </a:cubicBezTo>
                <a:close/>
              </a:path>
            </a:pathLst>
          </a:custGeom>
          <a:blipFill>
            <a:blip r:embed="rId4"/>
            <a:stretch>
              <a:fillRect l="-28855" r="-28855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9" name="TextBox 29"/>
          <p:cNvSpPr txBox="1"/>
          <p:nvPr/>
        </p:nvSpPr>
        <p:spPr>
          <a:xfrm>
            <a:off x="2058769" y="6329990"/>
            <a:ext cx="4505448" cy="17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Donec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30391" y="2628900"/>
            <a:ext cx="4505448" cy="17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Donec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1981200" y="647700"/>
            <a:ext cx="136398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Vision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080265" y="3307637"/>
            <a:ext cx="7570038" cy="4139944"/>
          </a:xfrm>
          <a:custGeom>
            <a:avLst/>
            <a:gdLst/>
            <a:ahLst/>
            <a:cxnLst/>
            <a:rect l="l" t="t" r="r" b="b"/>
            <a:pathLst>
              <a:path w="1186661" h="648968">
                <a:moveTo>
                  <a:pt x="23522" y="0"/>
                </a:moveTo>
                <a:lnTo>
                  <a:pt x="1163139" y="0"/>
                </a:lnTo>
                <a:cubicBezTo>
                  <a:pt x="1176130" y="0"/>
                  <a:pt x="1186661" y="10531"/>
                  <a:pt x="1186661" y="23522"/>
                </a:cubicBezTo>
                <a:lnTo>
                  <a:pt x="1186661" y="625446"/>
                </a:lnTo>
                <a:cubicBezTo>
                  <a:pt x="1186661" y="638437"/>
                  <a:pt x="1176130" y="648968"/>
                  <a:pt x="1163139" y="648968"/>
                </a:cubicBezTo>
                <a:lnTo>
                  <a:pt x="23522" y="648968"/>
                </a:lnTo>
                <a:cubicBezTo>
                  <a:pt x="10531" y="648968"/>
                  <a:pt x="0" y="638437"/>
                  <a:pt x="0" y="625446"/>
                </a:cubicBezTo>
                <a:lnTo>
                  <a:pt x="0" y="23522"/>
                </a:lnTo>
                <a:cubicBezTo>
                  <a:pt x="0" y="10531"/>
                  <a:pt x="10531" y="0"/>
                  <a:pt x="23522" y="0"/>
                </a:cubicBezTo>
                <a:close/>
              </a:path>
            </a:pathLst>
          </a:custGeom>
          <a:blipFill>
            <a:blip r:embed="rId3"/>
            <a:stretch>
              <a:fillRect t="-10913" b="-10913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2226471" y="2933700"/>
            <a:ext cx="6134632" cy="1706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Donec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 pharetra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8763000" y="1014411"/>
            <a:ext cx="7772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Mission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16364" y="4144490"/>
            <a:ext cx="6910335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Sed at ipsum vitae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lacinia. Donec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at pharetra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non. </a:t>
            </a:r>
          </a:p>
        </p:txBody>
      </p:sp>
      <p:sp>
        <p:nvSpPr>
          <p:cNvPr id="28" name="Freeform 28"/>
          <p:cNvSpPr/>
          <p:nvPr/>
        </p:nvSpPr>
        <p:spPr>
          <a:xfrm>
            <a:off x="2201518" y="2245518"/>
            <a:ext cx="2502514" cy="250251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71154" y="0"/>
                </a:moveTo>
                <a:lnTo>
                  <a:pt x="741646" y="0"/>
                </a:lnTo>
                <a:cubicBezTo>
                  <a:pt x="760517" y="0"/>
                  <a:pt x="778615" y="7497"/>
                  <a:pt x="791959" y="20841"/>
                </a:cubicBezTo>
                <a:cubicBezTo>
                  <a:pt x="805303" y="34185"/>
                  <a:pt x="812800" y="52283"/>
                  <a:pt x="812800" y="71154"/>
                </a:cubicBezTo>
                <a:lnTo>
                  <a:pt x="812800" y="741646"/>
                </a:lnTo>
                <a:cubicBezTo>
                  <a:pt x="812800" y="760517"/>
                  <a:pt x="805303" y="778615"/>
                  <a:pt x="791959" y="791959"/>
                </a:cubicBezTo>
                <a:cubicBezTo>
                  <a:pt x="778615" y="805303"/>
                  <a:pt x="760517" y="812800"/>
                  <a:pt x="741646" y="812800"/>
                </a:cubicBezTo>
                <a:lnTo>
                  <a:pt x="71154" y="812800"/>
                </a:lnTo>
                <a:cubicBezTo>
                  <a:pt x="52283" y="812800"/>
                  <a:pt x="34185" y="805303"/>
                  <a:pt x="20841" y="791959"/>
                </a:cubicBezTo>
                <a:cubicBezTo>
                  <a:pt x="7497" y="778615"/>
                  <a:pt x="0" y="760517"/>
                  <a:pt x="0" y="741646"/>
                </a:cubicBezTo>
                <a:lnTo>
                  <a:pt x="0" y="71154"/>
                </a:lnTo>
                <a:cubicBezTo>
                  <a:pt x="0" y="52283"/>
                  <a:pt x="7497" y="34185"/>
                  <a:pt x="20841" y="20841"/>
                </a:cubicBezTo>
                <a:cubicBezTo>
                  <a:pt x="34185" y="7497"/>
                  <a:pt x="52283" y="0"/>
                  <a:pt x="71154" y="0"/>
                </a:cubicBezTo>
                <a:close/>
              </a:path>
            </a:pathLst>
          </a:custGeom>
          <a:blipFill>
            <a:blip r:embed="rId3"/>
            <a:stretch>
              <a:fillRect l="-25046" r="-25046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0" name="Freeform 30"/>
          <p:cNvSpPr/>
          <p:nvPr/>
        </p:nvSpPr>
        <p:spPr>
          <a:xfrm>
            <a:off x="5315608" y="2245518"/>
            <a:ext cx="2452156" cy="5762037"/>
          </a:xfrm>
          <a:custGeom>
            <a:avLst/>
            <a:gdLst/>
            <a:ahLst/>
            <a:cxnLst/>
            <a:rect l="l" t="t" r="r" b="b"/>
            <a:pathLst>
              <a:path w="812800" h="1909904">
                <a:moveTo>
                  <a:pt x="72615" y="0"/>
                </a:moveTo>
                <a:lnTo>
                  <a:pt x="740185" y="0"/>
                </a:lnTo>
                <a:cubicBezTo>
                  <a:pt x="759443" y="0"/>
                  <a:pt x="777913" y="7651"/>
                  <a:pt x="791531" y="21269"/>
                </a:cubicBezTo>
                <a:cubicBezTo>
                  <a:pt x="805149" y="34887"/>
                  <a:pt x="812800" y="53357"/>
                  <a:pt x="812800" y="72615"/>
                </a:cubicBezTo>
                <a:lnTo>
                  <a:pt x="812800" y="1837289"/>
                </a:lnTo>
                <a:cubicBezTo>
                  <a:pt x="812800" y="1877393"/>
                  <a:pt x="780289" y="1909904"/>
                  <a:pt x="740185" y="1909904"/>
                </a:cubicBezTo>
                <a:lnTo>
                  <a:pt x="72615" y="1909904"/>
                </a:lnTo>
                <a:cubicBezTo>
                  <a:pt x="53357" y="1909904"/>
                  <a:pt x="34887" y="1902254"/>
                  <a:pt x="21269" y="1888636"/>
                </a:cubicBezTo>
                <a:cubicBezTo>
                  <a:pt x="7651" y="1875018"/>
                  <a:pt x="0" y="1856548"/>
                  <a:pt x="0" y="1837289"/>
                </a:cubicBezTo>
                <a:lnTo>
                  <a:pt x="0" y="72615"/>
                </a:lnTo>
                <a:cubicBezTo>
                  <a:pt x="0" y="53357"/>
                  <a:pt x="7651" y="34887"/>
                  <a:pt x="21269" y="21269"/>
                </a:cubicBezTo>
                <a:cubicBezTo>
                  <a:pt x="34887" y="7651"/>
                  <a:pt x="53357" y="0"/>
                  <a:pt x="72615" y="0"/>
                </a:cubicBezTo>
                <a:close/>
              </a:path>
            </a:pathLst>
          </a:custGeom>
          <a:blipFill>
            <a:blip r:embed="rId4"/>
            <a:stretch>
              <a:fillRect l="-28277" r="-28277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2" name="Freeform 32"/>
          <p:cNvSpPr/>
          <p:nvPr/>
        </p:nvSpPr>
        <p:spPr>
          <a:xfrm>
            <a:off x="2201518" y="5411030"/>
            <a:ext cx="2502514" cy="250251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71154" y="0"/>
                </a:moveTo>
                <a:lnTo>
                  <a:pt x="741646" y="0"/>
                </a:lnTo>
                <a:cubicBezTo>
                  <a:pt x="760517" y="0"/>
                  <a:pt x="778615" y="7497"/>
                  <a:pt x="791959" y="20841"/>
                </a:cubicBezTo>
                <a:cubicBezTo>
                  <a:pt x="805303" y="34185"/>
                  <a:pt x="812800" y="52283"/>
                  <a:pt x="812800" y="71154"/>
                </a:cubicBezTo>
                <a:lnTo>
                  <a:pt x="812800" y="741646"/>
                </a:lnTo>
                <a:cubicBezTo>
                  <a:pt x="812800" y="760517"/>
                  <a:pt x="805303" y="778615"/>
                  <a:pt x="791959" y="791959"/>
                </a:cubicBezTo>
                <a:cubicBezTo>
                  <a:pt x="778615" y="805303"/>
                  <a:pt x="760517" y="812800"/>
                  <a:pt x="741646" y="812800"/>
                </a:cubicBezTo>
                <a:lnTo>
                  <a:pt x="71154" y="812800"/>
                </a:lnTo>
                <a:cubicBezTo>
                  <a:pt x="52283" y="812800"/>
                  <a:pt x="34185" y="805303"/>
                  <a:pt x="20841" y="791959"/>
                </a:cubicBezTo>
                <a:cubicBezTo>
                  <a:pt x="7497" y="778615"/>
                  <a:pt x="0" y="760517"/>
                  <a:pt x="0" y="741646"/>
                </a:cubicBezTo>
                <a:lnTo>
                  <a:pt x="0" y="71154"/>
                </a:lnTo>
                <a:cubicBezTo>
                  <a:pt x="0" y="52283"/>
                  <a:pt x="7497" y="34185"/>
                  <a:pt x="20841" y="20841"/>
                </a:cubicBezTo>
                <a:cubicBezTo>
                  <a:pt x="34185" y="7497"/>
                  <a:pt x="52283" y="0"/>
                  <a:pt x="71154" y="0"/>
                </a:cubicBezTo>
                <a:close/>
              </a:path>
            </a:pathLst>
          </a:custGeom>
          <a:blipFill>
            <a:blip r:embed="rId5"/>
            <a:stretch>
              <a:fillRect l="-38888" r="-38888"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3875184" y="2095500"/>
            <a:ext cx="10537632" cy="5155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7"/>
              </a:lnSpc>
            </a:pPr>
            <a:r>
              <a:rPr lang="en-US" sz="11493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E’tiboringiz</a:t>
            </a:r>
            <a:r>
              <a:rPr lang="en-US" sz="1149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1493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uchun</a:t>
            </a:r>
            <a:r>
              <a:rPr lang="en-US" sz="1149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1493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rahmat</a:t>
            </a:r>
            <a:r>
              <a:rPr lang="en-US" sz="1149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213</Words>
  <Application>Microsoft Office PowerPoint</Application>
  <PresentationFormat>Произвольный</PresentationFormat>
  <Paragraphs>17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Poppins Semi-Bold</vt:lpstr>
      <vt:lpstr>Calibri</vt:lpstr>
      <vt:lpstr>Poppins Bold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15</cp:revision>
  <dcterms:created xsi:type="dcterms:W3CDTF">2006-08-16T00:00:00Z</dcterms:created>
  <dcterms:modified xsi:type="dcterms:W3CDTF">2026-07-25T13:13:29Z</dcterms:modified>
  <dc:identifier>DAHCIl3asbU</dc:identifier>
</cp:coreProperties>
</file>