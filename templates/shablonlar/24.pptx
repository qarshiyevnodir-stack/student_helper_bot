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5" r:id="rId8"/>
    <p:sldId id="266" r:id="rId9"/>
  </p:sldIdLst>
  <p:sldSz cx="18288000" cy="10287000"/>
  <p:notesSz cx="6858000" cy="9144000"/>
  <p:embeddedFontLst>
    <p:embeddedFont>
      <p:font typeface="Aileron" panose="020B0604020202020204" charset="0"/>
      <p:regular r:id="rId10"/>
    </p:embeddedFont>
    <p:embeddedFont>
      <p:font typeface="Aileron Light Italics" panose="020B0604020202020204" charset="0"/>
      <p:regular r:id="rId11"/>
    </p:embeddedFont>
    <p:embeddedFont>
      <p:font typeface="Anton Italics"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596" y="4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T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T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T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T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6245544" y="3775135"/>
            <a:ext cx="12042456" cy="1231106"/>
          </a:xfrm>
          <a:prstGeom prst="rect">
            <a:avLst/>
          </a:prstGeom>
        </p:spPr>
        <p:txBody>
          <a:bodyPr wrap="square" lIns="0" tIns="0" rIns="0" bIns="0" rtlCol="0" anchor="ctr">
            <a:spAutoFit/>
          </a:bodyPr>
          <a:lstStyle/>
          <a:p>
            <a:pPr algn="l">
              <a:spcBef>
                <a:spcPct val="0"/>
              </a:spcBef>
            </a:pPr>
            <a:r>
              <a:rPr lang="en-US" sz="8000" i="1" dirty="0">
                <a:solidFill>
                  <a:srgbClr val="FFFFFF"/>
                </a:solidFill>
                <a:latin typeface="Anton Italics"/>
                <a:ea typeface="Anton Italics"/>
                <a:cs typeface="Anton Italics"/>
                <a:sym typeface="Anton Italics"/>
              </a:rPr>
              <a:t>SPORTS</a:t>
            </a:r>
          </a:p>
        </p:txBody>
      </p:sp>
      <p:sp>
        <p:nvSpPr>
          <p:cNvPr id="18" name="TextBox 18"/>
          <p:cNvSpPr txBox="1"/>
          <p:nvPr/>
        </p:nvSpPr>
        <p:spPr>
          <a:xfrm>
            <a:off x="1530480" y="9504343"/>
            <a:ext cx="4852397" cy="328295"/>
          </a:xfrm>
          <a:prstGeom prst="rect">
            <a:avLst/>
          </a:prstGeom>
        </p:spPr>
        <p:txBody>
          <a:bodyPr lIns="0" tIns="0" rIns="0" bIns="0" rtlCol="0" anchor="t">
            <a:spAutoFit/>
          </a:bodyPr>
          <a:lstStyle/>
          <a:p>
            <a:pPr>
              <a:lnSpc>
                <a:spcPts val="2800"/>
              </a:lnSpc>
              <a:spcBef>
                <a:spcPct val="0"/>
              </a:spcBef>
            </a:pPr>
            <a:r>
              <a:rPr lang="en-US" sz="2000">
                <a:solidFill>
                  <a:srgbClr val="FFFFFF"/>
                </a:solidFill>
                <a:latin typeface="Aileron"/>
                <a:ea typeface="Aileron"/>
                <a:cs typeface="Aileron"/>
                <a:sym typeface="Aileron"/>
              </a:rPr>
              <a:t>www.reallygreatsite.com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extBox 15"/>
          <p:cNvSpPr txBox="1"/>
          <p:nvPr/>
        </p:nvSpPr>
        <p:spPr>
          <a:xfrm>
            <a:off x="1676400" y="593239"/>
            <a:ext cx="7016158" cy="2107056"/>
          </a:xfrm>
          <a:prstGeom prst="rect">
            <a:avLst/>
          </a:prstGeom>
        </p:spPr>
        <p:txBody>
          <a:bodyPr wrap="square" lIns="0" tIns="0" rIns="0" bIns="0" rtlCol="0" anchor="t">
            <a:spAutoFit/>
          </a:bodyPr>
          <a:lstStyle/>
          <a:p>
            <a:pPr algn="ctr">
              <a:lnSpc>
                <a:spcPts val="17213"/>
              </a:lnSpc>
              <a:spcBef>
                <a:spcPct val="0"/>
              </a:spcBef>
            </a:pPr>
            <a:r>
              <a:rPr lang="en-US" sz="12295" i="1" dirty="0">
                <a:solidFill>
                  <a:srgbClr val="FFFFFF"/>
                </a:solidFill>
                <a:latin typeface="Anton Italics"/>
                <a:ea typeface="Anton Italics"/>
                <a:cs typeface="Anton Italics"/>
                <a:sym typeface="Anton Italics"/>
              </a:rPr>
              <a:t>REJA</a:t>
            </a:r>
          </a:p>
        </p:txBody>
      </p:sp>
      <p:sp>
        <p:nvSpPr>
          <p:cNvPr id="25" name="TextBox 25"/>
          <p:cNvSpPr txBox="1"/>
          <p:nvPr/>
        </p:nvSpPr>
        <p:spPr>
          <a:xfrm>
            <a:off x="2564650" y="3716522"/>
            <a:ext cx="8789149" cy="2841804"/>
          </a:xfrm>
          <a:prstGeom prst="rect">
            <a:avLst/>
          </a:prstGeom>
        </p:spPr>
        <p:txBody>
          <a:bodyPr wrap="square" lIns="0" tIns="0" rIns="0" bIns="0" rtlCol="0" anchor="t">
            <a:spAutoFit/>
          </a:bodyPr>
          <a:lstStyle/>
          <a:p>
            <a:pPr marL="457200" indent="-457200" algn="just">
              <a:lnSpc>
                <a:spcPts val="2800"/>
              </a:lnSpc>
              <a:spcBef>
                <a:spcPct val="0"/>
              </a:spcBef>
              <a:buFont typeface="+mj-lt"/>
              <a:buAutoNum type="arabicPeriod"/>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p>
          <a:p>
            <a:pPr marL="457200" indent="-457200" algn="just">
              <a:lnSpc>
                <a:spcPts val="2800"/>
              </a:lnSpc>
              <a:spcBef>
                <a:spcPct val="0"/>
              </a:spcBef>
              <a:buFont typeface="+mj-lt"/>
              <a:buAutoNum type="arabicPeriod"/>
            </a:pPr>
            <a:r>
              <a:rPr lang="en-US" sz="2000" i="1" dirty="0">
                <a:solidFill>
                  <a:srgbClr val="FFFFFF"/>
                </a:solidFill>
                <a:latin typeface="Aileron Light Italics"/>
                <a:ea typeface="Aileron Light Italics"/>
                <a:cs typeface="Aileron Light Italics"/>
                <a:sym typeface="Aileron Light Italics"/>
              </a:rPr>
              <a:t>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a:t>
            </a:r>
          </a:p>
          <a:p>
            <a:pPr marL="457200" indent="-457200" algn="just">
              <a:lnSpc>
                <a:spcPts val="2800"/>
              </a:lnSpc>
              <a:spcBef>
                <a:spcPct val="0"/>
              </a:spcBef>
              <a:buFont typeface="+mj-lt"/>
              <a:buAutoNum type="arabicPeriod"/>
            </a:pPr>
            <a:r>
              <a:rPr lang="en-US" sz="2000" i="1" dirty="0">
                <a:solidFill>
                  <a:srgbClr val="FFFFFF"/>
                </a:solidFill>
                <a:latin typeface="Aileron Light Italics"/>
                <a:ea typeface="Aileron Light Italics"/>
                <a:cs typeface="Aileron Light Italics"/>
                <a:sym typeface="Aileron Light Italics"/>
              </a:rPr>
              <a:t>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 in. </a:t>
            </a:r>
          </a:p>
          <a:p>
            <a:pPr marL="457200" indent="-457200" algn="just">
              <a:lnSpc>
                <a:spcPts val="2800"/>
              </a:lnSpc>
              <a:spcBef>
                <a:spcPct val="0"/>
              </a:spcBef>
              <a:buFont typeface="+mj-lt"/>
              <a:buAutoNum type="arabicPeriod"/>
            </a:pPr>
            <a:r>
              <a:rPr lang="en-US" sz="2000" i="1" dirty="0" err="1">
                <a:solidFill>
                  <a:srgbClr val="FFFFFF"/>
                </a:solidFill>
                <a:latin typeface="Aileron Light Italics"/>
                <a:ea typeface="Aileron Light Italics"/>
                <a:cs typeface="Aileron Light Italics"/>
                <a:sym typeface="Aileron Light Italics"/>
              </a:rPr>
              <a:t>Nullam</a:t>
            </a:r>
            <a:r>
              <a:rPr lang="en-US" sz="2000" i="1" dirty="0">
                <a:solidFill>
                  <a:srgbClr val="FFFFFF"/>
                </a:solidFill>
                <a:latin typeface="Aileron Light Italics"/>
                <a:ea typeface="Aileron Light Italics"/>
                <a:cs typeface="Aileron Light Italics"/>
                <a:sym typeface="Aileron Light Italics"/>
              </a:rPr>
              <a:t>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orci</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feugiat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nibh</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Etiam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hendrerit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reeform 3"/>
          <p:cNvSpPr/>
          <p:nvPr/>
        </p:nvSpPr>
        <p:spPr>
          <a:xfrm>
            <a:off x="10975907" y="0"/>
            <a:ext cx="7312093" cy="10287000"/>
          </a:xfrm>
          <a:custGeom>
            <a:avLst/>
            <a:gdLst/>
            <a:ahLst/>
            <a:cxnLst/>
            <a:rect l="l" t="t" r="r" b="b"/>
            <a:pathLst>
              <a:path w="1132835" h="1593725">
                <a:moveTo>
                  <a:pt x="0" y="0"/>
                </a:moveTo>
                <a:lnTo>
                  <a:pt x="1132835" y="0"/>
                </a:lnTo>
                <a:lnTo>
                  <a:pt x="1132835" y="1593725"/>
                </a:lnTo>
                <a:lnTo>
                  <a:pt x="0" y="1593725"/>
                </a:lnTo>
                <a:close/>
              </a:path>
            </a:pathLst>
          </a:custGeom>
          <a:blipFill>
            <a:blip r:embed="rId3"/>
            <a:stretch>
              <a:fillRect l="-20966" r="-89868"/>
            </a:stretch>
          </a:blipFill>
        </p:spPr>
        <p:txBody>
          <a:bodyPr/>
          <a:lstStyle/>
          <a:p>
            <a:endParaRPr lang="ru-RU"/>
          </a:p>
        </p:txBody>
      </p:sp>
      <p:sp>
        <p:nvSpPr>
          <p:cNvPr id="4" name="TextBox 4"/>
          <p:cNvSpPr txBox="1"/>
          <p:nvPr/>
        </p:nvSpPr>
        <p:spPr>
          <a:xfrm>
            <a:off x="838200" y="800100"/>
            <a:ext cx="10137707" cy="738664"/>
          </a:xfrm>
          <a:prstGeom prst="rect">
            <a:avLst/>
          </a:prstGeom>
        </p:spPr>
        <p:txBody>
          <a:bodyPr wrap="square" lIns="0" tIns="0" rIns="0" bIns="0" rtlCol="0" anchor="t">
            <a:spAutoFit/>
          </a:bodyPr>
          <a:lstStyle/>
          <a:p>
            <a:r>
              <a:rPr lang="en-US" sz="4800" i="1" dirty="0">
                <a:solidFill>
                  <a:srgbClr val="FFFFFF"/>
                </a:solidFill>
                <a:latin typeface="Anton Italics"/>
                <a:ea typeface="Anton Italics"/>
                <a:cs typeface="Anton Italics"/>
                <a:sym typeface="Anton Italics"/>
              </a:rPr>
              <a:t>HISTORY &amp; EVOLUTION</a:t>
            </a:r>
          </a:p>
        </p:txBody>
      </p:sp>
      <p:sp>
        <p:nvSpPr>
          <p:cNvPr id="17" name="TextBox 17"/>
          <p:cNvSpPr txBox="1"/>
          <p:nvPr/>
        </p:nvSpPr>
        <p:spPr>
          <a:xfrm>
            <a:off x="685800" y="4002278"/>
            <a:ext cx="9982200" cy="1405513"/>
          </a:xfrm>
          <a:prstGeom prst="rect">
            <a:avLst/>
          </a:prstGeom>
        </p:spPr>
        <p:txBody>
          <a:bodyPr wrap="square"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2"/>
          <p:cNvSpPr txBox="1"/>
          <p:nvPr/>
        </p:nvSpPr>
        <p:spPr>
          <a:xfrm>
            <a:off x="533400" y="1266825"/>
            <a:ext cx="16687800" cy="677108"/>
          </a:xfrm>
          <a:prstGeom prst="rect">
            <a:avLst/>
          </a:prstGeom>
        </p:spPr>
        <p:txBody>
          <a:bodyPr wrap="square" lIns="0" tIns="0" rIns="0" bIns="0" rtlCol="0" anchor="t">
            <a:spAutoFit/>
          </a:bodyPr>
          <a:lstStyle/>
          <a:p>
            <a:pPr algn="ctr"/>
            <a:r>
              <a:rPr lang="en-US" sz="4400" i="1" dirty="0">
                <a:solidFill>
                  <a:srgbClr val="FFFFFF"/>
                </a:solidFill>
                <a:latin typeface="Anton Italics"/>
                <a:ea typeface="Anton Italics"/>
                <a:cs typeface="Anton Italics"/>
                <a:sym typeface="Anton Italics"/>
              </a:rPr>
              <a:t>TECHNOLOGY &amp; INNOVATION</a:t>
            </a:r>
          </a:p>
        </p:txBody>
      </p:sp>
      <p:sp>
        <p:nvSpPr>
          <p:cNvPr id="16" name="TextBox 16"/>
          <p:cNvSpPr txBox="1"/>
          <p:nvPr/>
        </p:nvSpPr>
        <p:spPr>
          <a:xfrm>
            <a:off x="110403" y="4686300"/>
            <a:ext cx="7023871" cy="1405513"/>
          </a:xfrm>
          <a:prstGeom prst="rect">
            <a:avLst/>
          </a:prstGeom>
        </p:spPr>
        <p:txBody>
          <a:bodyPr wrap="square"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a:t>
            </a:r>
          </a:p>
        </p:txBody>
      </p:sp>
      <p:sp>
        <p:nvSpPr>
          <p:cNvPr id="20" name="TextBox 20"/>
          <p:cNvSpPr txBox="1"/>
          <p:nvPr/>
        </p:nvSpPr>
        <p:spPr>
          <a:xfrm>
            <a:off x="11035529" y="4686300"/>
            <a:ext cx="7023871" cy="1405513"/>
          </a:xfrm>
          <a:prstGeom prst="rect">
            <a:avLst/>
          </a:prstGeom>
        </p:spPr>
        <p:txBody>
          <a:bodyPr wrap="square"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reeform 3"/>
          <p:cNvSpPr/>
          <p:nvPr/>
        </p:nvSpPr>
        <p:spPr>
          <a:xfrm>
            <a:off x="10484074" y="1035050"/>
            <a:ext cx="6775226" cy="5480050"/>
          </a:xfrm>
          <a:custGeom>
            <a:avLst/>
            <a:gdLst/>
            <a:ahLst/>
            <a:cxnLst/>
            <a:rect l="l" t="t" r="r" b="b"/>
            <a:pathLst>
              <a:path w="1049660" h="1139472">
                <a:moveTo>
                  <a:pt x="0" y="0"/>
                </a:moveTo>
                <a:lnTo>
                  <a:pt x="1049660" y="0"/>
                </a:lnTo>
                <a:lnTo>
                  <a:pt x="1049660" y="1139472"/>
                </a:lnTo>
                <a:lnTo>
                  <a:pt x="0" y="1139472"/>
                </a:lnTo>
                <a:close/>
              </a:path>
            </a:pathLst>
          </a:custGeom>
          <a:blipFill>
            <a:blip r:embed="rId3"/>
            <a:stretch>
              <a:fillRect l="-24884" r="-37801"/>
            </a:stretch>
          </a:blipFill>
        </p:spPr>
        <p:txBody>
          <a:bodyPr/>
          <a:lstStyle/>
          <a:p>
            <a:endParaRPr lang="ru-RU" dirty="0"/>
          </a:p>
        </p:txBody>
      </p:sp>
      <p:sp>
        <p:nvSpPr>
          <p:cNvPr id="7" name="TextBox 7"/>
          <p:cNvSpPr txBox="1"/>
          <p:nvPr/>
        </p:nvSpPr>
        <p:spPr>
          <a:xfrm>
            <a:off x="1028700" y="1701054"/>
            <a:ext cx="8518200" cy="677108"/>
          </a:xfrm>
          <a:prstGeom prst="rect">
            <a:avLst/>
          </a:prstGeom>
        </p:spPr>
        <p:txBody>
          <a:bodyPr lIns="0" tIns="0" rIns="0" bIns="0" rtlCol="0" anchor="t">
            <a:spAutoFit/>
          </a:bodyPr>
          <a:lstStyle/>
          <a:p>
            <a:pPr algn="r"/>
            <a:r>
              <a:rPr lang="en-US" sz="4400" i="1" dirty="0">
                <a:solidFill>
                  <a:srgbClr val="FFFFFF"/>
                </a:solidFill>
                <a:latin typeface="Anton Italics"/>
                <a:ea typeface="Anton Italics"/>
                <a:cs typeface="Anton Italics"/>
                <a:sym typeface="Anton Italics"/>
              </a:rPr>
              <a:t>BENEFITS OF SPORTS</a:t>
            </a:r>
          </a:p>
        </p:txBody>
      </p:sp>
      <p:sp>
        <p:nvSpPr>
          <p:cNvPr id="10" name="TextBox 10"/>
          <p:cNvSpPr txBox="1"/>
          <p:nvPr/>
        </p:nvSpPr>
        <p:spPr>
          <a:xfrm>
            <a:off x="1028699" y="6807068"/>
            <a:ext cx="6775225" cy="1405513"/>
          </a:xfrm>
          <a:prstGeom prst="rect">
            <a:avLst/>
          </a:prstGeom>
        </p:spPr>
        <p:txBody>
          <a:bodyPr wrap="square" lIns="0" tIns="0" rIns="0" bIns="0" rtlCol="0" anchor="t">
            <a:spAutoFit/>
          </a:bodyPr>
          <a:lstStyle/>
          <a:p>
            <a:pPr algn="just">
              <a:lnSpc>
                <a:spcPts val="2800"/>
              </a:lnSpc>
              <a:spcBef>
                <a:spcPct val="0"/>
              </a:spcBef>
            </a:pPr>
            <a:r>
              <a:rPr lang="en-US" sz="2000" i="1">
                <a:solidFill>
                  <a:srgbClr val="FFFFFF"/>
                </a:solidFill>
                <a:latin typeface="Aileron Light Italics"/>
                <a:ea typeface="Aileron Light Italics"/>
                <a:cs typeface="Aileron Light Italics"/>
                <a:sym typeface="Aileron Light Italics"/>
              </a:rPr>
              <a:t>Lorem ipsum dolor sit amet, consectetur adipiscing elit. Sed laoreet nisl vitae sem condimentum consectetur. Duis nec lacinia neque. Fusce molestie felis vel odio viverra faucibus. Fusce nec condimentum sapien. Nam non justo.</a:t>
            </a:r>
          </a:p>
        </p:txBody>
      </p:sp>
      <p:sp>
        <p:nvSpPr>
          <p:cNvPr id="11" name="TextBox 11"/>
          <p:cNvSpPr txBox="1"/>
          <p:nvPr/>
        </p:nvSpPr>
        <p:spPr>
          <a:xfrm>
            <a:off x="10221674" y="6807068"/>
            <a:ext cx="6775225" cy="1405513"/>
          </a:xfrm>
          <a:prstGeom prst="rect">
            <a:avLst/>
          </a:prstGeom>
        </p:spPr>
        <p:txBody>
          <a:bodyPr wrap="square"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reeform 7"/>
          <p:cNvSpPr/>
          <p:nvPr/>
        </p:nvSpPr>
        <p:spPr>
          <a:xfrm>
            <a:off x="10484074" y="1028700"/>
            <a:ext cx="6775226" cy="5080195"/>
          </a:xfrm>
          <a:custGeom>
            <a:avLst/>
            <a:gdLst/>
            <a:ahLst/>
            <a:cxnLst/>
            <a:rect l="l" t="t" r="r" b="b"/>
            <a:pathLst>
              <a:path w="1049660" h="787055">
                <a:moveTo>
                  <a:pt x="0" y="0"/>
                </a:moveTo>
                <a:lnTo>
                  <a:pt x="1049660" y="0"/>
                </a:lnTo>
                <a:lnTo>
                  <a:pt x="1049660" y="787055"/>
                </a:lnTo>
                <a:lnTo>
                  <a:pt x="0" y="787055"/>
                </a:lnTo>
                <a:close/>
              </a:path>
            </a:pathLst>
          </a:custGeom>
          <a:blipFill>
            <a:blip r:embed="rId3"/>
            <a:stretch>
              <a:fillRect l="-6185" r="-6185"/>
            </a:stretch>
          </a:blipFill>
        </p:spPr>
        <p:txBody>
          <a:bodyPr/>
          <a:lstStyle/>
          <a:p>
            <a:endParaRPr lang="ru-RU"/>
          </a:p>
        </p:txBody>
      </p:sp>
      <p:sp>
        <p:nvSpPr>
          <p:cNvPr id="8" name="TextBox 8"/>
          <p:cNvSpPr txBox="1"/>
          <p:nvPr/>
        </p:nvSpPr>
        <p:spPr>
          <a:xfrm>
            <a:off x="1028700" y="1314450"/>
            <a:ext cx="8518200" cy="677108"/>
          </a:xfrm>
          <a:prstGeom prst="rect">
            <a:avLst/>
          </a:prstGeom>
        </p:spPr>
        <p:txBody>
          <a:bodyPr lIns="0" tIns="0" rIns="0" bIns="0" rtlCol="0" anchor="t">
            <a:spAutoFit/>
          </a:bodyPr>
          <a:lstStyle/>
          <a:p>
            <a:pPr algn="l"/>
            <a:r>
              <a:rPr lang="en-US" sz="4400" i="1" dirty="0">
                <a:solidFill>
                  <a:srgbClr val="FFFFFF"/>
                </a:solidFill>
                <a:latin typeface="Anton Italics"/>
                <a:ea typeface="Anton Italics"/>
                <a:cs typeface="Anton Italics"/>
                <a:sym typeface="Anton Italics"/>
              </a:rPr>
              <a:t>MENTAL STRENGTH</a:t>
            </a:r>
          </a:p>
        </p:txBody>
      </p:sp>
      <p:sp>
        <p:nvSpPr>
          <p:cNvPr id="9" name="TextBox 9"/>
          <p:cNvSpPr txBox="1"/>
          <p:nvPr/>
        </p:nvSpPr>
        <p:spPr>
          <a:xfrm>
            <a:off x="1028700" y="6286500"/>
            <a:ext cx="7136587" cy="2111375"/>
          </a:xfrm>
          <a:prstGeom prst="rect">
            <a:avLst/>
          </a:prstGeom>
        </p:spPr>
        <p:txBody>
          <a:bodyPr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 in. </a:t>
            </a:r>
            <a:r>
              <a:rPr lang="en-US" sz="2000" i="1" dirty="0" err="1">
                <a:solidFill>
                  <a:srgbClr val="FFFFFF"/>
                </a:solidFill>
                <a:latin typeface="Aileron Light Italics"/>
                <a:ea typeface="Aileron Light Italics"/>
                <a:cs typeface="Aileron Light Italics"/>
                <a:sym typeface="Aileron Light Italics"/>
              </a:rPr>
              <a:t>Nullam</a:t>
            </a:r>
            <a:r>
              <a:rPr lang="en-US" sz="2000" i="1" dirty="0">
                <a:solidFill>
                  <a:srgbClr val="FFFFFF"/>
                </a:solidFill>
                <a:latin typeface="Aileron Light Italics"/>
                <a:ea typeface="Aileron Light Italics"/>
                <a:cs typeface="Aileron Light Italics"/>
                <a:sym typeface="Aileron Light Italics"/>
              </a:rPr>
              <a:t>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orci</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feugiat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nibh</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Etiam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hendrerit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a:t>
            </a:r>
          </a:p>
        </p:txBody>
      </p:sp>
      <p:sp>
        <p:nvSpPr>
          <p:cNvPr id="10" name="TextBox 10"/>
          <p:cNvSpPr txBox="1"/>
          <p:nvPr/>
        </p:nvSpPr>
        <p:spPr>
          <a:xfrm>
            <a:off x="10484074" y="6349782"/>
            <a:ext cx="6775226" cy="2463800"/>
          </a:xfrm>
          <a:prstGeom prst="rect">
            <a:avLst/>
          </a:prstGeom>
        </p:spPr>
        <p:txBody>
          <a:bodyPr lIns="0" tIns="0" rIns="0" bIns="0" rtlCol="0" anchor="t">
            <a:spAutoFit/>
          </a:bodyPr>
          <a:lstStyle/>
          <a:p>
            <a:pPr algn="just">
              <a:lnSpc>
                <a:spcPts val="2800"/>
              </a:lnSpc>
              <a:spcBef>
                <a:spcPct val="0"/>
              </a:spcBef>
            </a:pPr>
            <a:r>
              <a:rPr lang="en-US" sz="2000" i="1">
                <a:solidFill>
                  <a:srgbClr val="FFFFFF"/>
                </a:solidFill>
                <a:latin typeface="Aileron Light Italics"/>
                <a:ea typeface="Aileron Light Italics"/>
                <a:cs typeface="Aileron Light Italics"/>
                <a:sym typeface="Aileron Light Italics"/>
              </a:rPr>
              <a:t>Lorem ipsum dolor sit amet, consectetur adipiscing elit. Sed laoreet nisl vitae sem condimentum consectetur. Duis nec lacinia neque. Fusce molestie felis vel odio viverra faucibus. Fusce nec condimentum sapien. Nam non justo dolor. Donec rhoncus quam sem, vel blandit mauris elementum in. Nullam sit amet faucibus orci, nec feugiat nibh. Etiam hendrerit faucibus molestie.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4"/>
          <p:cNvSpPr txBox="1"/>
          <p:nvPr/>
        </p:nvSpPr>
        <p:spPr>
          <a:xfrm>
            <a:off x="1028700" y="1338304"/>
            <a:ext cx="16344900" cy="677108"/>
          </a:xfrm>
          <a:prstGeom prst="rect">
            <a:avLst/>
          </a:prstGeom>
        </p:spPr>
        <p:txBody>
          <a:bodyPr wrap="square" lIns="0" tIns="0" rIns="0" bIns="0" rtlCol="0" anchor="t">
            <a:spAutoFit/>
          </a:bodyPr>
          <a:lstStyle/>
          <a:p>
            <a:pPr algn="l"/>
            <a:r>
              <a:rPr lang="en-US" sz="4400" i="1" dirty="0">
                <a:solidFill>
                  <a:srgbClr val="FFFFFF"/>
                </a:solidFill>
                <a:latin typeface="Anton Italics"/>
                <a:ea typeface="Anton Italics"/>
                <a:cs typeface="Anton Italics"/>
                <a:sym typeface="Anton Italics"/>
              </a:rPr>
              <a:t>WHAT’S NEXT FOR SPORTS? </a:t>
            </a:r>
          </a:p>
        </p:txBody>
      </p:sp>
      <p:sp>
        <p:nvSpPr>
          <p:cNvPr id="17" name="TextBox 17"/>
          <p:cNvSpPr txBox="1"/>
          <p:nvPr/>
        </p:nvSpPr>
        <p:spPr>
          <a:xfrm>
            <a:off x="1028700" y="5878187"/>
            <a:ext cx="6424693" cy="1758950"/>
          </a:xfrm>
          <a:prstGeom prst="rect">
            <a:avLst/>
          </a:prstGeom>
        </p:spPr>
        <p:txBody>
          <a:bodyPr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a:t>
            </a:r>
            <a:r>
              <a:rPr lang="en-US" sz="2000" i="1" dirty="0" err="1">
                <a:solidFill>
                  <a:srgbClr val="FFFFFF"/>
                </a:solidFill>
                <a:latin typeface="Aileron Light Italics"/>
                <a:ea typeface="Aileron Light Italics"/>
                <a:cs typeface="Aileron Light Italics"/>
                <a:sym typeface="Aileron Light Italics"/>
              </a:rPr>
              <a:t>nec</a:t>
            </a:r>
            <a:r>
              <a:rPr lang="en-US" sz="2000" i="1" dirty="0">
                <a:solidFill>
                  <a:srgbClr val="FFFFFF"/>
                </a:solidFill>
                <a:latin typeface="Aileron Light Italics"/>
                <a:ea typeface="Aileron Light Italics"/>
                <a:cs typeface="Aileron Light Italics"/>
                <a:sym typeface="Aileron Light Italics"/>
              </a:rPr>
              <a:t>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nec</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a:t>
            </a:r>
          </a:p>
        </p:txBody>
      </p:sp>
      <p:sp>
        <p:nvSpPr>
          <p:cNvPr id="18" name="TextBox 18"/>
          <p:cNvSpPr txBox="1"/>
          <p:nvPr/>
        </p:nvSpPr>
        <p:spPr>
          <a:xfrm>
            <a:off x="9774165" y="4240213"/>
            <a:ext cx="6970509" cy="1758950"/>
          </a:xfrm>
          <a:prstGeom prst="rect">
            <a:avLst/>
          </a:prstGeom>
        </p:spPr>
        <p:txBody>
          <a:bodyPr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 in.</a:t>
            </a:r>
          </a:p>
        </p:txBody>
      </p:sp>
      <p:sp>
        <p:nvSpPr>
          <p:cNvPr id="19" name="TextBox 19"/>
          <p:cNvSpPr txBox="1"/>
          <p:nvPr/>
        </p:nvSpPr>
        <p:spPr>
          <a:xfrm>
            <a:off x="9774165" y="6869745"/>
            <a:ext cx="6970509" cy="1758950"/>
          </a:xfrm>
          <a:prstGeom prst="rect">
            <a:avLst/>
          </a:prstGeom>
        </p:spPr>
        <p:txBody>
          <a:bodyPr lIns="0" tIns="0" rIns="0" bIns="0" rtlCol="0" anchor="t">
            <a:spAutoFit/>
          </a:bodyPr>
          <a:lstStyle/>
          <a:p>
            <a:pPr algn="just">
              <a:lnSpc>
                <a:spcPts val="2800"/>
              </a:lnSpc>
              <a:spcBef>
                <a:spcPct val="0"/>
              </a:spcBef>
            </a:pPr>
            <a:r>
              <a:rPr lang="en-US" sz="2000" i="1" dirty="0">
                <a:solidFill>
                  <a:srgbClr val="FFFFFF"/>
                </a:solidFill>
                <a:latin typeface="Aileron Light Italics"/>
                <a:ea typeface="Aileron Light Italics"/>
                <a:cs typeface="Aileron Light Italics"/>
                <a:sym typeface="Aileron Light Italics"/>
              </a:rPr>
              <a:t>Lorem ipsum dolor sit </a:t>
            </a:r>
            <a:r>
              <a:rPr lang="en-US" sz="2000" i="1" dirty="0" err="1">
                <a:solidFill>
                  <a:srgbClr val="FFFFFF"/>
                </a:solidFill>
                <a:latin typeface="Aileron Light Italics"/>
                <a:ea typeface="Aileron Light Italics"/>
                <a:cs typeface="Aileron Light Italics"/>
                <a:sym typeface="Aileron Light Italics"/>
              </a:rPr>
              <a:t>amet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adipiscing</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elit</a:t>
            </a:r>
            <a:r>
              <a:rPr lang="en-US" sz="2000" i="1" dirty="0">
                <a:solidFill>
                  <a:srgbClr val="FFFFFF"/>
                </a:solidFill>
                <a:latin typeface="Aileron Light Italics"/>
                <a:ea typeface="Aileron Light Italics"/>
                <a:cs typeface="Aileron Light Italics"/>
                <a:sym typeface="Aileron Light Italics"/>
              </a:rPr>
              <a:t>. Sed </a:t>
            </a:r>
            <a:r>
              <a:rPr lang="en-US" sz="2000" i="1" dirty="0" err="1">
                <a:solidFill>
                  <a:srgbClr val="FFFFFF"/>
                </a:solidFill>
                <a:latin typeface="Aileron Light Italics"/>
                <a:ea typeface="Aileron Light Italics"/>
                <a:cs typeface="Aileron Light Italics"/>
                <a:sym typeface="Aileron Light Italics"/>
              </a:rPr>
              <a:t>laoreet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nisl</a:t>
            </a:r>
            <a:r>
              <a:rPr lang="en-US" sz="2000" i="1" dirty="0">
                <a:solidFill>
                  <a:srgbClr val="FFFFFF"/>
                </a:solidFill>
                <a:latin typeface="Aileron Light Italics"/>
                <a:ea typeface="Aileron Light Italics"/>
                <a:cs typeface="Aileron Light Italics"/>
                <a:sym typeface="Aileron Light Italics"/>
              </a:rPr>
              <a:t> vitae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consectetur</a:t>
            </a:r>
            <a:r>
              <a:rPr lang="en-US" sz="2000" i="1" dirty="0">
                <a:solidFill>
                  <a:srgbClr val="FFFFFF"/>
                </a:solidFill>
                <a:latin typeface="Aileron Light Italics"/>
                <a:ea typeface="Aileron Light Italics"/>
                <a:cs typeface="Aileron Light Italics"/>
                <a:sym typeface="Aileron Light Italics"/>
              </a:rPr>
              <a:t>. Duis nec lacinia </a:t>
            </a:r>
            <a:r>
              <a:rPr lang="en-US" sz="2000" i="1" dirty="0" err="1">
                <a:solidFill>
                  <a:srgbClr val="FFFFFF"/>
                </a:solidFill>
                <a:latin typeface="Aileron Light Italics"/>
                <a:ea typeface="Aileron Light Italics"/>
                <a:cs typeface="Aileron Light Italics"/>
                <a:sym typeface="Aileron Light Italics"/>
              </a:rPr>
              <a:t>neque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molestie</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felis</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odio</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viverra</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faucibus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Fusce</a:t>
            </a:r>
            <a:r>
              <a:rPr lang="en-US" sz="2000" i="1" dirty="0">
                <a:solidFill>
                  <a:srgbClr val="FFFFFF"/>
                </a:solidFill>
                <a:latin typeface="Aileron Light Italics"/>
                <a:ea typeface="Aileron Light Italics"/>
                <a:cs typeface="Aileron Light Italics"/>
                <a:sym typeface="Aileron Light Italics"/>
              </a:rPr>
              <a:t> nec </a:t>
            </a:r>
            <a:r>
              <a:rPr lang="en-US" sz="2000" i="1" dirty="0" err="1">
                <a:solidFill>
                  <a:srgbClr val="FFFFFF"/>
                </a:solidFill>
                <a:latin typeface="Aileron Light Italics"/>
                <a:ea typeface="Aileron Light Italics"/>
                <a:cs typeface="Aileron Light Italics"/>
                <a:sym typeface="Aileron Light Italics"/>
              </a:rPr>
              <a:t>condimentum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sapien</a:t>
            </a:r>
            <a:r>
              <a:rPr lang="en-US" sz="2000" i="1" dirty="0">
                <a:solidFill>
                  <a:srgbClr val="FFFFFF"/>
                </a:solidFill>
                <a:latin typeface="Aileron Light Italics"/>
                <a:ea typeface="Aileron Light Italics"/>
                <a:cs typeface="Aileron Light Italics"/>
                <a:sym typeface="Aileron Light Italics"/>
              </a:rPr>
              <a:t>. Nam non </a:t>
            </a:r>
            <a:r>
              <a:rPr lang="en-US" sz="2000" i="1" dirty="0" err="1">
                <a:solidFill>
                  <a:srgbClr val="FFFFFF"/>
                </a:solidFill>
                <a:latin typeface="Aileron Light Italics"/>
                <a:ea typeface="Aileron Light Italics"/>
                <a:cs typeface="Aileron Light Italics"/>
                <a:sym typeface="Aileron Light Italics"/>
              </a:rPr>
              <a:t>justo</a:t>
            </a:r>
            <a:r>
              <a:rPr lang="en-US" sz="2000" i="1" dirty="0">
                <a:solidFill>
                  <a:srgbClr val="FFFFFF"/>
                </a:solidFill>
                <a:latin typeface="Aileron Light Italics"/>
                <a:ea typeface="Aileron Light Italics"/>
                <a:cs typeface="Aileron Light Italics"/>
                <a:sym typeface="Aileron Light Italics"/>
              </a:rPr>
              <a:t> dolor. Donec </a:t>
            </a:r>
            <a:r>
              <a:rPr lang="en-US" sz="2000" i="1" dirty="0" err="1">
                <a:solidFill>
                  <a:srgbClr val="FFFFFF"/>
                </a:solidFill>
                <a:latin typeface="Aileron Light Italics"/>
                <a:ea typeface="Aileron Light Italics"/>
                <a:cs typeface="Aileron Light Italics"/>
                <a:sym typeface="Aileron Light Italics"/>
              </a:rPr>
              <a:t>rhoncus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quam</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sem</a:t>
            </a:r>
            <a:r>
              <a:rPr lang="en-US" sz="2000" i="1" dirty="0">
                <a:solidFill>
                  <a:srgbClr val="FFFFFF"/>
                </a:solidFill>
                <a:latin typeface="Aileron Light Italics"/>
                <a:ea typeface="Aileron Light Italics"/>
                <a:cs typeface="Aileron Light Italics"/>
                <a:sym typeface="Aileron Light Italics"/>
              </a:rPr>
              <a:t>, vel </a:t>
            </a:r>
            <a:r>
              <a:rPr lang="en-US" sz="2000" i="1" dirty="0" err="1">
                <a:solidFill>
                  <a:srgbClr val="FFFFFF"/>
                </a:solidFill>
                <a:latin typeface="Aileron Light Italics"/>
                <a:ea typeface="Aileron Light Italics"/>
                <a:cs typeface="Aileron Light Italics"/>
                <a:sym typeface="Aileron Light Italics"/>
              </a:rPr>
              <a:t>blandit</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mauris</a:t>
            </a:r>
            <a:r>
              <a:rPr lang="en-US" sz="2000" i="1" dirty="0">
                <a:solidFill>
                  <a:srgbClr val="FFFFFF"/>
                </a:solidFill>
                <a:latin typeface="Aileron Light Italics"/>
                <a:ea typeface="Aileron Light Italics"/>
                <a:cs typeface="Aileron Light Italics"/>
                <a:sym typeface="Aileron Light Italics"/>
              </a:rPr>
              <a:t> </a:t>
            </a:r>
            <a:r>
              <a:rPr lang="en-US" sz="2000" i="1" dirty="0" err="1">
                <a:solidFill>
                  <a:srgbClr val="FFFFFF"/>
                </a:solidFill>
                <a:latin typeface="Aileron Light Italics"/>
                <a:ea typeface="Aileron Light Italics"/>
                <a:cs typeface="Aileron Light Italics"/>
                <a:sym typeface="Aileron Light Italics"/>
              </a:rPr>
              <a:t>elementum</a:t>
            </a:r>
            <a:r>
              <a:rPr lang="en-US" sz="2000" i="1" dirty="0">
                <a:solidFill>
                  <a:srgbClr val="FFFFFF"/>
                </a:solidFill>
                <a:latin typeface="Aileron Light Italics"/>
                <a:ea typeface="Aileron Light Italics"/>
                <a:cs typeface="Aileron Light Italics"/>
                <a:sym typeface="Aileron Light Italics"/>
              </a:rPr>
              <a:t> 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6245544" y="4032976"/>
            <a:ext cx="10527853" cy="3046988"/>
          </a:xfrm>
          <a:prstGeom prst="rect">
            <a:avLst/>
          </a:prstGeom>
        </p:spPr>
        <p:txBody>
          <a:bodyPr lIns="0" tIns="0" rIns="0" bIns="0" rtlCol="0" anchor="t">
            <a:spAutoFit/>
          </a:bodyPr>
          <a:lstStyle/>
          <a:p>
            <a:pPr algn="ctr"/>
            <a:r>
              <a:rPr lang="en-US" sz="9900" i="1" dirty="0">
                <a:solidFill>
                  <a:srgbClr val="FFFFFF"/>
                </a:solidFill>
                <a:latin typeface="Anton Italics"/>
                <a:ea typeface="Anton Italics"/>
                <a:cs typeface="Anton Italics"/>
                <a:sym typeface="Anton Italics"/>
              </a:rP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594</Words>
  <Application>Microsoft Office PowerPoint</Application>
  <PresentationFormat>Произвольный</PresentationFormat>
  <Paragraphs>23</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Calibri</vt:lpstr>
      <vt:lpstr>Anton Italics</vt:lpstr>
      <vt:lpstr>Aileron</vt:lpstr>
      <vt:lpstr>Aileron Light Italics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Brown Abstract Doodle Wood Board Group Project Presentation</dc:title>
  <cp:lastModifiedBy>Nodir Qarshiyev</cp:lastModifiedBy>
  <cp:revision>10</cp:revision>
  <dcterms:created xsi:type="dcterms:W3CDTF">2006-08-16T00:00:00Z</dcterms:created>
  <dcterms:modified xsi:type="dcterms:W3CDTF">2026-07-26T03:33:52Z</dcterms:modified>
  <dc:identifier>DAHCIl3asbU</dc:identifier>
</cp:coreProperties>
</file>