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10"/>
  </p:notesMasterIdLst>
  <p:sldIdLst>
    <p:sldId id="256" r:id="rId2"/>
    <p:sldId id="257" r:id="rId3"/>
    <p:sldId id="274" r:id="rId4"/>
    <p:sldId id="276" r:id="rId5"/>
    <p:sldId id="287" r:id="rId6"/>
    <p:sldId id="288" r:id="rId7"/>
    <p:sldId id="289" r:id="rId8"/>
    <p:sldId id="277" r:id="rId9"/>
  </p:sldIdLst>
  <p:sldSz cx="9144000" cy="5143500" type="screen16x9"/>
  <p:notesSz cx="6858000" cy="9144000"/>
  <p:embeddedFontLst>
    <p:embeddedFont>
      <p:font typeface="Livvic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  <p:embeddedFont>
      <p:font typeface="Roboto Condensed Light" panose="02000000000000000000" pitchFamily="2" charset="0"/>
      <p:regular r:id="rId19"/>
      <p:bold r:id="rId20"/>
      <p:italic r:id="rId21"/>
      <p:boldItalic r:id="rId22"/>
    </p:embeddedFont>
    <p:embeddedFont>
      <p:font typeface="Squada On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63026B-B386-4A51-8FA4-D2D515F8F404}">
  <a:tblStyle styleId="{9563026B-B386-4A51-8FA4-D2D515F8F4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a39e48574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a39e48574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a39e48574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a39e48574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a39e48574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a39e48574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a39e48574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a39e48574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a39e48574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a39e485748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a39e48574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a39e48574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11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ctrTitle"/>
          </p:nvPr>
        </p:nvSpPr>
        <p:spPr>
          <a:xfrm>
            <a:off x="5225420" y="1852550"/>
            <a:ext cx="2965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5242550" y="2648825"/>
            <a:ext cx="29307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12650" y="344875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715985" y="-157865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4838200" y="1496605"/>
            <a:ext cx="3242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2"/>
          </p:nvPr>
        </p:nvSpPr>
        <p:spPr>
          <a:xfrm>
            <a:off x="4838200" y="3792973"/>
            <a:ext cx="3242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ctrTitle" idx="3"/>
          </p:nvPr>
        </p:nvSpPr>
        <p:spPr>
          <a:xfrm>
            <a:off x="4838200" y="1336535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ctrTitle" idx="4"/>
          </p:nvPr>
        </p:nvSpPr>
        <p:spPr>
          <a:xfrm>
            <a:off x="4838200" y="3626911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75" y="-5334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4675" y="354977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4226350" y="2752750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4226350" y="441872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4">
  <p:cSld name="CUSTOM_17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3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87" name="Google Shape;38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8926" y="4150897"/>
            <a:ext cx="1414025" cy="1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67964" y="4293802"/>
            <a:ext cx="1414025" cy="1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125"/>
          <p:cNvPicPr preferRelativeResize="0"/>
          <p:nvPr/>
        </p:nvPicPr>
        <p:blipFill rotWithShape="1">
          <a:blip r:embed="rId3">
            <a:alphaModFix/>
          </a:blip>
          <a:srcRect l="18452" r="10852"/>
          <a:stretch/>
        </p:blipFill>
        <p:spPr>
          <a:xfrm>
            <a:off x="467439" y="832800"/>
            <a:ext cx="4010704" cy="378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8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-38650"/>
            <a:ext cx="3300524" cy="29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843475" y="0"/>
            <a:ext cx="3300524" cy="29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4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1223" name="Google Shape;1223;p126"/>
          <p:cNvPicPr preferRelativeResize="0"/>
          <p:nvPr/>
        </p:nvPicPr>
        <p:blipFill rotWithShape="1">
          <a:blip r:embed="rId3">
            <a:alphaModFix/>
          </a:blip>
          <a:srcRect l="29783" r="29469"/>
          <a:stretch/>
        </p:blipFill>
        <p:spPr>
          <a:xfrm>
            <a:off x="852795" y="834375"/>
            <a:ext cx="1512425" cy="37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6">
  <p:cSld name="CUSTOM_19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71524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72867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5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1230" name="Google Shape;1230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78780" y="819025"/>
            <a:ext cx="6851052" cy="364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ubTitle" idx="1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226" name="Google Shape;226;p28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7" name="Google Shape;22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0" y="21349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5" y="-200131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398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7" r:id="rId4"/>
    <p:sldLayoutId id="2147483668" r:id="rId5"/>
    <p:sldLayoutId id="2147483689" r:id="rId6"/>
    <p:sldLayoutId id="2147483690" r:id="rId7"/>
    <p:sldLayoutId id="2147483691" r:id="rId8"/>
    <p:sldLayoutId id="2147483696" r:id="rId9"/>
    <p:sldLayoutId id="2147483709" r:id="rId10"/>
    <p:sldLayoutId id="2147483710" r:id="rId11"/>
    <p:sldLayoutId id="214748373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title"/>
          </p:nvPr>
        </p:nvSpPr>
        <p:spPr>
          <a:xfrm>
            <a:off x="558800" y="483220"/>
            <a:ext cx="8229600" cy="30182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 dirty="0"/>
              <a:t>TECH STARTUP</a:t>
            </a:r>
            <a:endParaRPr sz="5000" dirty="0"/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457200" y="4172240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Here is where your presentation begins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REJA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2" name="Google Shape;772;p95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Condensed"/>
              <a:buAutoNum type="arabicPeriod"/>
            </a:pPr>
            <a:r>
              <a:rPr lang="en" sz="1600" b="1" dirty="0"/>
              <a:t>A slide structure based on a presentation of a startup, which you can easily adapt to your needs. For more info on how to edit the template, please visit</a:t>
            </a:r>
            <a:endParaRPr sz="1600"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Condensed"/>
              <a:buAutoNum type="arabicPeriod"/>
            </a:pPr>
            <a:r>
              <a:rPr lang="en" sz="1600" b="1" dirty="0"/>
              <a:t>An assortment of pictures and illustrations that are suitable for use in the presentation can be found in, plus several slides with .</a:t>
            </a:r>
            <a:endParaRPr sz="1600"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Condensed"/>
              <a:buAutoNum type="arabicPeriod"/>
            </a:pPr>
            <a:r>
              <a:rPr lang="en" sz="1600" b="1" dirty="0"/>
              <a:t>A slide, which you must keep so that proper credits for our design are given.</a:t>
            </a:r>
            <a:endParaRPr sz="1600" b="1" dirty="0"/>
          </a:p>
          <a:p>
            <a: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Condensed"/>
              <a:buAutoNum type="arabicPeriod"/>
            </a:pPr>
            <a:r>
              <a:rPr lang="en" sz="1600" b="1" dirty="0"/>
              <a:t>A slide, where you’ll find links to all the elements used in the template.</a:t>
            </a:r>
            <a:endParaRPr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12"/>
          <p:cNvSpPr txBox="1">
            <a:spLocks noGrp="1"/>
          </p:cNvSpPr>
          <p:nvPr>
            <p:ph type="ctrTitle"/>
          </p:nvPr>
        </p:nvSpPr>
        <p:spPr>
          <a:xfrm>
            <a:off x="3381829" y="441991"/>
            <a:ext cx="5682343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954" name="Google Shape;954;p112"/>
          <p:cNvSpPr txBox="1">
            <a:spLocks noGrp="1"/>
          </p:cNvSpPr>
          <p:nvPr>
            <p:ph type="subTitle" idx="1"/>
          </p:nvPr>
        </p:nvSpPr>
        <p:spPr>
          <a:xfrm>
            <a:off x="3528060" y="1852550"/>
            <a:ext cx="5387340" cy="25137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Mercury is the closest planet to the Sun and the smallest one in the Solar System—it’s only a bit larger than the Moon. The planet’s name has nothing to do with the liquid metal</a:t>
            </a:r>
          </a:p>
        </p:txBody>
      </p:sp>
      <p:pic>
        <p:nvPicPr>
          <p:cNvPr id="955" name="Google Shape;955;p112"/>
          <p:cNvPicPr preferRelativeResize="0"/>
          <p:nvPr/>
        </p:nvPicPr>
        <p:blipFill rotWithShape="1">
          <a:blip r:embed="rId3">
            <a:alphaModFix/>
          </a:blip>
          <a:srcRect l="19303" t="-24292" r="19303" b="40526"/>
          <a:stretch/>
        </p:blipFill>
        <p:spPr>
          <a:xfrm rot="5400000" flipH="1">
            <a:off x="-239711" y="177939"/>
            <a:ext cx="5220724" cy="4741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14"/>
          <p:cNvSpPr txBox="1">
            <a:spLocks noGrp="1"/>
          </p:cNvSpPr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COMPETITIVE ADVANTAGE</a:t>
            </a:r>
            <a:endParaRPr dirty="0"/>
          </a:p>
        </p:txBody>
      </p:sp>
      <p:sp>
        <p:nvSpPr>
          <p:cNvPr id="971" name="Google Shape;971;p114"/>
          <p:cNvSpPr txBox="1">
            <a:spLocks noGrp="1"/>
          </p:cNvSpPr>
          <p:nvPr>
            <p:ph type="subTitle" idx="1"/>
          </p:nvPr>
        </p:nvSpPr>
        <p:spPr>
          <a:xfrm>
            <a:off x="4251961" y="495300"/>
            <a:ext cx="4434764" cy="1833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Mercury is the closest planet to the Sun and the smallest one in the Solar System—it’s only a bit larger than the Moon  </a:t>
            </a:r>
          </a:p>
        </p:txBody>
      </p:sp>
      <p:sp>
        <p:nvSpPr>
          <p:cNvPr id="972" name="Google Shape;972;p114"/>
          <p:cNvSpPr txBox="1">
            <a:spLocks noGrp="1"/>
          </p:cNvSpPr>
          <p:nvPr>
            <p:ph type="subTitle" idx="2"/>
          </p:nvPr>
        </p:nvSpPr>
        <p:spPr>
          <a:xfrm>
            <a:off x="4251961" y="2814270"/>
            <a:ext cx="4434764" cy="1833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Venus has a beautiful name and is the second planet from the Sun. It’s terribly hot—even hotter than Mercury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5" name="Google Shape;1215;p125"/>
          <p:cNvPicPr preferRelativeResize="0"/>
          <p:nvPr/>
        </p:nvPicPr>
        <p:blipFill rotWithShape="1">
          <a:blip r:embed="rId3">
            <a:alphaModFix/>
          </a:blip>
          <a:srcRect l="17562" t="-11670" r="18671" b="-15459"/>
          <a:stretch/>
        </p:blipFill>
        <p:spPr>
          <a:xfrm rot="-5400000">
            <a:off x="1175856" y="1007010"/>
            <a:ext cx="2493000" cy="3307200"/>
          </a:xfrm>
          <a:prstGeom prst="roundRect">
            <a:avLst>
              <a:gd name="adj" fmla="val 4617"/>
            </a:avLst>
          </a:prstGeom>
          <a:noFill/>
          <a:ln>
            <a:noFill/>
          </a:ln>
        </p:spPr>
      </p:pic>
      <p:sp>
        <p:nvSpPr>
          <p:cNvPr id="1216" name="Google Shape;1216;p125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1217" name="Google Shape;1217;p125"/>
          <p:cNvSpPr txBox="1"/>
          <p:nvPr/>
        </p:nvSpPr>
        <p:spPr>
          <a:xfrm>
            <a:off x="4665858" y="1414109"/>
            <a:ext cx="3709385" cy="32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Insert your multimedia content here Images reveal large amounts of data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26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pic>
        <p:nvPicPr>
          <p:cNvPr id="1224" name="Google Shape;1224;p126"/>
          <p:cNvPicPr preferRelativeResize="0"/>
          <p:nvPr/>
        </p:nvPicPr>
        <p:blipFill rotWithShape="1">
          <a:blip r:embed="rId3">
            <a:alphaModFix/>
          </a:blip>
          <a:srcRect l="19216" r="48127"/>
          <a:stretch/>
        </p:blipFill>
        <p:spPr>
          <a:xfrm>
            <a:off x="958870" y="1433250"/>
            <a:ext cx="1300200" cy="2649000"/>
          </a:xfrm>
          <a:prstGeom prst="roundRect">
            <a:avLst>
              <a:gd name="adj" fmla="val 8492"/>
            </a:avLst>
          </a:prstGeom>
          <a:noFill/>
          <a:ln>
            <a:noFill/>
          </a:ln>
        </p:spPr>
      </p:pic>
      <p:sp>
        <p:nvSpPr>
          <p:cNvPr id="1225" name="Google Shape;1225;p126"/>
          <p:cNvSpPr txBox="1"/>
          <p:nvPr/>
        </p:nvSpPr>
        <p:spPr>
          <a:xfrm>
            <a:off x="3046350" y="1203960"/>
            <a:ext cx="4779389" cy="334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Insert your multimedia content here Images reveal large amounts of data </a:t>
            </a:r>
            <a:endParaRPr lang="en-US" sz="1200" dirty="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7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1232" name="Google Shape;1232;p127"/>
          <p:cNvSpPr txBox="1"/>
          <p:nvPr/>
        </p:nvSpPr>
        <p:spPr>
          <a:xfrm>
            <a:off x="4572000" y="1221174"/>
            <a:ext cx="3558540" cy="332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Insert your multimedia content here Images reveal large amounts of data </a:t>
            </a:r>
            <a:endParaRPr lang="en-US" sz="1200" dirty="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1233" name="Google Shape;1233;p127"/>
          <p:cNvPicPr preferRelativeResize="0"/>
          <p:nvPr/>
        </p:nvPicPr>
        <p:blipFill rotWithShape="1">
          <a:blip r:embed="rId3">
            <a:alphaModFix/>
          </a:blip>
          <a:srcRect r="-432" b="14537"/>
          <a:stretch/>
        </p:blipFill>
        <p:spPr>
          <a:xfrm>
            <a:off x="644208" y="1404125"/>
            <a:ext cx="3156300" cy="1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15"/>
          <p:cNvSpPr txBox="1">
            <a:spLocks noGrp="1"/>
          </p:cNvSpPr>
          <p:nvPr>
            <p:ph type="ctrTitle"/>
          </p:nvPr>
        </p:nvSpPr>
        <p:spPr>
          <a:xfrm>
            <a:off x="1242600" y="2937368"/>
            <a:ext cx="66588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6600" dirty="0">
                <a:sym typeface="Lumberjack"/>
              </a:rPr>
              <a:t>E’TIBORINGIZ UCHUN RAHMAT!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539586714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225</Words>
  <Application>Microsoft Office PowerPoint</Application>
  <PresentationFormat>Экран (16:9)</PresentationFormat>
  <Paragraphs>19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Roboto Condensed</vt:lpstr>
      <vt:lpstr>Livvic</vt:lpstr>
      <vt:lpstr>Roboto Condensed Light</vt:lpstr>
      <vt:lpstr>Squada One</vt:lpstr>
      <vt:lpstr>Lumberjack</vt:lpstr>
      <vt:lpstr>Tech Startup XL by Slidesgo</vt:lpstr>
      <vt:lpstr>TECH STARTUP</vt:lpstr>
      <vt:lpstr>REJA </vt:lpstr>
      <vt:lpstr>PROBLEM</vt:lpstr>
      <vt:lpstr>COMPETITIVE ADVANTAGE</vt:lpstr>
      <vt:lpstr>DEMO</vt:lpstr>
      <vt:lpstr>DEMO</vt:lpstr>
      <vt:lpstr>DEMO</vt:lpstr>
      <vt:lpstr>E’TIBORINGIZ UCHUN RAHMAT!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STARTUP </dc:title>
  <cp:lastModifiedBy>Nodir Qarshiyev</cp:lastModifiedBy>
  <cp:revision>13</cp:revision>
  <dcterms:modified xsi:type="dcterms:W3CDTF">2026-07-24T11:06:02Z</dcterms:modified>
</cp:coreProperties>
</file>